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02" r:id="rId4"/>
  </p:sldMasterIdLst>
  <p:notesMasterIdLst>
    <p:notesMasterId r:id="rId24"/>
  </p:notesMasterIdLst>
  <p:handoutMasterIdLst>
    <p:handoutMasterId r:id="rId25"/>
  </p:handoutMasterIdLst>
  <p:sldIdLst>
    <p:sldId id="2147481393" r:id="rId5"/>
    <p:sldId id="2147380578" r:id="rId6"/>
    <p:sldId id="2147481370" r:id="rId7"/>
    <p:sldId id="2147481371" r:id="rId8"/>
    <p:sldId id="2147481372" r:id="rId9"/>
    <p:sldId id="2147481405" r:id="rId10"/>
    <p:sldId id="2147380569" r:id="rId11"/>
    <p:sldId id="2147481450" r:id="rId12"/>
    <p:sldId id="2147380528" r:id="rId13"/>
    <p:sldId id="2147380608" r:id="rId14"/>
    <p:sldId id="2147380551" r:id="rId15"/>
    <p:sldId id="2147475207" r:id="rId16"/>
    <p:sldId id="2147481358" r:id="rId17"/>
    <p:sldId id="2147481429" r:id="rId18"/>
    <p:sldId id="2147481422" r:id="rId19"/>
    <p:sldId id="2147481400" r:id="rId20"/>
    <p:sldId id="2147481385" r:id="rId21"/>
    <p:sldId id="2147481379" r:id="rId22"/>
    <p:sldId id="2147481380" r:id="rId23"/>
  </p:sldIdLst>
  <p:sldSz cx="12192000" cy="6858000"/>
  <p:notesSz cx="6858000" cy="9144000"/>
  <p:custDataLst>
    <p:tags r:id="rId26"/>
  </p:custDataLst>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9E1510B-EF56-939D-93C3-77195793E480}" name="Anna Pavlenko" initials="AP" userId="S::Anna.Pavlenko@ceridian.com::8a383e47-a0e8-4bc1-acd7-d4a4a3b6a894" providerId="AD"/>
  <p188:author id="{43942926-A34B-3C5A-540F-0285B91646D4}" name="Desmond Behan" initials="DB" userId="S::desmond.behan@ceridian.com::6cfa5866-4bbc-4f03-a729-2508680650d0" providerId="AD"/>
  <p188:author id="{2C472D2E-F2A5-F661-1C96-F5A38EC1D357}" name="Sasha Shehryar" initials="SS" userId="Sasha Shehryar" providerId="None"/>
  <p188:author id="{B368C152-5ADC-5863-AFA1-C2E24C448D4D}" name="Sasha Shehryar" initials="SS" userId="S::Sasha.Shehryar@dayforce.com::f8b6bcdd-0907-4a72-893c-f7da7ad70b28" providerId="AD"/>
  <p188:author id="{301AAF79-9474-295C-27DF-30E1D2E041F2}" name="Alexandra Crace" initials="" userId="S::alexandra.crace@ceridian.com::c6c62793-1518-45b8-8ee9-bac769ecd9e4" providerId="AD"/>
  <p188:author id="{0ABD607D-4F5A-BA00-DF8F-CA3C25D5E6D3}" name="Desmond Behan" initials="DB" userId="S::Desmond.Behan@dayforce.com::6cfa5866-4bbc-4f03-a729-2508680650d0" providerId="AD"/>
  <p188:author id="{6639F37D-647F-9357-5CA7-6139EFC121CF}" name="Sarah Burt" initials="SB" userId="S::sarah.burt@ceridian.com::21299dff-fd64-45fd-bb1f-4cb0db01040b" providerId="AD"/>
  <p188:author id="{0CEECCA3-27E6-BF29-2933-0C6E8CC15F3A}" name="Demitra LaPointe" initials="DL" userId="S::demitra.lapointe@dayforce.com::c7355397-e3a2-4b4f-bc9f-84828f7406a3" providerId="AD"/>
  <p188:author id="{EA4DECA6-B5E9-113C-9F9E-C0B03D351F43}" name="Demitra LaPointe" initials="DL" userId="S::demitra.lapointe@ceridian.com::c7355397-e3a2-4b4f-bc9f-84828f7406a3" providerId="AD"/>
  <p188:author id="{D4C79EBB-A9FB-E209-8CED-FEE0740A3534}" name="Sandra Sikora" initials="SS" userId="S::sandra.sikora@ceridian.com::08913383-d733-48a0-a139-77e9cbfee867" providerId="AD"/>
  <p188:author id="{99377FD1-99A9-252D-7A17-C7E21C81F484}" name="Anna Pavlenko" initials="AP" userId="S::anna.pavlenko@ceridian.com::8a383e47-a0e8-4bc1-acd7-d4a4a3b6a894" providerId="AD"/>
  <p188:author id="{988DE6DD-7961-97C2-B7D8-195A1BDDD893}" name="Sandra Sikora" initials="SS" userId="S::sandra.sikora@dayforce.com::08913383-d733-48a0-a139-77e9cbfee867" providerId="AD"/>
  <p188:author id="{51E18DE3-EB5A-0F02-50AE-6E94445EC34A}" name="Edward King" initials="EK" userId="S::Edward.King@dayforce.com::9598ac50-d761-4b31-9d2e-859b833ebc44" providerId="AD"/>
  <p188:author id="{654390EE-0406-7A7B-6AEF-8CDFECAFF3F9}" name="Lisa Luk" initials="LL" userId="S::lisa.luk@ceridian.com::6613c107-fd7e-44e5-9c51-576a25a02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Silva, Chantal" initials="DC" lastIdx="36" clrIdx="0">
    <p:extLst>
      <p:ext uri="{19B8F6BF-5375-455C-9EA6-DF929625EA0E}">
        <p15:presenceInfo xmlns:p15="http://schemas.microsoft.com/office/powerpoint/2012/main" userId="S::chantal.dsilva@ceridian.com::a3176a49-f2db-4c9f-baf1-c542a9d4b5c7" providerId="AD"/>
      </p:ext>
    </p:extLst>
  </p:cmAuthor>
  <p:cmAuthor id="2" name="Crace, Alexandra" initials="CA" lastIdx="1" clrIdx="1">
    <p:extLst>
      <p:ext uri="{19B8F6BF-5375-455C-9EA6-DF929625EA0E}">
        <p15:presenceInfo xmlns:p15="http://schemas.microsoft.com/office/powerpoint/2012/main" userId="S::alexandra.crace@ceridian.com::c6c62793-1518-45b8-8ee9-bac769ecd9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E5FF"/>
    <a:srgbClr val="CEF6FE"/>
    <a:srgbClr val="DD3A61"/>
    <a:srgbClr val="DEF3FF"/>
    <a:srgbClr val="DFF3FF"/>
    <a:srgbClr val="CFF7FF"/>
    <a:srgbClr val="9EF5EF"/>
    <a:srgbClr val="3067DB"/>
    <a:srgbClr val="00D8CD"/>
    <a:srgbClr val="BCF7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D1114D-048D-0042-8DDB-ABD11D32ABD4}" v="168" dt="2025-11-24T23:22:57.04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1"/>
    <p:restoredTop sz="94658"/>
  </p:normalViewPr>
  <p:slideViewPr>
    <p:cSldViewPr snapToGrid="0">
      <p:cViewPr varScale="1">
        <p:scale>
          <a:sx n="116" d="100"/>
          <a:sy n="116" d="100"/>
        </p:scale>
        <p:origin x="1232" y="18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2A7095-CBAD-E743-A01D-4BBAEA3F3D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D7417A-536A-B44D-B8C5-479D8DEEBA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B91C5B-5DCC-7245-94C2-8B08808DDF99}" type="datetimeFigureOut">
              <a:rPr lang="en-US" smtClean="0"/>
              <a:t>2/27/26</a:t>
            </a:fld>
            <a:endParaRPr lang="en-US"/>
          </a:p>
        </p:txBody>
      </p:sp>
      <p:sp>
        <p:nvSpPr>
          <p:cNvPr id="4" name="Footer Placeholder 3">
            <a:extLst>
              <a:ext uri="{FF2B5EF4-FFF2-40B4-BE49-F238E27FC236}">
                <a16:creationId xmlns:a16="http://schemas.microsoft.com/office/drawing/2014/main" id="{FFDF3304-E8C7-A74D-9583-E6C03B75E9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F24C4B4-CF73-FF4A-903E-3EEBB25DFC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1D1D69-36AB-F044-9901-9FE4D647A824}" type="slidenum">
              <a:rPr lang="en-US" smtClean="0"/>
              <a:t>‹#›</a:t>
            </a:fld>
            <a:endParaRPr lang="en-US"/>
          </a:p>
        </p:txBody>
      </p:sp>
    </p:spTree>
    <p:extLst>
      <p:ext uri="{BB962C8B-B14F-4D97-AF65-F5344CB8AC3E}">
        <p14:creationId xmlns:p14="http://schemas.microsoft.com/office/powerpoint/2010/main" val="2497200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381000" y="685800"/>
            <a:ext cx="6096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Helvetica Neue"/>
        <a:ea typeface="Helvetica Neue"/>
        <a:cs typeface="Helvetica Neue"/>
        <a:sym typeface="Helvetica Neue"/>
      </a:defRPr>
    </a:lvl1pPr>
    <a:lvl2pPr indent="114300" defTabSz="228600" latinLnBrk="0">
      <a:lnSpc>
        <a:spcPct val="117999"/>
      </a:lnSpc>
      <a:defRPr sz="1100">
        <a:latin typeface="Helvetica Neue"/>
        <a:ea typeface="Helvetica Neue"/>
        <a:cs typeface="Helvetica Neue"/>
        <a:sym typeface="Helvetica Neue"/>
      </a:defRPr>
    </a:lvl2pPr>
    <a:lvl3pPr indent="228600" defTabSz="228600" latinLnBrk="0">
      <a:lnSpc>
        <a:spcPct val="117999"/>
      </a:lnSpc>
      <a:defRPr sz="1100">
        <a:latin typeface="Helvetica Neue"/>
        <a:ea typeface="Helvetica Neue"/>
        <a:cs typeface="Helvetica Neue"/>
        <a:sym typeface="Helvetica Neue"/>
      </a:defRPr>
    </a:lvl3pPr>
    <a:lvl4pPr indent="342900" defTabSz="228600" latinLnBrk="0">
      <a:lnSpc>
        <a:spcPct val="117999"/>
      </a:lnSpc>
      <a:defRPr sz="1100">
        <a:latin typeface="Helvetica Neue"/>
        <a:ea typeface="Helvetica Neue"/>
        <a:cs typeface="Helvetica Neue"/>
        <a:sym typeface="Helvetica Neue"/>
      </a:defRPr>
    </a:lvl4pPr>
    <a:lvl5pPr indent="457200" defTabSz="228600" latinLnBrk="0">
      <a:lnSpc>
        <a:spcPct val="117999"/>
      </a:lnSpc>
      <a:defRPr sz="1100">
        <a:latin typeface="Helvetica Neue"/>
        <a:ea typeface="Helvetica Neue"/>
        <a:cs typeface="Helvetica Neue"/>
        <a:sym typeface="Helvetica Neue"/>
      </a:defRPr>
    </a:lvl5pPr>
    <a:lvl6pPr indent="571500" defTabSz="228600" latinLnBrk="0">
      <a:lnSpc>
        <a:spcPct val="117999"/>
      </a:lnSpc>
      <a:defRPr sz="1100">
        <a:latin typeface="Helvetica Neue"/>
        <a:ea typeface="Helvetica Neue"/>
        <a:cs typeface="Helvetica Neue"/>
        <a:sym typeface="Helvetica Neue"/>
      </a:defRPr>
    </a:lvl6pPr>
    <a:lvl7pPr indent="685800" defTabSz="228600" latinLnBrk="0">
      <a:lnSpc>
        <a:spcPct val="117999"/>
      </a:lnSpc>
      <a:defRPr sz="1100">
        <a:latin typeface="Helvetica Neue"/>
        <a:ea typeface="Helvetica Neue"/>
        <a:cs typeface="Helvetica Neue"/>
        <a:sym typeface="Helvetica Neue"/>
      </a:defRPr>
    </a:lvl7pPr>
    <a:lvl8pPr indent="800100" defTabSz="228600" latinLnBrk="0">
      <a:lnSpc>
        <a:spcPct val="117999"/>
      </a:lnSpc>
      <a:defRPr sz="1100">
        <a:latin typeface="Helvetica Neue"/>
        <a:ea typeface="Helvetica Neue"/>
        <a:cs typeface="Helvetica Neue"/>
        <a:sym typeface="Helvetica Neue"/>
      </a:defRPr>
    </a:lvl8pPr>
    <a:lvl9pPr indent="914400" defTabSz="228600" latinLnBrk="0">
      <a:lnSpc>
        <a:spcPct val="117999"/>
      </a:lnSpc>
      <a:defRPr sz="11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ceridian.sharepoint.com/sites/policies/PolicyDocs/Forms/AllItems.aspx?id=%2Fsites%2Fpolicies%2FPolicyDocs%2FSecStnd%5F5%2E12%2D14%2DClassification%20of%20Information%20Standard%2Epdf&amp;parent=%2Fsites%2Fpolicies%2FPolicyDocs"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emf"/><Relationship Id="rId4" Type="http://schemas.openxmlformats.org/officeDocument/2006/relationships/image" Target="../media/image3.svg"/><Relationship Id="rId9"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13.svg"/><Relationship Id="rId11" Type="http://schemas.openxmlformats.org/officeDocument/2006/relationships/image" Target="../media/image8.png"/><Relationship Id="rId5" Type="http://schemas.openxmlformats.org/officeDocument/2006/relationships/image" Target="../media/image12.png"/><Relationship Id="rId10" Type="http://schemas.openxmlformats.org/officeDocument/2006/relationships/image" Target="../media/image1.emf"/><Relationship Id="rId4" Type="http://schemas.openxmlformats.org/officeDocument/2006/relationships/image" Target="../media/image11.svg"/><Relationship Id="rId9" Type="http://schemas.openxmlformats.org/officeDocument/2006/relationships/oleObject" Target="../embeddings/oleObject2.bin"/><Relationship Id="rId14" Type="http://schemas.openxmlformats.org/officeDocument/2006/relationships/image" Target="../media/image17.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8.png"/><Relationship Id="rId7" Type="http://schemas.openxmlformats.org/officeDocument/2006/relationships/image" Target="../media/image6.png"/><Relationship Id="rId12"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sv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emf"/><Relationship Id="rId4" Type="http://schemas.openxmlformats.org/officeDocument/2006/relationships/image" Target="../media/image19.svg"/><Relationship Id="rId9"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0.png"/><Relationship Id="rId7" Type="http://schemas.openxmlformats.org/officeDocument/2006/relationships/image" Target="../media/image14.png"/><Relationship Id="rId12" Type="http://schemas.openxmlformats.org/officeDocument/2006/relationships/image" Target="../media/image25.sv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23.sv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1.emf"/><Relationship Id="rId4" Type="http://schemas.openxmlformats.org/officeDocument/2006/relationships/image" Target="../media/image21.svg"/><Relationship Id="rId9" Type="http://schemas.openxmlformats.org/officeDocument/2006/relationships/oleObject" Target="../embeddings/oleObject2.bin"/></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0.png"/><Relationship Id="rId7"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1.emf"/><Relationship Id="rId4" Type="http://schemas.openxmlformats.org/officeDocument/2006/relationships/image" Target="../media/image21.svg"/><Relationship Id="rId9" Type="http://schemas.openxmlformats.org/officeDocument/2006/relationships/oleObject" Target="../embeddings/oleObject2.bin"/></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8.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1.emf"/><Relationship Id="rId4" Type="http://schemas.openxmlformats.org/officeDocument/2006/relationships/image" Target="../media/image29.svg"/><Relationship Id="rId9" Type="http://schemas.openxmlformats.org/officeDocument/2006/relationships/oleObject" Target="../embeddings/oleObject2.bin"/></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33.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1.emf"/><Relationship Id="rId4" Type="http://schemas.openxmlformats.org/officeDocument/2006/relationships/image" Target="../media/image34.svg"/><Relationship Id="rId9" Type="http://schemas.openxmlformats.org/officeDocument/2006/relationships/oleObject" Target="../embeddings/oleObject2.bin"/></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emf"/><Relationship Id="rId4" Type="http://schemas.openxmlformats.org/officeDocument/2006/relationships/image" Target="../media/image3.svg"/><Relationship Id="rId9" Type="http://schemas.openxmlformats.org/officeDocument/2006/relationships/oleObject" Target="../embeddings/oleObject2.bin"/></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4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4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Master" Target="../slideMasters/slideMaster1.xml"/><Relationship Id="rId5" Type="http://schemas.openxmlformats.org/officeDocument/2006/relationships/image" Target="../media/image52.svg"/><Relationship Id="rId4" Type="http://schemas.openxmlformats.org/officeDocument/2006/relationships/image" Target="../media/image51.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Master" Target="../slideMasters/slideMaster1.xml"/><Relationship Id="rId5" Type="http://schemas.openxmlformats.org/officeDocument/2006/relationships/image" Target="../media/image55.svg"/><Relationship Id="rId4" Type="http://schemas.openxmlformats.org/officeDocument/2006/relationships/image" Target="../media/image4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1.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xml"/><Relationship Id="rId5" Type="http://schemas.openxmlformats.org/officeDocument/2006/relationships/image" Target="../media/image63.svg"/><Relationship Id="rId4" Type="http://schemas.openxmlformats.org/officeDocument/2006/relationships/image" Target="../media/image6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slideMaster" Target="../slideMasters/slideMaster1.xml"/><Relationship Id="rId5" Type="http://schemas.openxmlformats.org/officeDocument/2006/relationships/image" Target="../media/image67.svg"/><Relationship Id="rId4" Type="http://schemas.openxmlformats.org/officeDocument/2006/relationships/image" Target="../media/image6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Master" Target="../slideMasters/slideMaster1.xml"/><Relationship Id="rId5" Type="http://schemas.openxmlformats.org/officeDocument/2006/relationships/image" Target="../media/image69.svg"/><Relationship Id="rId4" Type="http://schemas.openxmlformats.org/officeDocument/2006/relationships/image" Target="../media/image6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xml"/><Relationship Id="rId5" Type="http://schemas.openxmlformats.org/officeDocument/2006/relationships/image" Target="../media/image71.svg"/><Relationship Id="rId4" Type="http://schemas.openxmlformats.org/officeDocument/2006/relationships/image" Target="../media/image7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Master" Target="../slideMasters/slideMaster1.xml"/><Relationship Id="rId5" Type="http://schemas.openxmlformats.org/officeDocument/2006/relationships/image" Target="../media/image73.svg"/><Relationship Id="rId4" Type="http://schemas.openxmlformats.org/officeDocument/2006/relationships/image" Target="../media/image7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 Id="rId5" Type="http://schemas.openxmlformats.org/officeDocument/2006/relationships/image" Target="../media/image75.svg"/><Relationship Id="rId4" Type="http://schemas.openxmlformats.org/officeDocument/2006/relationships/image" Target="../media/image7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slideMaster" Target="../slideMasters/slideMaster1.xml"/><Relationship Id="rId5" Type="http://schemas.openxmlformats.org/officeDocument/2006/relationships/image" Target="../media/image79.svg"/><Relationship Id="rId4" Type="http://schemas.openxmlformats.org/officeDocument/2006/relationships/image" Target="../media/image78.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 Id="rId5" Type="http://schemas.openxmlformats.org/officeDocument/2006/relationships/image" Target="../media/image81.svg"/><Relationship Id="rId4" Type="http://schemas.openxmlformats.org/officeDocument/2006/relationships/image" Target="../media/image80.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 Id="rId5" Type="http://schemas.openxmlformats.org/officeDocument/2006/relationships/image" Target="../media/image83.svg"/><Relationship Id="rId4" Type="http://schemas.openxmlformats.org/officeDocument/2006/relationships/image" Target="../media/image8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 Id="rId5" Type="http://schemas.openxmlformats.org/officeDocument/2006/relationships/image" Target="../media/image83.svg"/><Relationship Id="rId4" Type="http://schemas.openxmlformats.org/officeDocument/2006/relationships/image" Target="../media/image8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Master" Target="../slideMasters/slideMaster1.xml"/><Relationship Id="rId5" Type="http://schemas.openxmlformats.org/officeDocument/2006/relationships/image" Target="../media/image85.svg"/><Relationship Id="rId4" Type="http://schemas.openxmlformats.org/officeDocument/2006/relationships/image" Target="../media/image8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image" Target="../media/image86.png"/><Relationship Id="rId1" Type="http://schemas.openxmlformats.org/officeDocument/2006/relationships/slideMaster" Target="../slideMasters/slideMaster1.xml"/><Relationship Id="rId5" Type="http://schemas.openxmlformats.org/officeDocument/2006/relationships/image" Target="../media/image67.svg"/><Relationship Id="rId4" Type="http://schemas.openxmlformats.org/officeDocument/2006/relationships/image" Target="../media/image6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png"/><Relationship Id="rId1" Type="http://schemas.openxmlformats.org/officeDocument/2006/relationships/slideMaster" Target="../slideMasters/slideMaster1.xml"/><Relationship Id="rId5" Type="http://schemas.openxmlformats.org/officeDocument/2006/relationships/image" Target="../media/image61.svg"/><Relationship Id="rId4" Type="http://schemas.openxmlformats.org/officeDocument/2006/relationships/image" Target="../media/image60.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Master" Target="../slideMasters/slideMaster1.xml"/><Relationship Id="rId5" Type="http://schemas.openxmlformats.org/officeDocument/2006/relationships/image" Target="../media/image67.svg"/><Relationship Id="rId4" Type="http://schemas.openxmlformats.org/officeDocument/2006/relationships/image" Target="../media/image6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Master" Target="../slideMasters/slideMaster1.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image" Target="../media/image94.png"/><Relationship Id="rId1" Type="http://schemas.openxmlformats.org/officeDocument/2006/relationships/slideMaster" Target="../slideMasters/slideMaster1.xml"/><Relationship Id="rId5" Type="http://schemas.openxmlformats.org/officeDocument/2006/relationships/image" Target="../media/image61.svg"/><Relationship Id="rId4" Type="http://schemas.openxmlformats.org/officeDocument/2006/relationships/image" Target="../media/image60.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96.png"/><Relationship Id="rId1" Type="http://schemas.openxmlformats.org/officeDocument/2006/relationships/slideMaster" Target="../slideMasters/slideMaster1.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Master" Target="../slideMasters/slideMaster1.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Master" Target="../slideMasters/slideMaster1.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image" Target="../media/image98.png"/><Relationship Id="rId1" Type="http://schemas.openxmlformats.org/officeDocument/2006/relationships/slideMaster" Target="../slideMasters/slideMaster1.xml"/><Relationship Id="rId5" Type="http://schemas.openxmlformats.org/officeDocument/2006/relationships/image" Target="../media/image67.svg"/><Relationship Id="rId4" Type="http://schemas.openxmlformats.org/officeDocument/2006/relationships/image" Target="../media/image6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Master" Target="../slideMasters/slideMaster1.xml"/><Relationship Id="rId5" Type="http://schemas.openxmlformats.org/officeDocument/2006/relationships/image" Target="../media/image101.svg"/><Relationship Id="rId4" Type="http://schemas.openxmlformats.org/officeDocument/2006/relationships/image" Target="../media/image100.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 Id="rId5" Type="http://schemas.openxmlformats.org/officeDocument/2006/relationships/image" Target="../media/image103.svg"/><Relationship Id="rId4" Type="http://schemas.openxmlformats.org/officeDocument/2006/relationships/image" Target="../media/image102.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Master" Target="../slideMasters/slideMaster1.xml"/><Relationship Id="rId5" Type="http://schemas.openxmlformats.org/officeDocument/2006/relationships/image" Target="../media/image107.svg"/><Relationship Id="rId4" Type="http://schemas.openxmlformats.org/officeDocument/2006/relationships/image" Target="../media/image10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Master" Target="../slideMasters/slideMaster1.xml"/><Relationship Id="rId5" Type="http://schemas.openxmlformats.org/officeDocument/2006/relationships/image" Target="../media/image101.svg"/><Relationship Id="rId4" Type="http://schemas.openxmlformats.org/officeDocument/2006/relationships/image" Target="../media/image100.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Master" Target="../slideMasters/slideMaster1.xml"/><Relationship Id="rId5" Type="http://schemas.openxmlformats.org/officeDocument/2006/relationships/image" Target="../media/image109.svg"/><Relationship Id="rId4" Type="http://schemas.openxmlformats.org/officeDocument/2006/relationships/image" Target="../media/image108.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 Id="rId5" Type="http://schemas.openxmlformats.org/officeDocument/2006/relationships/image" Target="../media/image111.svg"/><Relationship Id="rId4" Type="http://schemas.openxmlformats.org/officeDocument/2006/relationships/image" Target="../media/image110.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Master" Target="../slideMasters/slideMaster1.xml"/><Relationship Id="rId5" Type="http://schemas.openxmlformats.org/officeDocument/2006/relationships/image" Target="../media/image113.svg"/><Relationship Id="rId4" Type="http://schemas.openxmlformats.org/officeDocument/2006/relationships/image" Target="../media/image11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 Id="rId5" Type="http://schemas.openxmlformats.org/officeDocument/2006/relationships/image" Target="../media/image115.svg"/><Relationship Id="rId4" Type="http://schemas.openxmlformats.org/officeDocument/2006/relationships/image" Target="../media/image11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6.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19.svg"/><Relationship Id="rId2" Type="http://schemas.openxmlformats.org/officeDocument/2006/relationships/image" Target="../media/image118.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20.svg"/><Relationship Id="rId7" Type="http://schemas.openxmlformats.org/officeDocument/2006/relationships/image" Target="../media/image123.svg"/><Relationship Id="rId2" Type="http://schemas.openxmlformats.org/officeDocument/2006/relationships/image" Target="../media/image30.png"/><Relationship Id="rId1" Type="http://schemas.openxmlformats.org/officeDocument/2006/relationships/slideMaster" Target="../slideMasters/slideMaster1.xml"/><Relationship Id="rId6" Type="http://schemas.openxmlformats.org/officeDocument/2006/relationships/image" Target="../media/image122.png"/><Relationship Id="rId5" Type="http://schemas.openxmlformats.org/officeDocument/2006/relationships/image" Target="../media/image121.svg"/><Relationship Id="rId4" Type="http://schemas.openxmlformats.org/officeDocument/2006/relationships/image" Target="../media/image28.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24.svg"/><Relationship Id="rId7" Type="http://schemas.openxmlformats.org/officeDocument/2006/relationships/image" Target="../media/image127.svg"/><Relationship Id="rId2"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25.svg"/><Relationship Id="rId4" Type="http://schemas.openxmlformats.org/officeDocument/2006/relationships/image" Target="../media/image6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28.svg"/><Relationship Id="rId7" Type="http://schemas.openxmlformats.org/officeDocument/2006/relationships/image" Target="../media/image127.svg"/><Relationship Id="rId2" Type="http://schemas.openxmlformats.org/officeDocument/2006/relationships/image" Target="../media/image104.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25.svg"/><Relationship Id="rId4" Type="http://schemas.openxmlformats.org/officeDocument/2006/relationships/image" Target="../media/image6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21.svg"/><Relationship Id="rId7" Type="http://schemas.openxmlformats.org/officeDocument/2006/relationships/image" Target="../media/image127.svg"/><Relationship Id="rId2" Type="http://schemas.openxmlformats.org/officeDocument/2006/relationships/image" Target="../media/image28.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20.svg"/><Relationship Id="rId4" Type="http://schemas.openxmlformats.org/officeDocument/2006/relationships/image" Target="../media/image30.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28.svg"/><Relationship Id="rId7" Type="http://schemas.openxmlformats.org/officeDocument/2006/relationships/image" Target="../media/image127.svg"/><Relationship Id="rId2" Type="http://schemas.openxmlformats.org/officeDocument/2006/relationships/image" Target="../media/image104.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25.svg"/><Relationship Id="rId4" Type="http://schemas.openxmlformats.org/officeDocument/2006/relationships/image" Target="../media/image66.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20.svg"/><Relationship Id="rId7" Type="http://schemas.openxmlformats.org/officeDocument/2006/relationships/image" Target="../media/image127.svg"/><Relationship Id="rId2" Type="http://schemas.openxmlformats.org/officeDocument/2006/relationships/image" Target="../media/image30.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21.svg"/><Relationship Id="rId4" Type="http://schemas.openxmlformats.org/officeDocument/2006/relationships/image" Target="../media/image28.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30.svg"/><Relationship Id="rId7" Type="http://schemas.openxmlformats.org/officeDocument/2006/relationships/image" Target="../media/image127.svg"/><Relationship Id="rId2" Type="http://schemas.openxmlformats.org/officeDocument/2006/relationships/image" Target="../media/image129.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24.svg"/><Relationship Id="rId4" Type="http://schemas.openxmlformats.org/officeDocument/2006/relationships/image" Target="../media/image33.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28.svg"/><Relationship Id="rId7" Type="http://schemas.openxmlformats.org/officeDocument/2006/relationships/image" Target="../media/image132.svg"/><Relationship Id="rId2" Type="http://schemas.openxmlformats.org/officeDocument/2006/relationships/image" Target="../media/image104.png"/><Relationship Id="rId1" Type="http://schemas.openxmlformats.org/officeDocument/2006/relationships/slideMaster" Target="../slideMasters/slideMaster1.xml"/><Relationship Id="rId6" Type="http://schemas.openxmlformats.org/officeDocument/2006/relationships/image" Target="../media/image131.png"/><Relationship Id="rId5" Type="http://schemas.openxmlformats.org/officeDocument/2006/relationships/image" Target="../media/image120.svg"/><Relationship Id="rId4" Type="http://schemas.openxmlformats.org/officeDocument/2006/relationships/image" Target="../media/image30.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30.svg"/><Relationship Id="rId7" Type="http://schemas.openxmlformats.org/officeDocument/2006/relationships/image" Target="../media/image127.svg"/><Relationship Id="rId2" Type="http://schemas.openxmlformats.org/officeDocument/2006/relationships/image" Target="../media/image129.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28.svg"/><Relationship Id="rId4" Type="http://schemas.openxmlformats.org/officeDocument/2006/relationships/image" Target="../media/image104.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20.svg"/><Relationship Id="rId7" Type="http://schemas.openxmlformats.org/officeDocument/2006/relationships/image" Target="../media/image134.svg"/><Relationship Id="rId2" Type="http://schemas.openxmlformats.org/officeDocument/2006/relationships/image" Target="../media/image30.png"/><Relationship Id="rId1" Type="http://schemas.openxmlformats.org/officeDocument/2006/relationships/slideMaster" Target="../slideMasters/slideMaster1.xml"/><Relationship Id="rId6" Type="http://schemas.openxmlformats.org/officeDocument/2006/relationships/image" Target="../media/image133.png"/><Relationship Id="rId5" Type="http://schemas.openxmlformats.org/officeDocument/2006/relationships/image" Target="../media/image125.svg"/><Relationship Id="rId4" Type="http://schemas.openxmlformats.org/officeDocument/2006/relationships/image" Target="../media/image66.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28.svg"/><Relationship Id="rId7" Type="http://schemas.openxmlformats.org/officeDocument/2006/relationships/image" Target="../media/image127.svg"/><Relationship Id="rId2" Type="http://schemas.openxmlformats.org/officeDocument/2006/relationships/image" Target="../media/image104.png"/><Relationship Id="rId1" Type="http://schemas.openxmlformats.org/officeDocument/2006/relationships/slideMaster" Target="../slideMasters/slideMaster1.xml"/><Relationship Id="rId6" Type="http://schemas.openxmlformats.org/officeDocument/2006/relationships/image" Target="../media/image126.png"/><Relationship Id="rId5" Type="http://schemas.openxmlformats.org/officeDocument/2006/relationships/image" Target="../media/image130.svg"/><Relationship Id="rId4" Type="http://schemas.openxmlformats.org/officeDocument/2006/relationships/image" Target="../media/image129.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36.svg"/><Relationship Id="rId2" Type="http://schemas.openxmlformats.org/officeDocument/2006/relationships/image" Target="../media/image135.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36.svg"/><Relationship Id="rId7" Type="http://schemas.openxmlformats.org/officeDocument/2006/relationships/image" Target="../media/image139.svg"/><Relationship Id="rId2" Type="http://schemas.openxmlformats.org/officeDocument/2006/relationships/image" Target="../media/image135.png"/><Relationship Id="rId1" Type="http://schemas.openxmlformats.org/officeDocument/2006/relationships/slideMaster" Target="../slideMasters/slideMaster1.xml"/><Relationship Id="rId6" Type="http://schemas.openxmlformats.org/officeDocument/2006/relationships/image" Target="../media/image138.png"/><Relationship Id="rId5" Type="http://schemas.openxmlformats.org/officeDocument/2006/relationships/image" Target="../media/image137.svg"/><Relationship Id="rId4" Type="http://schemas.openxmlformats.org/officeDocument/2006/relationships/image" Target="../media/image60.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41.svg"/><Relationship Id="rId7" Type="http://schemas.openxmlformats.org/officeDocument/2006/relationships/image" Target="../media/image136.svg"/><Relationship Id="rId2" Type="http://schemas.openxmlformats.org/officeDocument/2006/relationships/image" Target="../media/image140.png"/><Relationship Id="rId1" Type="http://schemas.openxmlformats.org/officeDocument/2006/relationships/slideMaster" Target="../slideMasters/slideMaster1.xml"/><Relationship Id="rId6" Type="http://schemas.openxmlformats.org/officeDocument/2006/relationships/image" Target="../media/image135.png"/><Relationship Id="rId5" Type="http://schemas.openxmlformats.org/officeDocument/2006/relationships/image" Target="../media/image142.svg"/><Relationship Id="rId4" Type="http://schemas.openxmlformats.org/officeDocument/2006/relationships/image" Target="../media/image58.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36.svg"/><Relationship Id="rId7" Type="http://schemas.openxmlformats.org/officeDocument/2006/relationships/image" Target="../media/image59.svg"/><Relationship Id="rId2" Type="http://schemas.openxmlformats.org/officeDocument/2006/relationships/image" Target="../media/image135.png"/><Relationship Id="rId1" Type="http://schemas.openxmlformats.org/officeDocument/2006/relationships/slideMaster" Target="../slideMasters/slideMaster1.xml"/><Relationship Id="rId6" Type="http://schemas.openxmlformats.org/officeDocument/2006/relationships/image" Target="../media/image58.png"/><Relationship Id="rId5" Type="http://schemas.openxmlformats.org/officeDocument/2006/relationships/image" Target="../media/image93.svg"/><Relationship Id="rId4" Type="http://schemas.openxmlformats.org/officeDocument/2006/relationships/image" Target="../media/image92.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36.svg"/><Relationship Id="rId7" Type="http://schemas.openxmlformats.org/officeDocument/2006/relationships/image" Target="../media/image61.svg"/><Relationship Id="rId2" Type="http://schemas.openxmlformats.org/officeDocument/2006/relationships/image" Target="../media/image135.png"/><Relationship Id="rId1" Type="http://schemas.openxmlformats.org/officeDocument/2006/relationships/slideMaster" Target="../slideMasters/slideMaster1.xml"/><Relationship Id="rId6" Type="http://schemas.openxmlformats.org/officeDocument/2006/relationships/image" Target="../media/image60.png"/><Relationship Id="rId5" Type="http://schemas.openxmlformats.org/officeDocument/2006/relationships/image" Target="../media/image89.svg"/><Relationship Id="rId4" Type="http://schemas.openxmlformats.org/officeDocument/2006/relationships/image" Target="../media/image88.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36.svg"/><Relationship Id="rId7" Type="http://schemas.openxmlformats.org/officeDocument/2006/relationships/image" Target="../media/image67.svg"/><Relationship Id="rId2" Type="http://schemas.openxmlformats.org/officeDocument/2006/relationships/image" Target="../media/image135.png"/><Relationship Id="rId1" Type="http://schemas.openxmlformats.org/officeDocument/2006/relationships/slideMaster" Target="../slideMasters/slideMaster1.xml"/><Relationship Id="rId6" Type="http://schemas.openxmlformats.org/officeDocument/2006/relationships/image" Target="../media/image66.png"/><Relationship Id="rId5" Type="http://schemas.openxmlformats.org/officeDocument/2006/relationships/image" Target="../media/image91.svg"/><Relationship Id="rId4" Type="http://schemas.openxmlformats.org/officeDocument/2006/relationships/image" Target="../media/image90.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37.svg"/><Relationship Id="rId2" Type="http://schemas.openxmlformats.org/officeDocument/2006/relationships/image" Target="../media/image60.png"/><Relationship Id="rId1" Type="http://schemas.openxmlformats.org/officeDocument/2006/relationships/slideMaster" Target="../slideMasters/slideMaster1.xml"/><Relationship Id="rId5" Type="http://schemas.openxmlformats.org/officeDocument/2006/relationships/image" Target="../media/image139.svg"/><Relationship Id="rId4" Type="http://schemas.openxmlformats.org/officeDocument/2006/relationships/image" Target="../media/image13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43.svg"/><Relationship Id="rId7" Type="http://schemas.openxmlformats.org/officeDocument/2006/relationships/image" Target="../media/image146.svg"/><Relationship Id="rId2" Type="http://schemas.openxmlformats.org/officeDocument/2006/relationships/image" Target="../media/image66.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145.svg"/><Relationship Id="rId4" Type="http://schemas.openxmlformats.org/officeDocument/2006/relationships/image" Target="../media/image144.png"/><Relationship Id="rId9" Type="http://schemas.openxmlformats.org/officeDocument/2006/relationships/image" Target="../media/image147.svg"/></Relationships>
</file>

<file path=ppt/slideLayouts/_rels/slideLayout9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49.svg"/><Relationship Id="rId7" Type="http://schemas.openxmlformats.org/officeDocument/2006/relationships/image" Target="../media/image150.svg"/><Relationship Id="rId2" Type="http://schemas.openxmlformats.org/officeDocument/2006/relationships/image" Target="../media/image148.png"/><Relationship Id="rId1" Type="http://schemas.openxmlformats.org/officeDocument/2006/relationships/slideMaster" Target="../slideMasters/slideMaster1.xml"/><Relationship Id="rId6" Type="http://schemas.openxmlformats.org/officeDocument/2006/relationships/image" Target="../media/image58.png"/><Relationship Id="rId5" Type="http://schemas.openxmlformats.org/officeDocument/2006/relationships/image" Target="../media/image143.svg"/><Relationship Id="rId4" Type="http://schemas.openxmlformats.org/officeDocument/2006/relationships/image" Target="../media/image66.png"/><Relationship Id="rId9" Type="http://schemas.openxmlformats.org/officeDocument/2006/relationships/image" Target="../media/image15.svg"/></Relationships>
</file>

<file path=ppt/slideLayouts/_rels/slideLayout9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2.svg"/><Relationship Id="rId7" Type="http://schemas.openxmlformats.org/officeDocument/2006/relationships/image" Target="../media/image143.svg"/><Relationship Id="rId2" Type="http://schemas.openxmlformats.org/officeDocument/2006/relationships/image" Target="../media/image151.png"/><Relationship Id="rId1" Type="http://schemas.openxmlformats.org/officeDocument/2006/relationships/slideMaster" Target="../slideMasters/slideMaster1.xml"/><Relationship Id="rId6" Type="http://schemas.openxmlformats.org/officeDocument/2006/relationships/image" Target="../media/image66.png"/><Relationship Id="rId11" Type="http://schemas.openxmlformats.org/officeDocument/2006/relationships/image" Target="../media/image153.svg"/><Relationship Id="rId5" Type="http://schemas.openxmlformats.org/officeDocument/2006/relationships/image" Target="../media/image146.svg"/><Relationship Id="rId10" Type="http://schemas.openxmlformats.org/officeDocument/2006/relationships/image" Target="../media/image104.png"/><Relationship Id="rId4" Type="http://schemas.openxmlformats.org/officeDocument/2006/relationships/image" Target="../media/image28.png"/><Relationship Id="rId9" Type="http://schemas.openxmlformats.org/officeDocument/2006/relationships/image" Target="../media/image147.svg"/></Relationships>
</file>

<file path=ppt/slideLayouts/_rels/slideLayout10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55.svg"/><Relationship Id="rId7" Type="http://schemas.openxmlformats.org/officeDocument/2006/relationships/image" Target="../media/image157.svg"/><Relationship Id="rId2" Type="http://schemas.openxmlformats.org/officeDocument/2006/relationships/image" Target="../media/image154.png"/><Relationship Id="rId1" Type="http://schemas.openxmlformats.org/officeDocument/2006/relationships/slideMaster" Target="../slideMasters/slideMaster1.xml"/><Relationship Id="rId6" Type="http://schemas.openxmlformats.org/officeDocument/2006/relationships/image" Target="../media/image60.png"/><Relationship Id="rId11" Type="http://schemas.openxmlformats.org/officeDocument/2006/relationships/image" Target="../media/image153.svg"/><Relationship Id="rId5" Type="http://schemas.openxmlformats.org/officeDocument/2006/relationships/image" Target="../media/image156.svg"/><Relationship Id="rId10" Type="http://schemas.openxmlformats.org/officeDocument/2006/relationships/image" Target="../media/image104.png"/><Relationship Id="rId4" Type="http://schemas.openxmlformats.org/officeDocument/2006/relationships/image" Target="../media/image33.png"/><Relationship Id="rId9" Type="http://schemas.openxmlformats.org/officeDocument/2006/relationships/image" Target="../media/image15.sv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21.svg"/><Relationship Id="rId7" Type="http://schemas.openxmlformats.org/officeDocument/2006/relationships/image" Target="../media/image147.svg"/><Relationship Id="rId2" Type="http://schemas.openxmlformats.org/officeDocument/2006/relationships/image" Target="../media/image28.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20.svg"/><Relationship Id="rId4" Type="http://schemas.openxmlformats.org/officeDocument/2006/relationships/image" Target="../media/image30.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61.emf"/><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60.emf"/><Relationship Id="rId5" Type="http://schemas.openxmlformats.org/officeDocument/2006/relationships/image" Target="../media/image159.emf"/><Relationship Id="rId4" Type="http://schemas.openxmlformats.org/officeDocument/2006/relationships/image" Target="../media/image158.emf"/></Relationships>
</file>

<file path=ppt/slideLayouts/_rels/slideLayout104.xml.rels><?xml version="1.0" encoding="UTF-8" standalone="yes"?>
<Relationships xmlns="http://schemas.openxmlformats.org/package/2006/relationships"><Relationship Id="rId8" Type="http://schemas.openxmlformats.org/officeDocument/2006/relationships/image" Target="../media/image158.emf"/><Relationship Id="rId3" Type="http://schemas.openxmlformats.org/officeDocument/2006/relationships/image" Target="../media/image163.svg"/><Relationship Id="rId7" Type="http://schemas.openxmlformats.org/officeDocument/2006/relationships/image" Target="../media/image15.svg"/><Relationship Id="rId2" Type="http://schemas.openxmlformats.org/officeDocument/2006/relationships/image" Target="../media/image162.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61.emf"/><Relationship Id="rId5" Type="http://schemas.openxmlformats.org/officeDocument/2006/relationships/image" Target="../media/image142.svg"/><Relationship Id="rId10" Type="http://schemas.openxmlformats.org/officeDocument/2006/relationships/image" Target="../media/image160.emf"/><Relationship Id="rId4" Type="http://schemas.openxmlformats.org/officeDocument/2006/relationships/image" Target="../media/image58.png"/><Relationship Id="rId9" Type="http://schemas.openxmlformats.org/officeDocument/2006/relationships/image" Target="../media/image159.emf"/></Relationships>
</file>

<file path=ppt/slideLayouts/_rels/slideLayout105.xml.rels><?xml version="1.0" encoding="UTF-8" standalone="yes"?>
<Relationships xmlns="http://schemas.openxmlformats.org/package/2006/relationships"><Relationship Id="rId8" Type="http://schemas.openxmlformats.org/officeDocument/2006/relationships/image" Target="../media/image158.emf"/><Relationship Id="rId3" Type="http://schemas.openxmlformats.org/officeDocument/2006/relationships/image" Target="../media/image165.svg"/><Relationship Id="rId7" Type="http://schemas.openxmlformats.org/officeDocument/2006/relationships/image" Target="../media/image7.svg"/><Relationship Id="rId2" Type="http://schemas.openxmlformats.org/officeDocument/2006/relationships/image" Target="../media/image164.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61.emf"/><Relationship Id="rId5" Type="http://schemas.openxmlformats.org/officeDocument/2006/relationships/image" Target="../media/image128.svg"/><Relationship Id="rId10" Type="http://schemas.openxmlformats.org/officeDocument/2006/relationships/image" Target="../media/image160.emf"/><Relationship Id="rId4" Type="http://schemas.openxmlformats.org/officeDocument/2006/relationships/image" Target="../media/image104.png"/><Relationship Id="rId9" Type="http://schemas.openxmlformats.org/officeDocument/2006/relationships/image" Target="../media/image159.emf"/></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fe_Harbor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hasCustomPrompt="1"/>
          </p:nvPr>
        </p:nvSpPr>
        <p:spPr>
          <a:xfrm>
            <a:off x="615042" y="621540"/>
            <a:ext cx="10961915" cy="489744"/>
          </a:xfrm>
          <a:prstGeom prst="rect">
            <a:avLst/>
          </a:prstGeom>
        </p:spPr>
        <p:txBody>
          <a:bodyPr/>
          <a:lstStyle>
            <a:lvl1pPr algn="l">
              <a:defRPr b="0">
                <a:latin typeface="+mj-lt"/>
              </a:defRPr>
            </a:lvl1pPr>
          </a:lstStyle>
          <a:p>
            <a:r>
              <a:rPr lang="en-US"/>
              <a:t>Safe Harbor</a:t>
            </a:r>
          </a:p>
        </p:txBody>
      </p:sp>
      <p:sp>
        <p:nvSpPr>
          <p:cNvPr id="5" name="TextBox 4">
            <a:extLst>
              <a:ext uri="{FF2B5EF4-FFF2-40B4-BE49-F238E27FC236}">
                <a16:creationId xmlns:a16="http://schemas.microsoft.com/office/drawing/2014/main" id="{DAE8F33A-68F8-8C99-23F3-EC87CC92B774}"/>
              </a:ext>
            </a:extLst>
          </p:cNvPr>
          <p:cNvSpPr txBox="1"/>
          <p:nvPr userDrawn="1"/>
        </p:nvSpPr>
        <p:spPr>
          <a:xfrm>
            <a:off x="615042" y="1449388"/>
            <a:ext cx="10961915" cy="4616648"/>
          </a:xfrm>
          <a:prstGeom prst="rect">
            <a:avLst/>
          </a:prstGeom>
          <a:noFill/>
        </p:spPr>
        <p:txBody>
          <a:bodyPr wrap="square" lIns="0" tIns="0" rIns="0" bIns="0">
            <a:noAutofit/>
          </a:bodyPr>
          <a:lstStyle/>
          <a:p>
            <a:pPr algn="l"/>
            <a:r>
              <a:rPr lang="en-US" sz="1400" b="0" i="0" u="none" strike="noStrike">
                <a:solidFill>
                  <a:srgbClr val="000000"/>
                </a:solidFill>
                <a:effectLst/>
                <a:latin typeface="+mn-lt"/>
              </a:rPr>
              <a:t>This content contains forward-looking statements that involve risks, uncertainties, and assumptions. If any of these risks or uncertainties </a:t>
            </a:r>
            <a:r>
              <a:rPr lang="en-US" sz="1400" b="0" i="0" u="none" strike="noStrike" err="1">
                <a:solidFill>
                  <a:srgbClr val="000000"/>
                </a:solidFill>
                <a:effectLst/>
                <a:latin typeface="+mn-lt"/>
              </a:rPr>
              <a:t>materialise</a:t>
            </a:r>
            <a:r>
              <a:rPr lang="en-US" sz="1400" b="0" i="0" u="none" strike="noStrike">
                <a:solidFill>
                  <a:srgbClr val="000000"/>
                </a:solidFill>
                <a:effectLst/>
                <a:latin typeface="+mn-lt"/>
              </a:rPr>
              <a:t> or if any of these assumptions prove incorrect, Dayforce’s financial results could differ materially from the results expressed or implied by these forward-looking statements. All statements other than statements of historical fact could be deemed forward-looking statements, including any projections of revenues, gross margins, earnings, or other financial items; statements regarding strategies or plans of management for future operations; statements concerning new features, enhancements, or upgrades to our existing applications or plans for future applications; statements relating to the expected performance or benefits of our offerings; statements about current or future economic conditions; and any statements of belief.</a:t>
            </a:r>
          </a:p>
          <a:p>
            <a:pPr algn="l"/>
            <a:endParaRPr lang="en-US" sz="1400" b="0" i="0" u="none" strike="noStrike">
              <a:solidFill>
                <a:srgbClr val="000000"/>
              </a:solidFill>
              <a:effectLst/>
              <a:latin typeface="+mn-lt"/>
            </a:endParaRPr>
          </a:p>
          <a:p>
            <a:pPr algn="l"/>
            <a:r>
              <a:rPr lang="en-US" sz="1400" b="0" i="0" u="none" strike="noStrike">
                <a:solidFill>
                  <a:srgbClr val="000000"/>
                </a:solidFill>
                <a:effectLst/>
                <a:latin typeface="+mn-lt"/>
              </a:rPr>
              <a:t>The risks and uncertainties referred to above include, but are not limited to, our history of losses and expectations as to future losses, limited operating history, competition, management of growth, development of the market, market acceptance of our applications, breaches of our security measures, fluctuations in our operating results, interruptions or delays in the provision of our services, and risks associated with selling to larger customers. This content should be read in conjunction with the risks detailed in the “Cautionary Note Regarding Forward-Looking Information,” “Forward-Looking Statement”, “Risk Factors” and other sections of Dayforce’s Quarterly Reports on Form 10-Q, Annual Reports on Form 10-K and other filings with the Securities and Exchange Commission.</a:t>
            </a:r>
          </a:p>
          <a:p>
            <a:pPr algn="l"/>
            <a:endParaRPr lang="en-US" sz="1400" b="0" i="0" u="none" strike="noStrike">
              <a:solidFill>
                <a:srgbClr val="000000"/>
              </a:solidFill>
              <a:effectLst/>
              <a:latin typeface="+mn-lt"/>
            </a:endParaRPr>
          </a:p>
          <a:p>
            <a:pPr algn="l"/>
            <a:r>
              <a:rPr lang="en-US" sz="1400" b="0" i="0" u="none" strike="noStrike">
                <a:solidFill>
                  <a:srgbClr val="000000"/>
                </a:solidFill>
                <a:effectLst/>
                <a:latin typeface="+mn-lt"/>
              </a:rPr>
              <a:t>Dayforce assumes no obligation and does not intend to update these forward-looking statements.</a:t>
            </a:r>
          </a:p>
          <a:p>
            <a:pPr algn="l"/>
            <a:endParaRPr lang="en-US" sz="1400" b="0" i="0" u="none" strike="noStrike">
              <a:solidFill>
                <a:srgbClr val="000000"/>
              </a:solidFill>
              <a:effectLst/>
              <a:latin typeface="+mn-lt"/>
            </a:endParaRPr>
          </a:p>
          <a:p>
            <a:pPr algn="l"/>
            <a:r>
              <a:rPr lang="en-US" sz="1400" b="0" i="0" u="none" strike="noStrike" spc="-40" baseline="0">
                <a:solidFill>
                  <a:srgbClr val="000000"/>
                </a:solidFill>
                <a:effectLst/>
                <a:latin typeface="+mn-lt"/>
              </a:rPr>
              <a:t>Any unreleased services, features, functionality, or enhancements referenced in a Dayforce document, roadmap, blog, website, press release, or public statement that are not currently available are subject to change at Dayforce’s discretion and may not be delivered as planned or at all. Customers who purchase our applications should make their purchase decisions based upon features and functions that are currently available.</a:t>
            </a:r>
          </a:p>
        </p:txBody>
      </p:sp>
      <p:sp>
        <p:nvSpPr>
          <p:cNvPr id="2" name="TextBox 1">
            <a:extLst>
              <a:ext uri="{FF2B5EF4-FFF2-40B4-BE49-F238E27FC236}">
                <a16:creationId xmlns:a16="http://schemas.microsoft.com/office/drawing/2014/main" id="{4D04547D-227F-F87F-CC22-CC73F6FD2F3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25341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Header | Copy">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29CF7BA-78DA-A876-5396-1596FA81D4F7}"/>
              </a:ext>
            </a:extLst>
          </p:cNvPr>
          <p:cNvSpPr txBox="1"/>
          <p:nvPr userDrawn="1"/>
        </p:nvSpPr>
        <p:spPr>
          <a:xfrm>
            <a:off x="615041" y="603604"/>
            <a:ext cx="10220599" cy="590931"/>
          </a:xfrm>
          <a:prstGeom prst="rect">
            <a:avLst/>
          </a:prstGeom>
          <a:noFill/>
        </p:spPr>
        <p:txBody>
          <a:bodyPr wrap="square" lIns="0" tIns="0" rIns="0" bIns="0">
            <a:noAutofit/>
          </a:bodyPr>
          <a:lstStyle/>
          <a:p>
            <a:pPr marL="7938" indent="0" algn="l" defTabSz="914400" rtl="0" eaLnBrk="1" latinLnBrk="0" hangingPunct="1">
              <a:lnSpc>
                <a:spcPct val="90000"/>
              </a:lnSpc>
              <a:spcBef>
                <a:spcPct val="0"/>
              </a:spcBef>
              <a:buNone/>
              <a:tabLst/>
            </a:pPr>
            <a:r>
              <a:rPr lang="en-US" sz="3600" b="0" i="0" kern="1200">
                <a:solidFill>
                  <a:srgbClr val="000000"/>
                </a:solidFill>
                <a:latin typeface="+mj-lt"/>
                <a:ea typeface="+mj-ea"/>
                <a:cs typeface="+mj-cs"/>
              </a:rPr>
              <a:t>Classification of Information </a:t>
            </a:r>
          </a:p>
        </p:txBody>
      </p:sp>
      <p:sp>
        <p:nvSpPr>
          <p:cNvPr id="10" name="TextBox 9">
            <a:extLst>
              <a:ext uri="{FF2B5EF4-FFF2-40B4-BE49-F238E27FC236}">
                <a16:creationId xmlns:a16="http://schemas.microsoft.com/office/drawing/2014/main" id="{9C6331DC-4C57-79FA-2360-A12259E97E96}"/>
              </a:ext>
            </a:extLst>
          </p:cNvPr>
          <p:cNvSpPr txBox="1"/>
          <p:nvPr userDrawn="1"/>
        </p:nvSpPr>
        <p:spPr>
          <a:xfrm>
            <a:off x="615041" y="1449388"/>
            <a:ext cx="3042559" cy="4007983"/>
          </a:xfrm>
          <a:prstGeom prst="rect">
            <a:avLst/>
          </a:prstGeom>
          <a:noFill/>
        </p:spPr>
        <p:txBody>
          <a:bodyPr wrap="square" lIns="0" tIns="0" rIns="0" bIns="0">
            <a:noAutofit/>
          </a:bodyPr>
          <a:lstStyle/>
          <a:p>
            <a:pPr algn="l" defTabSz="914400" rtl="0" eaLnBrk="1" latinLnBrk="0" hangingPunct="1">
              <a:lnSpc>
                <a:spcPct val="100000"/>
              </a:lnSpc>
              <a:spcBef>
                <a:spcPts val="0"/>
              </a:spcBef>
              <a:spcAft>
                <a:spcPts val="600"/>
              </a:spcAft>
            </a:pPr>
            <a:r>
              <a:rPr lang="en-US" sz="1250" b="0" i="0" kern="1200">
                <a:solidFill>
                  <a:schemeClr val="tx1"/>
                </a:solidFill>
                <a:latin typeface="+mn-lt"/>
                <a:ea typeface="+mn-ea"/>
                <a:cs typeface="+mn-cs"/>
              </a:rPr>
              <a:t>Pursuant to Dayforce’s Classification of Information Cybersecurity Standard (the “Policy”), Dayforce must classify information to ensure that it receives an appropriate level of protection in accordance with its importance to the organization and the level of risk that its disclosure to unauthorized recipients would present, then must handle such information according to its classification. For reference, the full text of the Policy as updated from time to time can be found on Policy Central </a:t>
            </a:r>
            <a:r>
              <a:rPr lang="en-US" sz="1250" b="0" i="0" kern="1200">
                <a:solidFill>
                  <a:schemeClr val="tx2"/>
                </a:solidFill>
                <a:latin typeface="+mn-lt"/>
                <a:ea typeface="+mn-ea"/>
                <a:cs typeface="+mn-cs"/>
                <a:hlinkClick r:id="rId2">
                  <a:extLst>
                    <a:ext uri="{A12FA001-AC4F-418D-AE19-62706E023703}">
                      <ahyp:hlinkClr xmlns:ahyp="http://schemas.microsoft.com/office/drawing/2018/hyperlinkcolor" val="tx"/>
                    </a:ext>
                  </a:extLst>
                </a:hlinkClick>
              </a:rPr>
              <a:t>here</a:t>
            </a:r>
            <a:r>
              <a:rPr lang="en-US" sz="1250" b="0" i="0" u="none" kern="1200">
                <a:solidFill>
                  <a:schemeClr val="tx1"/>
                </a:solidFill>
                <a:latin typeface="+mn-lt"/>
                <a:ea typeface="+mn-ea"/>
                <a:cs typeface="+mn-cs"/>
              </a:rPr>
              <a:t>.</a:t>
            </a:r>
            <a:r>
              <a:rPr lang="en-US" sz="1250" b="0" i="0" kern="1200">
                <a:solidFill>
                  <a:schemeClr val="tx1"/>
                </a:solidFill>
                <a:latin typeface="+mn-lt"/>
                <a:ea typeface="+mn-ea"/>
                <a:cs typeface="+mn-cs"/>
              </a:rPr>
              <a:t> </a:t>
            </a:r>
          </a:p>
          <a:p>
            <a:pPr algn="l" defTabSz="914400" rtl="0" eaLnBrk="1" latinLnBrk="0" hangingPunct="1">
              <a:lnSpc>
                <a:spcPct val="100000"/>
              </a:lnSpc>
              <a:spcBef>
                <a:spcPts val="0"/>
              </a:spcBef>
              <a:spcAft>
                <a:spcPts val="600"/>
              </a:spcAft>
            </a:pPr>
            <a:r>
              <a:rPr lang="en-US" sz="1250" b="0" i="0" kern="1200">
                <a:solidFill>
                  <a:schemeClr val="tx1"/>
                </a:solidFill>
                <a:latin typeface="+mn-lt"/>
                <a:ea typeface="+mn-ea"/>
                <a:cs typeface="+mn-cs"/>
              </a:rPr>
              <a:t>The originator of the information must first determine its proper classification. </a:t>
            </a:r>
          </a:p>
          <a:p>
            <a:pPr algn="l" defTabSz="914400" rtl="0" eaLnBrk="1" latinLnBrk="0" hangingPunct="1">
              <a:lnSpc>
                <a:spcPct val="100000"/>
              </a:lnSpc>
              <a:spcBef>
                <a:spcPts val="0"/>
              </a:spcBef>
              <a:spcAft>
                <a:spcPts val="600"/>
              </a:spcAft>
            </a:pPr>
            <a:r>
              <a:rPr lang="en-US" sz="1250" b="0" i="0" kern="1200">
                <a:solidFill>
                  <a:schemeClr val="tx1"/>
                </a:solidFill>
                <a:latin typeface="+mn-lt"/>
                <a:ea typeface="+mn-ea"/>
                <a:cs typeface="+mn-cs"/>
              </a:rPr>
              <a:t>The classification of information may change over the information lifecycle. When this occurs, the information must then be labelled, on a go-forward basis, according to its updated classification. </a:t>
            </a:r>
          </a:p>
        </p:txBody>
      </p:sp>
      <p:sp>
        <p:nvSpPr>
          <p:cNvPr id="7" name="TextBox 6">
            <a:extLst>
              <a:ext uri="{FF2B5EF4-FFF2-40B4-BE49-F238E27FC236}">
                <a16:creationId xmlns:a16="http://schemas.microsoft.com/office/drawing/2014/main" id="{6FFDF595-6198-E4CF-E477-A13B08070908}"/>
              </a:ext>
            </a:extLst>
          </p:cNvPr>
          <p:cNvSpPr txBox="1"/>
          <p:nvPr userDrawn="1"/>
        </p:nvSpPr>
        <p:spPr>
          <a:xfrm>
            <a:off x="3962400" y="1449389"/>
            <a:ext cx="7645402" cy="4805008"/>
          </a:xfrm>
          <a:prstGeom prst="rect">
            <a:avLst/>
          </a:prstGeom>
          <a:noFill/>
        </p:spPr>
        <p:txBody>
          <a:bodyPr wrap="square" lIns="0" tIns="0" rIns="0" bIns="0">
            <a:noAutofit/>
          </a:bodyPr>
          <a:lstStyle/>
          <a:p>
            <a:pPr algn="l" defTabSz="914400" rtl="0" eaLnBrk="1" latinLnBrk="0" hangingPunct="1">
              <a:lnSpc>
                <a:spcPct val="100000"/>
              </a:lnSpc>
              <a:spcBef>
                <a:spcPts val="600"/>
              </a:spcBef>
              <a:spcAft>
                <a:spcPts val="600"/>
              </a:spcAft>
            </a:pPr>
            <a:r>
              <a:rPr lang="en-US" sz="1250" b="0" i="0" kern="1200">
                <a:solidFill>
                  <a:schemeClr val="tx1"/>
                </a:solidFill>
                <a:latin typeface="+mn-lt"/>
                <a:ea typeface="+mn-ea"/>
                <a:cs typeface="+mn-cs"/>
              </a:rPr>
              <a:t>Dayforce has established the following information classification definitions: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lang="en-US" sz="1250" b="1" i="0" kern="1200">
                <a:solidFill>
                  <a:schemeClr val="tx1"/>
                </a:solidFill>
                <a:latin typeface="+mj-lt"/>
                <a:ea typeface="+mn-ea"/>
                <a:cs typeface="+mn-cs"/>
              </a:rPr>
              <a:t>Level 1: Public. </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Applies to information that, if made publicly available, would not result in current or future loss to Dayforce. Such information can be shared with the public through authorized channels, such as official press releases, webcasts, corporate Internet sites, conference materials, and news articles.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kumimoji="0" lang="en-US" sz="1250" b="1" i="0" u="none" strike="noStrike" kern="1200" cap="none" spc="0" normalizeH="0" baseline="0">
                <a:ln>
                  <a:noFill/>
                </a:ln>
                <a:solidFill>
                  <a:schemeClr val="tx1"/>
                </a:solidFill>
                <a:effectLst/>
                <a:uFillTx/>
                <a:latin typeface="+mj-lt"/>
                <a:ea typeface="+mn-ea"/>
                <a:cs typeface="+mn-cs"/>
                <a:sym typeface="Helvetica Neue"/>
              </a:rPr>
              <a:t>Level 2: Internal.</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Applies to information that can be shared broadly within Dayforce, such as company benefits, organizational charts, employee discount and health programs, and workplace posters. By default, information that is not explicitly classified and labelled as “Confidential” or “Highly Confidential” should be treated as “Internal.”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kumimoji="0" lang="en-US" sz="1250" b="1" i="0" u="none" strike="noStrike" kern="1200" cap="none" spc="0" normalizeH="0" baseline="0">
                <a:ln>
                  <a:noFill/>
                </a:ln>
                <a:solidFill>
                  <a:schemeClr val="tx1"/>
                </a:solidFill>
                <a:effectLst/>
                <a:uFillTx/>
                <a:latin typeface="+mj-lt"/>
                <a:ea typeface="+mn-ea"/>
                <a:cs typeface="+mn-cs"/>
                <a:sym typeface="Helvetica Neue"/>
              </a:rPr>
              <a:t>Level 3: Confidential. </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Applies to information that cannot be disclosed externally or shared widely within Dayforce. Such information is for limited distribution to those who have a legitimate, proven need-to-know in order to perform their job responsibilities. Broad access to this information within or outside of Dayforce could cause harm to Dayforce, our clients, employees, or business partners.</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Examples of such information include strategic plans, customer or employee lists, IT network diagrams, security vulnerabilities, application code, attorney-client privileged communications, and Personal Information (as defined in the Policy) that is not considered to be sensitive.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kumimoji="0" lang="en-US" sz="1250" b="1" i="0" u="none" strike="noStrike" kern="1200" cap="none" spc="0" normalizeH="0" baseline="0">
                <a:ln>
                  <a:noFill/>
                </a:ln>
                <a:solidFill>
                  <a:schemeClr val="tx1"/>
                </a:solidFill>
                <a:effectLst/>
                <a:uFillTx/>
                <a:latin typeface="+mj-lt"/>
                <a:ea typeface="+mn-ea"/>
                <a:cs typeface="+mn-cs"/>
                <a:sym typeface="Helvetica Neue"/>
              </a:rPr>
              <a:t>Level 4: Highly Confidential. </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Information that is Dayforce’s most sensitive and of which disclosure to unauthorized parties could result in fines or financial liability, severe reputational harm, or could otherwise jeopardize Dayforce’s business future. Such information includes source codes for all Dayforce products, passwords, encryption keys, answers to secret questions, and Sensitive Personal Information (as defined in the Policy). </a:t>
            </a:r>
          </a:p>
        </p:txBody>
      </p:sp>
      <p:sp>
        <p:nvSpPr>
          <p:cNvPr id="2" name="TextBox 1">
            <a:extLst>
              <a:ext uri="{FF2B5EF4-FFF2-40B4-BE49-F238E27FC236}">
                <a16:creationId xmlns:a16="http://schemas.microsoft.com/office/drawing/2014/main" id="{EC80DBC1-9550-2A98-3292-38D3A05237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0290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_Slide_1">
    <p:bg>
      <p:bgPr>
        <a:solidFill>
          <a:schemeClr val="tx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F3E97286-7F1B-004D-02BF-9C66122A2AE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3 h 7421612"/>
              <a:gd name="connsiteX1" fmla="*/ 4343045 w 7421612"/>
              <a:gd name="connsiteY1" fmla="*/ 1090976 h 7421612"/>
              <a:gd name="connsiteX2" fmla="*/ 6703225 w 7421612"/>
              <a:gd name="connsiteY2" fmla="*/ 7011806 h 7421612"/>
              <a:gd name="connsiteX3" fmla="*/ 7421612 w 7421612"/>
              <a:gd name="connsiteY3" fmla="*/ 6725440 h 7421612"/>
              <a:gd name="connsiteX4" fmla="*/ 7421612 w 7421612"/>
              <a:gd name="connsiteY4" fmla="*/ 7421612 h 7421612"/>
              <a:gd name="connsiteX5" fmla="*/ 0 w 7421612"/>
              <a:gd name="connsiteY5" fmla="*/ 7421612 h 7421612"/>
              <a:gd name="connsiteX6" fmla="*/ 6931241 w 7421612"/>
              <a:gd name="connsiteY6" fmla="*/ 0 h 7421612"/>
              <a:gd name="connsiteX7" fmla="*/ 7421612 w 7421612"/>
              <a:gd name="connsiteY7" fmla="*/ 0 h 7421612"/>
              <a:gd name="connsiteX8" fmla="*/ 7421612 w 7421612"/>
              <a:gd name="connsiteY8" fmla="*/ 1230162 h 7421612"/>
              <a:gd name="connsiteX9" fmla="*/ 6207438 w 7421612"/>
              <a:gd name="connsiteY9" fmla="*/ 0 h 7421612"/>
              <a:gd name="connsiteX10" fmla="*/ 6244656 w 7421612"/>
              <a:gd name="connsiteY10" fmla="*/ 0 h 7421612"/>
              <a:gd name="connsiteX11" fmla="*/ 6212541 w 7421612"/>
              <a:gd name="connsiteY11" fmla="*/ 12802 h 7421612"/>
              <a:gd name="connsiteX12" fmla="*/ 0 w 7421612"/>
              <a:gd name="connsiteY12" fmla="*/ 0 h 7421612"/>
              <a:gd name="connsiteX13" fmla="*/ 851854 w 7421612"/>
              <a:gd name="connsiteY13" fmla="*/ 0 h 7421612"/>
              <a:gd name="connsiteX14" fmla="*/ 0 w 7421612"/>
              <a:gd name="connsiteY14" fmla="*/ 339569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3"/>
                </a:moveTo>
                <a:lnTo>
                  <a:pt x="4343045" y="1090976"/>
                </a:lnTo>
                <a:lnTo>
                  <a:pt x="6703225" y="7011806"/>
                </a:lnTo>
                <a:lnTo>
                  <a:pt x="7421612" y="6725440"/>
                </a:lnTo>
                <a:lnTo>
                  <a:pt x="7421612" y="7421612"/>
                </a:lnTo>
                <a:lnTo>
                  <a:pt x="0" y="7421612"/>
                </a:lnTo>
                <a:close/>
                <a:moveTo>
                  <a:pt x="6931241" y="0"/>
                </a:moveTo>
                <a:lnTo>
                  <a:pt x="7421612" y="0"/>
                </a:lnTo>
                <a:lnTo>
                  <a:pt x="7421612" y="1230162"/>
                </a:lnTo>
                <a:close/>
                <a:moveTo>
                  <a:pt x="6207438" y="0"/>
                </a:moveTo>
                <a:lnTo>
                  <a:pt x="6244656" y="0"/>
                </a:lnTo>
                <a:lnTo>
                  <a:pt x="6212541" y="12802"/>
                </a:lnTo>
                <a:close/>
                <a:moveTo>
                  <a:pt x="0" y="0"/>
                </a:moveTo>
                <a:lnTo>
                  <a:pt x="851854" y="0"/>
                </a:lnTo>
                <a:lnTo>
                  <a:pt x="0" y="339569"/>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a:noFill/>
        </p:spPr>
        <p:txBody>
          <a:bodyPr/>
          <a:lstStyle/>
          <a:p>
            <a:endParaRPr lang="en-US"/>
          </a:p>
        </p:txBody>
      </p:sp>
      <p:grpSp>
        <p:nvGrpSpPr>
          <p:cNvPr id="2" name="Group 1">
            <a:extLst>
              <a:ext uri="{FF2B5EF4-FFF2-40B4-BE49-F238E27FC236}">
                <a16:creationId xmlns:a16="http://schemas.microsoft.com/office/drawing/2014/main" id="{2E9516AE-C6F0-849E-789D-7569AFD2A0B0}"/>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E990280B-5A58-5D4E-421E-7FDBCA47C197}"/>
                </a:ext>
              </a:extLst>
            </p:cNvPr>
            <p:cNvSpPr>
              <a:spLocks noChangeAspect="1"/>
            </p:cNvSpPr>
            <p:nvPr/>
          </p:nvSpPr>
          <p:spPr>
            <a:xfrm>
              <a:off x="9819437" y="4815814"/>
              <a:ext cx="1609200" cy="1609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8D7F502A-30A6-006D-C5A4-B49A56EC1768}"/>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Text Placeholder 15">
            <a:extLst>
              <a:ext uri="{FF2B5EF4-FFF2-40B4-BE49-F238E27FC236}">
                <a16:creationId xmlns:a16="http://schemas.microsoft.com/office/drawing/2014/main" id="{E26F71A6-35C7-B1F9-9066-087A3B5BE82F}"/>
              </a:ext>
            </a:extLst>
          </p:cNvPr>
          <p:cNvSpPr>
            <a:spLocks noGrp="1"/>
          </p:cNvSpPr>
          <p:nvPr>
            <p:ph type="body" sz="quarter" idx="15" hasCustomPrompt="1"/>
          </p:nvPr>
        </p:nvSpPr>
        <p:spPr>
          <a:xfrm>
            <a:off x="9830011" y="4815814"/>
            <a:ext cx="1609200" cy="1609200"/>
          </a:xfrm>
          <a:blipFill>
            <a:blip r:embed="rId11">
              <a:extLst>
                <a:ext uri="{96DAC541-7B7A-43D3-8B79-37D633B846F1}">
                  <asvg:svgBlip xmlns:asvg="http://schemas.microsoft.com/office/drawing/2016/SVG/main" r:embed="rId12"/>
                </a:ext>
              </a:extLst>
            </a:blip>
            <a:stretch>
              <a:fillRect/>
            </a:stretch>
          </a:blipFill>
        </p:spPr>
        <p:txBody>
          <a:bodyPr/>
          <a:lstStyle>
            <a:lvl1pPr>
              <a:defRPr>
                <a:solidFill>
                  <a:schemeClr val="tx1">
                    <a:alpha val="0"/>
                  </a:schemeClr>
                </a:solidFill>
              </a:defRPr>
            </a:lvl1pPr>
          </a:lstStyle>
          <a:p>
            <a:pPr lvl="0"/>
            <a:r>
              <a:rPr lang="en-US"/>
              <a:t> </a:t>
            </a:r>
          </a:p>
        </p:txBody>
      </p:sp>
      <p:sp>
        <p:nvSpPr>
          <p:cNvPr id="12" name="TextBox 11">
            <a:extLst>
              <a:ext uri="{FF2B5EF4-FFF2-40B4-BE49-F238E27FC236}">
                <a16:creationId xmlns:a16="http://schemas.microsoft.com/office/drawing/2014/main" id="{3CABDA9B-DB37-3C07-C6E9-8505C1B3984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106986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_Slide_1">
    <p:bg>
      <p:bgPr>
        <a:solidFill>
          <a:schemeClr val="tx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2DF8158-3CA6-8792-530E-C50F54D7AAC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4 h 7421612"/>
              <a:gd name="connsiteX1" fmla="*/ 4343045 w 7421612"/>
              <a:gd name="connsiteY1" fmla="*/ 1090976 h 7421612"/>
              <a:gd name="connsiteX2" fmla="*/ 6700735 w 7421612"/>
              <a:gd name="connsiteY2" fmla="*/ 7005560 h 7421612"/>
              <a:gd name="connsiteX3" fmla="*/ 7421612 w 7421612"/>
              <a:gd name="connsiteY3" fmla="*/ 6718201 h 7421612"/>
              <a:gd name="connsiteX4" fmla="*/ 7421612 w 7421612"/>
              <a:gd name="connsiteY4" fmla="*/ 7421612 h 7421612"/>
              <a:gd name="connsiteX5" fmla="*/ 0 w 7421612"/>
              <a:gd name="connsiteY5" fmla="*/ 7421612 h 7421612"/>
              <a:gd name="connsiteX6" fmla="*/ 6996383 w 7421612"/>
              <a:gd name="connsiteY6" fmla="*/ 0 h 7421612"/>
              <a:gd name="connsiteX7" fmla="*/ 7421612 w 7421612"/>
              <a:gd name="connsiteY7" fmla="*/ 0 h 7421612"/>
              <a:gd name="connsiteX8" fmla="*/ 7421612 w 7421612"/>
              <a:gd name="connsiteY8" fmla="*/ 1066744 h 7421612"/>
              <a:gd name="connsiteX9" fmla="*/ 6402864 w 7421612"/>
              <a:gd name="connsiteY9" fmla="*/ 0 h 7421612"/>
              <a:gd name="connsiteX10" fmla="*/ 6408074 w 7421612"/>
              <a:gd name="connsiteY10" fmla="*/ 0 h 7421612"/>
              <a:gd name="connsiteX11" fmla="*/ 6403579 w 7421612"/>
              <a:gd name="connsiteY11" fmla="*/ 1792 h 7421612"/>
              <a:gd name="connsiteX12" fmla="*/ 0 w 7421612"/>
              <a:gd name="connsiteY12" fmla="*/ 0 h 7421612"/>
              <a:gd name="connsiteX13" fmla="*/ 1233166 w 7421612"/>
              <a:gd name="connsiteY13" fmla="*/ 0 h 7421612"/>
              <a:gd name="connsiteX14" fmla="*/ 0 w 7421612"/>
              <a:gd name="connsiteY14" fmla="*/ 491568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4"/>
                </a:moveTo>
                <a:lnTo>
                  <a:pt x="4343045" y="1090976"/>
                </a:lnTo>
                <a:lnTo>
                  <a:pt x="6700735" y="7005560"/>
                </a:lnTo>
                <a:lnTo>
                  <a:pt x="7421612" y="6718201"/>
                </a:lnTo>
                <a:lnTo>
                  <a:pt x="7421612" y="7421612"/>
                </a:lnTo>
                <a:lnTo>
                  <a:pt x="0" y="7421612"/>
                </a:lnTo>
                <a:close/>
                <a:moveTo>
                  <a:pt x="6996383" y="0"/>
                </a:moveTo>
                <a:lnTo>
                  <a:pt x="7421612" y="0"/>
                </a:lnTo>
                <a:lnTo>
                  <a:pt x="7421612" y="1066744"/>
                </a:lnTo>
                <a:close/>
                <a:moveTo>
                  <a:pt x="6402864" y="0"/>
                </a:moveTo>
                <a:lnTo>
                  <a:pt x="6408074" y="0"/>
                </a:lnTo>
                <a:lnTo>
                  <a:pt x="6403579" y="1792"/>
                </a:lnTo>
                <a:close/>
                <a:moveTo>
                  <a:pt x="0" y="0"/>
                </a:moveTo>
                <a:lnTo>
                  <a:pt x="1233166" y="0"/>
                </a:lnTo>
                <a:lnTo>
                  <a:pt x="0" y="491568"/>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16" name="Group 15">
            <a:extLst>
              <a:ext uri="{FF2B5EF4-FFF2-40B4-BE49-F238E27FC236}">
                <a16:creationId xmlns:a16="http://schemas.microsoft.com/office/drawing/2014/main" id="{C7DC354D-CB21-2F3B-DEA6-39388967E735}"/>
              </a:ext>
            </a:extLst>
          </p:cNvPr>
          <p:cNvGrpSpPr/>
          <p:nvPr userDrawn="1"/>
        </p:nvGrpSpPr>
        <p:grpSpPr>
          <a:xfrm>
            <a:off x="9819437" y="4815814"/>
            <a:ext cx="1609200" cy="1609200"/>
            <a:chOff x="9819437" y="4815814"/>
            <a:chExt cx="1609200" cy="1609200"/>
          </a:xfrm>
          <a:blipFill>
            <a:blip r:embed="rId11">
              <a:extLst>
                <a:ext uri="{96DAC541-7B7A-43D3-8B79-37D633B846F1}">
                  <asvg:svgBlip xmlns:asvg="http://schemas.microsoft.com/office/drawing/2016/SVG/main" r:embed="rId12"/>
                </a:ext>
              </a:extLst>
            </a:blip>
            <a:stretch>
              <a:fillRect/>
            </a:stretch>
          </a:blipFill>
        </p:grpSpPr>
        <p:sp>
          <p:nvSpPr>
            <p:cNvPr id="17" name="Oval 16">
              <a:extLst>
                <a:ext uri="{FF2B5EF4-FFF2-40B4-BE49-F238E27FC236}">
                  <a16:creationId xmlns:a16="http://schemas.microsoft.com/office/drawing/2014/main" id="{5567E165-A7C7-A627-EA17-1052BB81FC22}"/>
                </a:ext>
              </a:extLst>
            </p:cNvPr>
            <p:cNvSpPr>
              <a:spLocks noChangeAspect="1"/>
            </p:cNvSpPr>
            <p:nvPr/>
          </p:nvSpPr>
          <p:spPr>
            <a:xfrm>
              <a:off x="9819437" y="4815814"/>
              <a:ext cx="1609200" cy="1609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39783772-2C2B-1104-18A4-1425086B2B92}"/>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ext Placeholder 15">
            <a:extLst>
              <a:ext uri="{FF2B5EF4-FFF2-40B4-BE49-F238E27FC236}">
                <a16:creationId xmlns:a16="http://schemas.microsoft.com/office/drawing/2014/main" id="{68A0B679-42AA-AF96-7F0A-2D37C72D842E}"/>
              </a:ext>
            </a:extLst>
          </p:cNvPr>
          <p:cNvSpPr>
            <a:spLocks noGrp="1"/>
          </p:cNvSpPr>
          <p:nvPr>
            <p:ph type="body" sz="quarter" idx="15" hasCustomPrompt="1"/>
          </p:nvPr>
        </p:nvSpPr>
        <p:spPr>
          <a:xfrm>
            <a:off x="9819436" y="4813186"/>
            <a:ext cx="1609200" cy="1609200"/>
          </a:xfrm>
          <a:blipFill>
            <a:blip r:embed="rId13">
              <a:extLst>
                <a:ext uri="{96DAC541-7B7A-43D3-8B79-37D633B846F1}">
                  <asvg:svgBlip xmlns:asvg="http://schemas.microsoft.com/office/drawing/2016/SVG/main" r:embed="rId14"/>
                </a:ext>
              </a:extLst>
            </a:blip>
            <a:stretch>
              <a:fillRect/>
            </a:stretch>
          </a:blipFill>
        </p:spPr>
        <p:txBody>
          <a:bodyPr/>
          <a:lstStyle>
            <a:lvl1pPr>
              <a:defRPr>
                <a:solidFill>
                  <a:schemeClr val="tx1">
                    <a:alpha val="0"/>
                  </a:schemeClr>
                </a:solidFill>
              </a:defRPr>
            </a:lvl1pPr>
          </a:lstStyle>
          <a:p>
            <a:pPr lvl="0"/>
            <a:r>
              <a:rPr lang="en-US"/>
              <a:t> </a:t>
            </a:r>
          </a:p>
        </p:txBody>
      </p:sp>
      <p:sp>
        <p:nvSpPr>
          <p:cNvPr id="9" name="TextBox 8">
            <a:extLst>
              <a:ext uri="{FF2B5EF4-FFF2-40B4-BE49-F238E27FC236}">
                <a16:creationId xmlns:a16="http://schemas.microsoft.com/office/drawing/2014/main" id="{C1C6560A-EBD1-F1B3-1795-E69860CE93D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3230693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_Slide_1">
    <p:bg>
      <p:bgPr>
        <a:solidFill>
          <a:srgbClr val="CFF7FF"/>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F7BD706-27CB-7E6B-D582-827440282CA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4 h 7421612"/>
              <a:gd name="connsiteX1" fmla="*/ 4343045 w 7421612"/>
              <a:gd name="connsiteY1" fmla="*/ 1090976 h 7421612"/>
              <a:gd name="connsiteX2" fmla="*/ 6700735 w 7421612"/>
              <a:gd name="connsiteY2" fmla="*/ 7005560 h 7421612"/>
              <a:gd name="connsiteX3" fmla="*/ 7421612 w 7421612"/>
              <a:gd name="connsiteY3" fmla="*/ 6718201 h 7421612"/>
              <a:gd name="connsiteX4" fmla="*/ 7421612 w 7421612"/>
              <a:gd name="connsiteY4" fmla="*/ 7421612 h 7421612"/>
              <a:gd name="connsiteX5" fmla="*/ 0 w 7421612"/>
              <a:gd name="connsiteY5" fmla="*/ 7421612 h 7421612"/>
              <a:gd name="connsiteX6" fmla="*/ 6996383 w 7421612"/>
              <a:gd name="connsiteY6" fmla="*/ 0 h 7421612"/>
              <a:gd name="connsiteX7" fmla="*/ 7421612 w 7421612"/>
              <a:gd name="connsiteY7" fmla="*/ 0 h 7421612"/>
              <a:gd name="connsiteX8" fmla="*/ 7421612 w 7421612"/>
              <a:gd name="connsiteY8" fmla="*/ 1066744 h 7421612"/>
              <a:gd name="connsiteX9" fmla="*/ 6402864 w 7421612"/>
              <a:gd name="connsiteY9" fmla="*/ 0 h 7421612"/>
              <a:gd name="connsiteX10" fmla="*/ 6408074 w 7421612"/>
              <a:gd name="connsiteY10" fmla="*/ 0 h 7421612"/>
              <a:gd name="connsiteX11" fmla="*/ 6403579 w 7421612"/>
              <a:gd name="connsiteY11" fmla="*/ 1792 h 7421612"/>
              <a:gd name="connsiteX12" fmla="*/ 0 w 7421612"/>
              <a:gd name="connsiteY12" fmla="*/ 0 h 7421612"/>
              <a:gd name="connsiteX13" fmla="*/ 1233166 w 7421612"/>
              <a:gd name="connsiteY13" fmla="*/ 0 h 7421612"/>
              <a:gd name="connsiteX14" fmla="*/ 0 w 7421612"/>
              <a:gd name="connsiteY14" fmla="*/ 491568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4"/>
                </a:moveTo>
                <a:lnTo>
                  <a:pt x="4343045" y="1090976"/>
                </a:lnTo>
                <a:lnTo>
                  <a:pt x="6700735" y="7005560"/>
                </a:lnTo>
                <a:lnTo>
                  <a:pt x="7421612" y="6718201"/>
                </a:lnTo>
                <a:lnTo>
                  <a:pt x="7421612" y="7421612"/>
                </a:lnTo>
                <a:lnTo>
                  <a:pt x="0" y="7421612"/>
                </a:lnTo>
                <a:close/>
                <a:moveTo>
                  <a:pt x="6996383" y="0"/>
                </a:moveTo>
                <a:lnTo>
                  <a:pt x="7421612" y="0"/>
                </a:lnTo>
                <a:lnTo>
                  <a:pt x="7421612" y="1066744"/>
                </a:lnTo>
                <a:close/>
                <a:moveTo>
                  <a:pt x="6402864" y="0"/>
                </a:moveTo>
                <a:lnTo>
                  <a:pt x="6408074" y="0"/>
                </a:lnTo>
                <a:lnTo>
                  <a:pt x="6403579" y="1792"/>
                </a:lnTo>
                <a:close/>
                <a:moveTo>
                  <a:pt x="0" y="0"/>
                </a:moveTo>
                <a:lnTo>
                  <a:pt x="1233166" y="0"/>
                </a:lnTo>
                <a:lnTo>
                  <a:pt x="0" y="491568"/>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2" name="Group 1">
            <a:extLst>
              <a:ext uri="{FF2B5EF4-FFF2-40B4-BE49-F238E27FC236}">
                <a16:creationId xmlns:a16="http://schemas.microsoft.com/office/drawing/2014/main" id="{69DE1F1E-0135-5C46-8EF0-DBABC98F7CB8}"/>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208BB6A0-3809-A779-C7F3-A9E9024AA9B1}"/>
                </a:ext>
              </a:extLst>
            </p:cNvPr>
            <p:cNvSpPr>
              <a:spLocks noChangeAspect="1"/>
            </p:cNvSpPr>
            <p:nvPr/>
          </p:nvSpPr>
          <p:spPr>
            <a:xfrm>
              <a:off x="9819437" y="4815814"/>
              <a:ext cx="1609200" cy="1609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2423FA3F-4F74-AC48-97B1-BF209866359A}"/>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9" name="Text Placeholder 15">
            <a:extLst>
              <a:ext uri="{FF2B5EF4-FFF2-40B4-BE49-F238E27FC236}">
                <a16:creationId xmlns:a16="http://schemas.microsoft.com/office/drawing/2014/main" id="{6099861A-134D-0288-C210-61A70FBA1412}"/>
              </a:ext>
            </a:extLst>
          </p:cNvPr>
          <p:cNvSpPr>
            <a:spLocks noGrp="1"/>
          </p:cNvSpPr>
          <p:nvPr>
            <p:ph type="body" sz="quarter" idx="15" hasCustomPrompt="1"/>
          </p:nvPr>
        </p:nvSpPr>
        <p:spPr>
          <a:xfrm>
            <a:off x="9830011" y="4815814"/>
            <a:ext cx="1609200" cy="1609200"/>
          </a:xfrm>
          <a:blipFill>
            <a:blip r:embed="rId11">
              <a:extLst>
                <a:ext uri="{96DAC541-7B7A-43D3-8B79-37D633B846F1}">
                  <asvg:svgBlip xmlns:asvg="http://schemas.microsoft.com/office/drawing/2016/SVG/main" r:embed="rId12"/>
                </a:ext>
              </a:extLst>
            </a:blip>
            <a:stretch>
              <a:fillRect/>
            </a:stretch>
          </a:blipFill>
        </p:spPr>
        <p:txBody>
          <a:bodyPr/>
          <a:lstStyle>
            <a:lvl1pPr>
              <a:defRPr>
                <a:solidFill>
                  <a:schemeClr val="tx1">
                    <a:alpha val="0"/>
                  </a:schemeClr>
                </a:solidFill>
              </a:defRPr>
            </a:lvl1pPr>
          </a:lstStyle>
          <a:p>
            <a:pPr lvl="0"/>
            <a:r>
              <a:rPr lang="en-US"/>
              <a:t> </a:t>
            </a:r>
          </a:p>
        </p:txBody>
      </p:sp>
      <p:sp>
        <p:nvSpPr>
          <p:cNvPr id="10" name="Text Placeholder 15">
            <a:extLst>
              <a:ext uri="{FF2B5EF4-FFF2-40B4-BE49-F238E27FC236}">
                <a16:creationId xmlns:a16="http://schemas.microsoft.com/office/drawing/2014/main" id="{A618F021-EA42-B6DA-3039-2EC0376E6FCF}"/>
              </a:ext>
            </a:extLst>
          </p:cNvPr>
          <p:cNvSpPr>
            <a:spLocks noGrp="1"/>
          </p:cNvSpPr>
          <p:nvPr>
            <p:ph type="body" sz="quarter" idx="16" hasCustomPrompt="1"/>
          </p:nvPr>
        </p:nvSpPr>
        <p:spPr>
          <a:xfrm>
            <a:off x="9819436" y="4815814"/>
            <a:ext cx="1609200" cy="1609200"/>
          </a:xfrm>
          <a:blipFill>
            <a:blip r:embed="rId11">
              <a:extLst>
                <a:ext uri="{96DAC541-7B7A-43D3-8B79-37D633B846F1}">
                  <asvg:svgBlip xmlns:asvg="http://schemas.microsoft.com/office/drawing/2016/SVG/main" r:embed="rId12"/>
                </a:ext>
              </a:extLst>
            </a:blip>
            <a:stretch>
              <a:fillRect/>
            </a:stretch>
          </a:blipFill>
        </p:spPr>
        <p:txBody>
          <a:bodyPr/>
          <a:lstStyle>
            <a:lvl1pPr>
              <a:defRPr>
                <a:solidFill>
                  <a:schemeClr val="tx1">
                    <a:alpha val="0"/>
                  </a:schemeClr>
                </a:solidFill>
              </a:defRPr>
            </a:lvl1pPr>
          </a:lstStyle>
          <a:p>
            <a:pPr lvl="0"/>
            <a:r>
              <a:rPr lang="en-US"/>
              <a:t> </a:t>
            </a:r>
          </a:p>
        </p:txBody>
      </p:sp>
      <p:sp>
        <p:nvSpPr>
          <p:cNvPr id="15" name="TextBox 14">
            <a:extLst>
              <a:ext uri="{FF2B5EF4-FFF2-40B4-BE49-F238E27FC236}">
                <a16:creationId xmlns:a16="http://schemas.microsoft.com/office/drawing/2014/main" id="{5EE0901B-9B4B-E7A6-7337-BEFAC8FAE1B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23851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_Slide_1">
    <p:bg>
      <p:bgPr>
        <a:solidFill>
          <a:srgbClr val="DEF3FF"/>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1EC9E08-E9A2-8482-BE9B-3F6BA7973B3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3 h 7421612"/>
              <a:gd name="connsiteX1" fmla="*/ 4343045 w 7421612"/>
              <a:gd name="connsiteY1" fmla="*/ 1090976 h 7421612"/>
              <a:gd name="connsiteX2" fmla="*/ 6700735 w 7421612"/>
              <a:gd name="connsiteY2" fmla="*/ 7005560 h 7421612"/>
              <a:gd name="connsiteX3" fmla="*/ 7421612 w 7421612"/>
              <a:gd name="connsiteY3" fmla="*/ 6718201 h 7421612"/>
              <a:gd name="connsiteX4" fmla="*/ 7421612 w 7421612"/>
              <a:gd name="connsiteY4" fmla="*/ 7421612 h 7421612"/>
              <a:gd name="connsiteX5" fmla="*/ 0 w 7421612"/>
              <a:gd name="connsiteY5" fmla="*/ 7421612 h 7421612"/>
              <a:gd name="connsiteX6" fmla="*/ 6996383 w 7421612"/>
              <a:gd name="connsiteY6" fmla="*/ 0 h 7421612"/>
              <a:gd name="connsiteX7" fmla="*/ 7421612 w 7421612"/>
              <a:gd name="connsiteY7" fmla="*/ 0 h 7421612"/>
              <a:gd name="connsiteX8" fmla="*/ 7421612 w 7421612"/>
              <a:gd name="connsiteY8" fmla="*/ 1066744 h 7421612"/>
              <a:gd name="connsiteX9" fmla="*/ 6402864 w 7421612"/>
              <a:gd name="connsiteY9" fmla="*/ 0 h 7421612"/>
              <a:gd name="connsiteX10" fmla="*/ 6408074 w 7421612"/>
              <a:gd name="connsiteY10" fmla="*/ 0 h 7421612"/>
              <a:gd name="connsiteX11" fmla="*/ 6403579 w 7421612"/>
              <a:gd name="connsiteY11" fmla="*/ 1792 h 7421612"/>
              <a:gd name="connsiteX12" fmla="*/ 0 w 7421612"/>
              <a:gd name="connsiteY12" fmla="*/ 0 h 7421612"/>
              <a:gd name="connsiteX13" fmla="*/ 1233166 w 7421612"/>
              <a:gd name="connsiteY13" fmla="*/ 0 h 7421612"/>
              <a:gd name="connsiteX14" fmla="*/ 0 w 7421612"/>
              <a:gd name="connsiteY14" fmla="*/ 491568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3"/>
                </a:moveTo>
                <a:lnTo>
                  <a:pt x="4343045" y="1090976"/>
                </a:lnTo>
                <a:lnTo>
                  <a:pt x="6700735" y="7005560"/>
                </a:lnTo>
                <a:lnTo>
                  <a:pt x="7421612" y="6718201"/>
                </a:lnTo>
                <a:lnTo>
                  <a:pt x="7421612" y="7421612"/>
                </a:lnTo>
                <a:lnTo>
                  <a:pt x="0" y="7421612"/>
                </a:lnTo>
                <a:close/>
                <a:moveTo>
                  <a:pt x="6996383" y="0"/>
                </a:moveTo>
                <a:lnTo>
                  <a:pt x="7421612" y="0"/>
                </a:lnTo>
                <a:lnTo>
                  <a:pt x="7421612" y="1066744"/>
                </a:lnTo>
                <a:close/>
                <a:moveTo>
                  <a:pt x="6402864" y="0"/>
                </a:moveTo>
                <a:lnTo>
                  <a:pt x="6408074" y="0"/>
                </a:lnTo>
                <a:lnTo>
                  <a:pt x="6403579" y="1792"/>
                </a:lnTo>
                <a:close/>
                <a:moveTo>
                  <a:pt x="0" y="0"/>
                </a:moveTo>
                <a:lnTo>
                  <a:pt x="1233166" y="0"/>
                </a:lnTo>
                <a:lnTo>
                  <a:pt x="0" y="491568"/>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2" name="Group 1">
            <a:extLst>
              <a:ext uri="{FF2B5EF4-FFF2-40B4-BE49-F238E27FC236}">
                <a16:creationId xmlns:a16="http://schemas.microsoft.com/office/drawing/2014/main" id="{EB0864D8-3350-F716-35BC-DE003E1F78C2}"/>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1E0503AF-4CDB-312C-3CE5-89D761812969}"/>
                </a:ext>
              </a:extLst>
            </p:cNvPr>
            <p:cNvSpPr>
              <a:spLocks noChangeAspect="1"/>
            </p:cNvSpPr>
            <p:nvPr/>
          </p:nvSpPr>
          <p:spPr>
            <a:xfrm>
              <a:off x="9819437" y="4815814"/>
              <a:ext cx="1609200" cy="1609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607FCFCE-5851-A1EB-DA04-1D0110BE48D1}"/>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B6D9D24F-3D8C-204C-E0E1-2A4A52F729AB}"/>
              </a:ext>
            </a:extLst>
          </p:cNvPr>
          <p:cNvGrpSpPr/>
          <p:nvPr userDrawn="1"/>
        </p:nvGrpSpPr>
        <p:grpSpPr>
          <a:xfrm>
            <a:off x="9819436" y="4815814"/>
            <a:ext cx="1609200" cy="1609200"/>
            <a:chOff x="9819437" y="4815814"/>
            <a:chExt cx="1609200" cy="1609200"/>
          </a:xfrm>
          <a:blipFill>
            <a:blip r:embed="rId11">
              <a:extLst>
                <a:ext uri="{96DAC541-7B7A-43D3-8B79-37D633B846F1}">
                  <asvg:svgBlip xmlns:asvg="http://schemas.microsoft.com/office/drawing/2016/SVG/main" r:embed="rId12"/>
                </a:ext>
              </a:extLst>
            </a:blip>
            <a:stretch>
              <a:fillRect/>
            </a:stretch>
          </a:blipFill>
        </p:grpSpPr>
        <p:sp>
          <p:nvSpPr>
            <p:cNvPr id="10" name="Oval 9">
              <a:extLst>
                <a:ext uri="{FF2B5EF4-FFF2-40B4-BE49-F238E27FC236}">
                  <a16:creationId xmlns:a16="http://schemas.microsoft.com/office/drawing/2014/main" id="{02F744C3-EC46-4197-0A2A-8A1D5AE98914}"/>
                </a:ext>
              </a:extLst>
            </p:cNvPr>
            <p:cNvSpPr>
              <a:spLocks noChangeAspect="1"/>
            </p:cNvSpPr>
            <p:nvPr/>
          </p:nvSpPr>
          <p:spPr>
            <a:xfrm>
              <a:off x="9819437" y="4815814"/>
              <a:ext cx="1609200" cy="1609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41C26E8-99D5-B9FB-E5D0-F1D3FF5A5FDA}"/>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5" name="TextBox 14">
            <a:extLst>
              <a:ext uri="{FF2B5EF4-FFF2-40B4-BE49-F238E27FC236}">
                <a16:creationId xmlns:a16="http://schemas.microsoft.com/office/drawing/2014/main" id="{9783933E-0D72-22B2-A916-768359691EC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68960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Title_Slide_1">
    <p:bg>
      <p:bgPr>
        <a:solidFill>
          <a:srgbClr val="DEF3FF"/>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B92A3194-0136-5B44-9A24-59C53F74689C}"/>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17081" y="-1504587"/>
            <a:ext cx="7421612" cy="7421612"/>
          </a:xfrm>
          <a:custGeom>
            <a:avLst/>
            <a:gdLst>
              <a:gd name="connsiteX0" fmla="*/ 0 w 7421612"/>
              <a:gd name="connsiteY0" fmla="*/ 2814975 h 7421612"/>
              <a:gd name="connsiteX1" fmla="*/ 4346802 w 7421612"/>
              <a:gd name="connsiteY1" fmla="*/ 1082240 h 7421612"/>
              <a:gd name="connsiteX2" fmla="*/ 6704491 w 7421612"/>
              <a:gd name="connsiteY2" fmla="*/ 6996824 h 7421612"/>
              <a:gd name="connsiteX3" fmla="*/ 7421612 w 7421612"/>
              <a:gd name="connsiteY3" fmla="*/ 6710963 h 7421612"/>
              <a:gd name="connsiteX4" fmla="*/ 7421612 w 7421612"/>
              <a:gd name="connsiteY4" fmla="*/ 7421612 h 7421612"/>
              <a:gd name="connsiteX5" fmla="*/ 0 w 7421612"/>
              <a:gd name="connsiteY5" fmla="*/ 7421612 h 7421612"/>
              <a:gd name="connsiteX6" fmla="*/ 7003622 w 7421612"/>
              <a:gd name="connsiteY6" fmla="*/ 0 h 7421612"/>
              <a:gd name="connsiteX7" fmla="*/ 7421612 w 7421612"/>
              <a:gd name="connsiteY7" fmla="*/ 0 h 7421612"/>
              <a:gd name="connsiteX8" fmla="*/ 7421612 w 7421612"/>
              <a:gd name="connsiteY8" fmla="*/ 1048585 h 7421612"/>
              <a:gd name="connsiteX9" fmla="*/ 0 w 7421612"/>
              <a:gd name="connsiteY9" fmla="*/ 0 h 7421612"/>
              <a:gd name="connsiteX10" fmla="*/ 1215007 w 7421612"/>
              <a:gd name="connsiteY10" fmla="*/ 0 h 7421612"/>
              <a:gd name="connsiteX11" fmla="*/ 0 w 7421612"/>
              <a:gd name="connsiteY11" fmla="*/ 484330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612" h="7421612">
                <a:moveTo>
                  <a:pt x="0" y="2814975"/>
                </a:moveTo>
                <a:lnTo>
                  <a:pt x="4346802" y="1082240"/>
                </a:lnTo>
                <a:lnTo>
                  <a:pt x="6704491" y="6996824"/>
                </a:lnTo>
                <a:lnTo>
                  <a:pt x="7421612" y="6710963"/>
                </a:lnTo>
                <a:lnTo>
                  <a:pt x="7421612" y="7421612"/>
                </a:lnTo>
                <a:lnTo>
                  <a:pt x="0" y="7421612"/>
                </a:lnTo>
                <a:close/>
                <a:moveTo>
                  <a:pt x="7003622" y="0"/>
                </a:moveTo>
                <a:lnTo>
                  <a:pt x="7421612" y="0"/>
                </a:lnTo>
                <a:lnTo>
                  <a:pt x="7421612" y="1048585"/>
                </a:lnTo>
                <a:close/>
                <a:moveTo>
                  <a:pt x="0" y="0"/>
                </a:moveTo>
                <a:lnTo>
                  <a:pt x="1215007" y="0"/>
                </a:lnTo>
                <a:lnTo>
                  <a:pt x="0" y="484330"/>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2" name="Group 1">
            <a:extLst>
              <a:ext uri="{FF2B5EF4-FFF2-40B4-BE49-F238E27FC236}">
                <a16:creationId xmlns:a16="http://schemas.microsoft.com/office/drawing/2014/main" id="{51A3C819-DB53-4B49-B0C1-4685D38821C6}"/>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C1A4D3EA-6EB7-0D2B-D318-F0F8234E532C}"/>
                </a:ext>
              </a:extLst>
            </p:cNvPr>
            <p:cNvSpPr>
              <a:spLocks noChangeAspect="1"/>
            </p:cNvSpPr>
            <p:nvPr/>
          </p:nvSpPr>
          <p:spPr>
            <a:xfrm>
              <a:off x="9819437" y="4815814"/>
              <a:ext cx="1609200" cy="1609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BE8834E6-AF5A-2E05-210B-267B56899C80}"/>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F04DBABE-8CFB-C573-85B5-11E2F31E9802}"/>
              </a:ext>
            </a:extLst>
          </p:cNvPr>
          <p:cNvGrpSpPr/>
          <p:nvPr userDrawn="1"/>
        </p:nvGrpSpPr>
        <p:grpSpPr>
          <a:xfrm>
            <a:off x="9815005" y="4815814"/>
            <a:ext cx="1609200" cy="1609200"/>
            <a:chOff x="9819437" y="4815814"/>
            <a:chExt cx="1609200" cy="1609200"/>
          </a:xfrm>
        </p:grpSpPr>
        <p:sp>
          <p:nvSpPr>
            <p:cNvPr id="10" name="Oval 9">
              <a:extLst>
                <a:ext uri="{FF2B5EF4-FFF2-40B4-BE49-F238E27FC236}">
                  <a16:creationId xmlns:a16="http://schemas.microsoft.com/office/drawing/2014/main" id="{C49A7DA3-346B-C033-29B0-3388BC796098}"/>
                </a:ext>
              </a:extLst>
            </p:cNvPr>
            <p:cNvSpPr>
              <a:spLocks noChangeAspect="1"/>
            </p:cNvSpPr>
            <p:nvPr/>
          </p:nvSpPr>
          <p:spPr>
            <a:xfrm>
              <a:off x="9819437" y="4815814"/>
              <a:ext cx="1609200" cy="1609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6C40BC3-CFA0-69AB-6EE1-A69F69D3FFE5}"/>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5" name="TextBox 14">
            <a:extLst>
              <a:ext uri="{FF2B5EF4-FFF2-40B4-BE49-F238E27FC236}">
                <a16:creationId xmlns:a16="http://schemas.microsoft.com/office/drawing/2014/main" id="{88CE78C8-B124-B556-C8D9-883F6A687D7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417391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_Slide_3">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18D0686-9A7F-9CF6-D927-47A6C41DD8F8}"/>
              </a:ext>
            </a:extLst>
          </p:cNvPr>
          <p:cNvGrpSpPr/>
          <p:nvPr userDrawn="1"/>
        </p:nvGrpSpPr>
        <p:grpSpPr>
          <a:xfrm>
            <a:off x="-1110393" y="-540859"/>
            <a:ext cx="10880364" cy="11456870"/>
            <a:chOff x="-1110393" y="-540859"/>
            <a:chExt cx="10880364" cy="11456870"/>
          </a:xfrm>
        </p:grpSpPr>
        <p:pic>
          <p:nvPicPr>
            <p:cNvPr id="13" name="Graphic 12">
              <a:extLst>
                <a:ext uri="{FF2B5EF4-FFF2-40B4-BE49-F238E27FC236}">
                  <a16:creationId xmlns:a16="http://schemas.microsoft.com/office/drawing/2014/main" id="{F1C28DD0-F919-1061-7581-F5A44EAF884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3752422">
              <a:off x="-1110394" y="-540858"/>
              <a:ext cx="9984195" cy="9984194"/>
            </a:xfrm>
            <a:custGeom>
              <a:avLst/>
              <a:gdLst>
                <a:gd name="connsiteX0" fmla="*/ 9948364 w 9984195"/>
                <a:gd name="connsiteY0" fmla="*/ 9984194 h 9984194"/>
                <a:gd name="connsiteX1" fmla="*/ 9984195 w 9984195"/>
                <a:gd name="connsiteY1" fmla="*/ 9915245 h 9984194"/>
                <a:gd name="connsiteX2" fmla="*/ 9984195 w 9984195"/>
                <a:gd name="connsiteY2" fmla="*/ 9984194 h 9984194"/>
                <a:gd name="connsiteX3" fmla="*/ 0 w 9984195"/>
                <a:gd name="connsiteY3" fmla="*/ 4945318 h 9984194"/>
                <a:gd name="connsiteX4" fmla="*/ 2569943 w 9984195"/>
                <a:gd name="connsiteY4" fmla="*/ 0 h 9984194"/>
                <a:gd name="connsiteX5" fmla="*/ 9984194 w 9984195"/>
                <a:gd name="connsiteY5" fmla="*/ 0 h 9984194"/>
                <a:gd name="connsiteX6" fmla="*/ 9984194 w 9984195"/>
                <a:gd name="connsiteY6" fmla="*/ 616073 h 9984194"/>
                <a:gd name="connsiteX7" fmla="*/ 5342210 w 9984195"/>
                <a:gd name="connsiteY7" fmla="*/ 9548600 h 9984194"/>
                <a:gd name="connsiteX8" fmla="*/ 0 w 9984195"/>
                <a:gd name="connsiteY8" fmla="*/ 6772403 h 998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84195" h="9984194">
                  <a:moveTo>
                    <a:pt x="9948364" y="9984194"/>
                  </a:moveTo>
                  <a:lnTo>
                    <a:pt x="9984195" y="9915245"/>
                  </a:lnTo>
                  <a:lnTo>
                    <a:pt x="9984195" y="9984194"/>
                  </a:lnTo>
                  <a:close/>
                  <a:moveTo>
                    <a:pt x="0" y="4945318"/>
                  </a:moveTo>
                  <a:lnTo>
                    <a:pt x="2569943" y="0"/>
                  </a:lnTo>
                  <a:lnTo>
                    <a:pt x="9984194" y="0"/>
                  </a:lnTo>
                  <a:lnTo>
                    <a:pt x="9984194" y="616073"/>
                  </a:lnTo>
                  <a:lnTo>
                    <a:pt x="5342210" y="9548600"/>
                  </a:lnTo>
                  <a:lnTo>
                    <a:pt x="0" y="6772403"/>
                  </a:lnTo>
                  <a:close/>
                </a:path>
              </a:pathLst>
            </a:custGeom>
          </p:spPr>
        </p:pic>
        <p:pic>
          <p:nvPicPr>
            <p:cNvPr id="21" name="Graphic 20">
              <a:extLst>
                <a:ext uri="{FF2B5EF4-FFF2-40B4-BE49-F238E27FC236}">
                  <a16:creationId xmlns:a16="http://schemas.microsoft.com/office/drawing/2014/main" id="{4308D0F8-7BFF-5B3C-7D47-941ECE8410C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906"/>
            <a:stretch>
              <a:fillRect/>
            </a:stretch>
          </p:blipFill>
          <p:spPr>
            <a:xfrm rot="303486">
              <a:off x="-480615" y="466245"/>
              <a:ext cx="10250586" cy="10449766"/>
            </a:xfrm>
            <a:custGeom>
              <a:avLst/>
              <a:gdLst>
                <a:gd name="connsiteX0" fmla="*/ 8022353 w 10250586"/>
                <a:gd name="connsiteY0" fmla="*/ 10449766 h 10449766"/>
                <a:gd name="connsiteX1" fmla="*/ 10250585 w 10250586"/>
                <a:gd name="connsiteY1" fmla="*/ 10252544 h 10449766"/>
                <a:gd name="connsiteX2" fmla="*/ 10250585 w 10250586"/>
                <a:gd name="connsiteY2" fmla="*/ 10449766 h 10449766"/>
                <a:gd name="connsiteX3" fmla="*/ 0 w 10250586"/>
                <a:gd name="connsiteY3" fmla="*/ 0 h 10449766"/>
                <a:gd name="connsiteX4" fmla="*/ 10250585 w 10250586"/>
                <a:gd name="connsiteY4" fmla="*/ 0 h 10449766"/>
                <a:gd name="connsiteX5" fmla="*/ 10250586 w 10250586"/>
                <a:gd name="connsiteY5" fmla="*/ 5947712 h 10449766"/>
                <a:gd name="connsiteX6" fmla="*/ 602023 w 10250586"/>
                <a:gd name="connsiteY6" fmla="*/ 6801712 h 104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50586" h="10449766">
                  <a:moveTo>
                    <a:pt x="8022353" y="10449766"/>
                  </a:moveTo>
                  <a:lnTo>
                    <a:pt x="10250585" y="10252544"/>
                  </a:lnTo>
                  <a:lnTo>
                    <a:pt x="10250585" y="10449766"/>
                  </a:lnTo>
                  <a:close/>
                  <a:moveTo>
                    <a:pt x="0" y="0"/>
                  </a:moveTo>
                  <a:lnTo>
                    <a:pt x="10250585" y="0"/>
                  </a:lnTo>
                  <a:lnTo>
                    <a:pt x="10250586" y="5947712"/>
                  </a:lnTo>
                  <a:lnTo>
                    <a:pt x="602023" y="6801712"/>
                  </a:lnTo>
                  <a:close/>
                </a:path>
              </a:pathLst>
            </a:custGeom>
          </p:spPr>
        </p:pic>
        <p:sp>
          <p:nvSpPr>
            <p:cNvPr id="25" name="Freeform 24">
              <a:extLst>
                <a:ext uri="{FF2B5EF4-FFF2-40B4-BE49-F238E27FC236}">
                  <a16:creationId xmlns:a16="http://schemas.microsoft.com/office/drawing/2014/main" id="{F3E8F80A-446E-176B-AB12-34FE8BAD946F}"/>
                </a:ext>
              </a:extLst>
            </p:cNvPr>
            <p:cNvSpPr/>
            <p:nvPr/>
          </p:nvSpPr>
          <p:spPr>
            <a:xfrm rot="303486">
              <a:off x="-111025" y="517700"/>
              <a:ext cx="9520099" cy="6743623"/>
            </a:xfrm>
            <a:custGeom>
              <a:avLst/>
              <a:gdLst>
                <a:gd name="connsiteX0" fmla="*/ 3680704 w 9520099"/>
                <a:gd name="connsiteY0" fmla="*/ 48420 h 6743623"/>
                <a:gd name="connsiteX1" fmla="*/ 7080259 w 9520099"/>
                <a:gd name="connsiteY1" fmla="*/ 178311 h 6743623"/>
                <a:gd name="connsiteX2" fmla="*/ 7368407 w 9520099"/>
                <a:gd name="connsiteY2" fmla="*/ 234445 h 6743623"/>
                <a:gd name="connsiteX3" fmla="*/ 7412400 w 9520099"/>
                <a:gd name="connsiteY3" fmla="*/ 245048 h 6743623"/>
                <a:gd name="connsiteX4" fmla="*/ 7586423 w 9520099"/>
                <a:gd name="connsiteY4" fmla="*/ 456363 h 6743623"/>
                <a:gd name="connsiteX5" fmla="*/ 9227824 w 9520099"/>
                <a:gd name="connsiteY5" fmla="*/ 3261949 h 6743623"/>
                <a:gd name="connsiteX6" fmla="*/ 9085863 w 9520099"/>
                <a:gd name="connsiteY6" fmla="*/ 5884248 h 6743623"/>
                <a:gd name="connsiteX7" fmla="*/ 9018231 w 9520099"/>
                <a:gd name="connsiteY7" fmla="*/ 5980048 h 6743623"/>
                <a:gd name="connsiteX8" fmla="*/ 391293 w 9520099"/>
                <a:gd name="connsiteY8" fmla="*/ 6743623 h 6743623"/>
                <a:gd name="connsiteX9" fmla="*/ 0 w 9520099"/>
                <a:gd name="connsiteY9" fmla="*/ 2322760 h 6743623"/>
                <a:gd name="connsiteX10" fmla="*/ 115780 w 9520099"/>
                <a:gd name="connsiteY10" fmla="*/ 2036517 h 6743623"/>
                <a:gd name="connsiteX11" fmla="*/ 588633 w 9520099"/>
                <a:gd name="connsiteY11" fmla="*/ 1292718 h 6743623"/>
                <a:gd name="connsiteX12" fmla="*/ 3680704 w 9520099"/>
                <a:gd name="connsiteY12" fmla="*/ 48420 h 674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0099" h="6743623">
                  <a:moveTo>
                    <a:pt x="3680704" y="48420"/>
                  </a:moveTo>
                  <a:cubicBezTo>
                    <a:pt x="5214764" y="-95916"/>
                    <a:pt x="6724510" y="123121"/>
                    <a:pt x="7080259" y="178311"/>
                  </a:cubicBezTo>
                  <a:cubicBezTo>
                    <a:pt x="7168821" y="193956"/>
                    <a:pt x="7265693" y="211736"/>
                    <a:pt x="7368407" y="234445"/>
                  </a:cubicBezTo>
                  <a:lnTo>
                    <a:pt x="7412400" y="245048"/>
                  </a:lnTo>
                  <a:lnTo>
                    <a:pt x="7586423" y="456363"/>
                  </a:lnTo>
                  <a:cubicBezTo>
                    <a:pt x="8490617" y="1618157"/>
                    <a:pt x="9089570" y="2946992"/>
                    <a:pt x="9227824" y="3261949"/>
                  </a:cubicBezTo>
                  <a:cubicBezTo>
                    <a:pt x="9457993" y="3817653"/>
                    <a:pt x="9813025" y="4755183"/>
                    <a:pt x="9085863" y="5884248"/>
                  </a:cubicBezTo>
                  <a:lnTo>
                    <a:pt x="9018231" y="5980048"/>
                  </a:lnTo>
                  <a:lnTo>
                    <a:pt x="391293" y="6743623"/>
                  </a:lnTo>
                  <a:lnTo>
                    <a:pt x="0" y="2322760"/>
                  </a:lnTo>
                  <a:lnTo>
                    <a:pt x="115780" y="2036517"/>
                  </a:lnTo>
                  <a:cubicBezTo>
                    <a:pt x="242585" y="1756060"/>
                    <a:pt x="398790" y="1504441"/>
                    <a:pt x="588633" y="1292718"/>
                  </a:cubicBezTo>
                  <a:cubicBezTo>
                    <a:pt x="1279682" y="492760"/>
                    <a:pt x="2487546" y="160681"/>
                    <a:pt x="3680704" y="48420"/>
                  </a:cubicBezTo>
                  <a:close/>
                </a:path>
              </a:pathLst>
            </a:custGeom>
            <a:solidFill>
              <a:schemeClr val="bg1"/>
            </a:solidFill>
            <a:ln w="53653" cap="flat">
              <a:noFill/>
              <a:prstDash val="solid"/>
              <a:miter/>
            </a:ln>
          </p:spPr>
          <p:txBody>
            <a:bodyPr wrap="square" rtlCol="0" anchor="ctr">
              <a:noAutofit/>
            </a:bodyPr>
            <a:lstStyle/>
            <a:p>
              <a:endParaRPr lang="en-US"/>
            </a:p>
          </p:txBody>
        </p:sp>
      </p:grpSp>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userDrawn="1">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userDrawn="1">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userDrawn="1">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8" name="TextBox 7">
            <a:extLst>
              <a:ext uri="{FF2B5EF4-FFF2-40B4-BE49-F238E27FC236}">
                <a16:creationId xmlns:a16="http://schemas.microsoft.com/office/drawing/2014/main" id="{B63E1474-9CFE-C304-38C3-2D11F6E2146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305870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Slide_3">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18D0686-9A7F-9CF6-D927-47A6C41DD8F8}"/>
              </a:ext>
            </a:extLst>
          </p:cNvPr>
          <p:cNvGrpSpPr/>
          <p:nvPr userDrawn="1"/>
        </p:nvGrpSpPr>
        <p:grpSpPr>
          <a:xfrm>
            <a:off x="-1110393" y="-540859"/>
            <a:ext cx="10880364" cy="11456870"/>
            <a:chOff x="-1110393" y="-540859"/>
            <a:chExt cx="10880364" cy="11456870"/>
          </a:xfrm>
        </p:grpSpPr>
        <p:pic>
          <p:nvPicPr>
            <p:cNvPr id="13" name="Graphic 12">
              <a:extLst>
                <a:ext uri="{FF2B5EF4-FFF2-40B4-BE49-F238E27FC236}">
                  <a16:creationId xmlns:a16="http://schemas.microsoft.com/office/drawing/2014/main" id="{F1C28DD0-F919-1061-7581-F5A44EAF884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3752422">
              <a:off x="-1110394" y="-540858"/>
              <a:ext cx="9984195" cy="9984194"/>
            </a:xfrm>
            <a:custGeom>
              <a:avLst/>
              <a:gdLst>
                <a:gd name="connsiteX0" fmla="*/ 9948364 w 9984195"/>
                <a:gd name="connsiteY0" fmla="*/ 9984194 h 9984194"/>
                <a:gd name="connsiteX1" fmla="*/ 9984195 w 9984195"/>
                <a:gd name="connsiteY1" fmla="*/ 9915245 h 9984194"/>
                <a:gd name="connsiteX2" fmla="*/ 9984195 w 9984195"/>
                <a:gd name="connsiteY2" fmla="*/ 9984194 h 9984194"/>
                <a:gd name="connsiteX3" fmla="*/ 0 w 9984195"/>
                <a:gd name="connsiteY3" fmla="*/ 4945318 h 9984194"/>
                <a:gd name="connsiteX4" fmla="*/ 2569943 w 9984195"/>
                <a:gd name="connsiteY4" fmla="*/ 0 h 9984194"/>
                <a:gd name="connsiteX5" fmla="*/ 9984194 w 9984195"/>
                <a:gd name="connsiteY5" fmla="*/ 0 h 9984194"/>
                <a:gd name="connsiteX6" fmla="*/ 9984194 w 9984195"/>
                <a:gd name="connsiteY6" fmla="*/ 616073 h 9984194"/>
                <a:gd name="connsiteX7" fmla="*/ 5342210 w 9984195"/>
                <a:gd name="connsiteY7" fmla="*/ 9548600 h 9984194"/>
                <a:gd name="connsiteX8" fmla="*/ 0 w 9984195"/>
                <a:gd name="connsiteY8" fmla="*/ 6772403 h 998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84195" h="9984194">
                  <a:moveTo>
                    <a:pt x="9948364" y="9984194"/>
                  </a:moveTo>
                  <a:lnTo>
                    <a:pt x="9984195" y="9915245"/>
                  </a:lnTo>
                  <a:lnTo>
                    <a:pt x="9984195" y="9984194"/>
                  </a:lnTo>
                  <a:close/>
                  <a:moveTo>
                    <a:pt x="0" y="4945318"/>
                  </a:moveTo>
                  <a:lnTo>
                    <a:pt x="2569943" y="0"/>
                  </a:lnTo>
                  <a:lnTo>
                    <a:pt x="9984194" y="0"/>
                  </a:lnTo>
                  <a:lnTo>
                    <a:pt x="9984194" y="616073"/>
                  </a:lnTo>
                  <a:lnTo>
                    <a:pt x="5342210" y="9548600"/>
                  </a:lnTo>
                  <a:lnTo>
                    <a:pt x="0" y="6772403"/>
                  </a:lnTo>
                  <a:close/>
                </a:path>
              </a:pathLst>
            </a:custGeom>
          </p:spPr>
        </p:pic>
        <p:pic>
          <p:nvPicPr>
            <p:cNvPr id="21" name="Graphic 20">
              <a:extLst>
                <a:ext uri="{FF2B5EF4-FFF2-40B4-BE49-F238E27FC236}">
                  <a16:creationId xmlns:a16="http://schemas.microsoft.com/office/drawing/2014/main" id="{4308D0F8-7BFF-5B3C-7D47-941ECE8410C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906"/>
            <a:stretch>
              <a:fillRect/>
            </a:stretch>
          </p:blipFill>
          <p:spPr>
            <a:xfrm rot="303486">
              <a:off x="-480615" y="466245"/>
              <a:ext cx="10250586" cy="10449766"/>
            </a:xfrm>
            <a:custGeom>
              <a:avLst/>
              <a:gdLst>
                <a:gd name="connsiteX0" fmla="*/ 8022353 w 10250586"/>
                <a:gd name="connsiteY0" fmla="*/ 10449766 h 10449766"/>
                <a:gd name="connsiteX1" fmla="*/ 10250585 w 10250586"/>
                <a:gd name="connsiteY1" fmla="*/ 10252544 h 10449766"/>
                <a:gd name="connsiteX2" fmla="*/ 10250585 w 10250586"/>
                <a:gd name="connsiteY2" fmla="*/ 10449766 h 10449766"/>
                <a:gd name="connsiteX3" fmla="*/ 0 w 10250586"/>
                <a:gd name="connsiteY3" fmla="*/ 0 h 10449766"/>
                <a:gd name="connsiteX4" fmla="*/ 10250585 w 10250586"/>
                <a:gd name="connsiteY4" fmla="*/ 0 h 10449766"/>
                <a:gd name="connsiteX5" fmla="*/ 10250586 w 10250586"/>
                <a:gd name="connsiteY5" fmla="*/ 5947712 h 10449766"/>
                <a:gd name="connsiteX6" fmla="*/ 602023 w 10250586"/>
                <a:gd name="connsiteY6" fmla="*/ 6801712 h 104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50586" h="10449766">
                  <a:moveTo>
                    <a:pt x="8022353" y="10449766"/>
                  </a:moveTo>
                  <a:lnTo>
                    <a:pt x="10250585" y="10252544"/>
                  </a:lnTo>
                  <a:lnTo>
                    <a:pt x="10250585" y="10449766"/>
                  </a:lnTo>
                  <a:close/>
                  <a:moveTo>
                    <a:pt x="0" y="0"/>
                  </a:moveTo>
                  <a:lnTo>
                    <a:pt x="10250585" y="0"/>
                  </a:lnTo>
                  <a:lnTo>
                    <a:pt x="10250586" y="5947712"/>
                  </a:lnTo>
                  <a:lnTo>
                    <a:pt x="602023" y="6801712"/>
                  </a:lnTo>
                  <a:close/>
                </a:path>
              </a:pathLst>
            </a:custGeom>
          </p:spPr>
        </p:pic>
        <p:sp>
          <p:nvSpPr>
            <p:cNvPr id="25" name="Freeform 24">
              <a:extLst>
                <a:ext uri="{FF2B5EF4-FFF2-40B4-BE49-F238E27FC236}">
                  <a16:creationId xmlns:a16="http://schemas.microsoft.com/office/drawing/2014/main" id="{F3E8F80A-446E-176B-AB12-34FE8BAD946F}"/>
                </a:ext>
              </a:extLst>
            </p:cNvPr>
            <p:cNvSpPr/>
            <p:nvPr/>
          </p:nvSpPr>
          <p:spPr>
            <a:xfrm rot="303486">
              <a:off x="-111025" y="517700"/>
              <a:ext cx="9520099" cy="6743623"/>
            </a:xfrm>
            <a:custGeom>
              <a:avLst/>
              <a:gdLst>
                <a:gd name="connsiteX0" fmla="*/ 3680704 w 9520099"/>
                <a:gd name="connsiteY0" fmla="*/ 48420 h 6743623"/>
                <a:gd name="connsiteX1" fmla="*/ 7080259 w 9520099"/>
                <a:gd name="connsiteY1" fmla="*/ 178311 h 6743623"/>
                <a:gd name="connsiteX2" fmla="*/ 7368407 w 9520099"/>
                <a:gd name="connsiteY2" fmla="*/ 234445 h 6743623"/>
                <a:gd name="connsiteX3" fmla="*/ 7412400 w 9520099"/>
                <a:gd name="connsiteY3" fmla="*/ 245048 h 6743623"/>
                <a:gd name="connsiteX4" fmla="*/ 7586423 w 9520099"/>
                <a:gd name="connsiteY4" fmla="*/ 456363 h 6743623"/>
                <a:gd name="connsiteX5" fmla="*/ 9227824 w 9520099"/>
                <a:gd name="connsiteY5" fmla="*/ 3261949 h 6743623"/>
                <a:gd name="connsiteX6" fmla="*/ 9085863 w 9520099"/>
                <a:gd name="connsiteY6" fmla="*/ 5884248 h 6743623"/>
                <a:gd name="connsiteX7" fmla="*/ 9018231 w 9520099"/>
                <a:gd name="connsiteY7" fmla="*/ 5980048 h 6743623"/>
                <a:gd name="connsiteX8" fmla="*/ 391293 w 9520099"/>
                <a:gd name="connsiteY8" fmla="*/ 6743623 h 6743623"/>
                <a:gd name="connsiteX9" fmla="*/ 0 w 9520099"/>
                <a:gd name="connsiteY9" fmla="*/ 2322760 h 6743623"/>
                <a:gd name="connsiteX10" fmla="*/ 115780 w 9520099"/>
                <a:gd name="connsiteY10" fmla="*/ 2036517 h 6743623"/>
                <a:gd name="connsiteX11" fmla="*/ 588633 w 9520099"/>
                <a:gd name="connsiteY11" fmla="*/ 1292718 h 6743623"/>
                <a:gd name="connsiteX12" fmla="*/ 3680704 w 9520099"/>
                <a:gd name="connsiteY12" fmla="*/ 48420 h 674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0099" h="6743623">
                  <a:moveTo>
                    <a:pt x="3680704" y="48420"/>
                  </a:moveTo>
                  <a:cubicBezTo>
                    <a:pt x="5214764" y="-95916"/>
                    <a:pt x="6724510" y="123121"/>
                    <a:pt x="7080259" y="178311"/>
                  </a:cubicBezTo>
                  <a:cubicBezTo>
                    <a:pt x="7168821" y="193956"/>
                    <a:pt x="7265693" y="211736"/>
                    <a:pt x="7368407" y="234445"/>
                  </a:cubicBezTo>
                  <a:lnTo>
                    <a:pt x="7412400" y="245048"/>
                  </a:lnTo>
                  <a:lnTo>
                    <a:pt x="7586423" y="456363"/>
                  </a:lnTo>
                  <a:cubicBezTo>
                    <a:pt x="8490617" y="1618157"/>
                    <a:pt x="9089570" y="2946992"/>
                    <a:pt x="9227824" y="3261949"/>
                  </a:cubicBezTo>
                  <a:cubicBezTo>
                    <a:pt x="9457993" y="3817653"/>
                    <a:pt x="9813025" y="4755183"/>
                    <a:pt x="9085863" y="5884248"/>
                  </a:cubicBezTo>
                  <a:lnTo>
                    <a:pt x="9018231" y="5980048"/>
                  </a:lnTo>
                  <a:lnTo>
                    <a:pt x="391293" y="6743623"/>
                  </a:lnTo>
                  <a:lnTo>
                    <a:pt x="0" y="2322760"/>
                  </a:lnTo>
                  <a:lnTo>
                    <a:pt x="115780" y="2036517"/>
                  </a:lnTo>
                  <a:cubicBezTo>
                    <a:pt x="242585" y="1756060"/>
                    <a:pt x="398790" y="1504441"/>
                    <a:pt x="588633" y="1292718"/>
                  </a:cubicBezTo>
                  <a:cubicBezTo>
                    <a:pt x="1279682" y="492760"/>
                    <a:pt x="2487546" y="160681"/>
                    <a:pt x="3680704" y="48420"/>
                  </a:cubicBezTo>
                  <a:close/>
                </a:path>
              </a:pathLst>
            </a:custGeom>
            <a:solidFill>
              <a:srgbClr val="9EF5EF"/>
            </a:solidFill>
            <a:ln w="53653" cap="flat">
              <a:noFill/>
              <a:prstDash val="solid"/>
              <a:miter/>
            </a:ln>
          </p:spPr>
          <p:txBody>
            <a:bodyPr wrap="square" rtlCol="0" anchor="ctr">
              <a:noAutofit/>
            </a:bodyPr>
            <a:lstStyle/>
            <a:p>
              <a:endParaRPr lang="en-US"/>
            </a:p>
          </p:txBody>
        </p:sp>
      </p:grpSp>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userDrawn="1">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userDrawn="1">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userDrawn="1">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 name="TextBox 1">
            <a:extLst>
              <a:ext uri="{FF2B5EF4-FFF2-40B4-BE49-F238E27FC236}">
                <a16:creationId xmlns:a16="http://schemas.microsoft.com/office/drawing/2014/main" id="{D5F3409D-E57F-A30B-E60A-68EB6803DC5D}"/>
              </a:ext>
            </a:extLst>
          </p:cNvPr>
          <p:cNvSpPr txBox="1"/>
          <p:nvPr userDrawn="1"/>
        </p:nvSpPr>
        <p:spPr>
          <a:xfrm>
            <a:off x="595743" y="6280658"/>
            <a:ext cx="2589909" cy="230832"/>
          </a:xfrm>
          <a:prstGeom prst="rect">
            <a:avLst/>
          </a:prstGeom>
          <a:noFill/>
        </p:spPr>
        <p:txBody>
          <a:bodyPr wrap="square" lIns="0" tIns="0" rIns="0" bIns="0" rtlCol="0" anchor="b" anchorCtr="0">
            <a:noAutofit/>
          </a:bodyPr>
          <a:lstStyle/>
          <a:p>
            <a:pPr algn="l"/>
            <a:r>
              <a:rPr lang="en-US" sz="800" b="0" dirty="0">
                <a:solidFill>
                  <a:schemeClr val="tx1"/>
                </a:solidFill>
                <a:latin typeface="Clarika Grotesque" pitchFamily="2" charset="77"/>
              </a:rPr>
              <a:t>© Dayforce</a:t>
            </a:r>
          </a:p>
        </p:txBody>
      </p:sp>
      <p:sp>
        <p:nvSpPr>
          <p:cNvPr id="4" name="TextBox 3">
            <a:extLst>
              <a:ext uri="{FF2B5EF4-FFF2-40B4-BE49-F238E27FC236}">
                <a16:creationId xmlns:a16="http://schemas.microsoft.com/office/drawing/2014/main" id="{B32ACE17-6E22-1C96-1567-872CD8DD2E7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85206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_Slide_4">
    <p:bg>
      <p:bgPr>
        <a:solidFill>
          <a:schemeClr val="tx2"/>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64B28CD-1C80-3834-8073-C42E09415CF9}"/>
              </a:ext>
            </a:extLst>
          </p:cNvPr>
          <p:cNvGrpSpPr/>
          <p:nvPr userDrawn="1"/>
        </p:nvGrpSpPr>
        <p:grpSpPr>
          <a:xfrm>
            <a:off x="7143321" y="0"/>
            <a:ext cx="5048678" cy="6335689"/>
            <a:chOff x="7143321" y="0"/>
            <a:chExt cx="5048678" cy="6335689"/>
          </a:xfrm>
        </p:grpSpPr>
        <p:sp>
          <p:nvSpPr>
            <p:cNvPr id="17" name="Freeform 16">
              <a:extLst>
                <a:ext uri="{FF2B5EF4-FFF2-40B4-BE49-F238E27FC236}">
                  <a16:creationId xmlns:a16="http://schemas.microsoft.com/office/drawing/2014/main" id="{DE59AEBE-AB2C-1A81-20D0-360FE01D3D45}"/>
                </a:ext>
              </a:extLst>
            </p:cNvPr>
            <p:cNvSpPr/>
            <p:nvPr userDrawn="1"/>
          </p:nvSpPr>
          <p:spPr>
            <a:xfrm rot="5400000">
              <a:off x="6991376" y="1135067"/>
              <a:ext cx="6335689" cy="4065556"/>
            </a:xfrm>
            <a:custGeom>
              <a:avLst/>
              <a:gdLst>
                <a:gd name="connsiteX0" fmla="*/ 0 w 6335689"/>
                <a:gd name="connsiteY0" fmla="*/ 3705213 h 4065556"/>
                <a:gd name="connsiteX1" fmla="*/ 0 w 6335689"/>
                <a:gd name="connsiteY1" fmla="*/ 0 h 4065556"/>
                <a:gd name="connsiteX2" fmla="*/ 6331170 w 6335689"/>
                <a:gd name="connsiteY2" fmla="*/ 0 h 4065556"/>
                <a:gd name="connsiteX3" fmla="*/ 6335280 w 6335689"/>
                <a:gd name="connsiteY3" fmla="*/ 146340 h 4065556"/>
                <a:gd name="connsiteX4" fmla="*/ 6166175 w 6335689"/>
                <a:gd name="connsiteY4" fmla="*/ 1665583 h 4065556"/>
                <a:gd name="connsiteX5" fmla="*/ 3664069 w 6335689"/>
                <a:gd name="connsiteY5" fmla="*/ 3973737 h 4065556"/>
                <a:gd name="connsiteX6" fmla="*/ 3641084 w 6335689"/>
                <a:gd name="connsiteY6" fmla="*/ 3976394 h 4065556"/>
                <a:gd name="connsiteX7" fmla="*/ 3641083 w 6335689"/>
                <a:gd name="connsiteY7" fmla="*/ 3976395 h 4065556"/>
                <a:gd name="connsiteX8" fmla="*/ 3481093 w 6335689"/>
                <a:gd name="connsiteY8" fmla="*/ 3994894 h 4065556"/>
                <a:gd name="connsiteX9" fmla="*/ 2427187 w 6335689"/>
                <a:gd name="connsiteY9" fmla="*/ 4065494 h 4065556"/>
                <a:gd name="connsiteX10" fmla="*/ 94193 w 6335689"/>
                <a:gd name="connsiteY10"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5689" h="4065556">
                  <a:moveTo>
                    <a:pt x="0" y="3705213"/>
                  </a:moveTo>
                  <a:lnTo>
                    <a:pt x="0" y="0"/>
                  </a:lnTo>
                  <a:lnTo>
                    <a:pt x="6331170" y="0"/>
                  </a:lnTo>
                  <a:lnTo>
                    <a:pt x="6335280" y="146340"/>
                  </a:lnTo>
                  <a:cubicBezTo>
                    <a:pt x="6341157" y="674049"/>
                    <a:pt x="6283791" y="1174864"/>
                    <a:pt x="6166175" y="1665583"/>
                  </a:cubicBezTo>
                  <a:cubicBezTo>
                    <a:pt x="5785780" y="3252431"/>
                    <a:pt x="5212007" y="3778045"/>
                    <a:pt x="3664069" y="3973737"/>
                  </a:cubicBezTo>
                  <a:lnTo>
                    <a:pt x="3641084" y="3976394"/>
                  </a:lnTo>
                  <a:lnTo>
                    <a:pt x="3641083" y="3976395"/>
                  </a:lnTo>
                  <a:lnTo>
                    <a:pt x="3481093" y="3994894"/>
                  </a:lnTo>
                  <a:cubicBezTo>
                    <a:pt x="3168779" y="4027855"/>
                    <a:pt x="2819328" y="4049655"/>
                    <a:pt x="2427187" y="4065494"/>
                  </a:cubicBezTo>
                  <a:cubicBezTo>
                    <a:pt x="1395053" y="4068354"/>
                    <a:pt x="647680" y="3973083"/>
                    <a:pt x="94193" y="3748701"/>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9" name="Freeform 8">
              <a:extLst>
                <a:ext uri="{FF2B5EF4-FFF2-40B4-BE49-F238E27FC236}">
                  <a16:creationId xmlns:a16="http://schemas.microsoft.com/office/drawing/2014/main" id="{C61674E2-03DA-8396-B0AC-9269471DB26A}"/>
                </a:ext>
              </a:extLst>
            </p:cNvPr>
            <p:cNvSpPr/>
            <p:nvPr userDrawn="1"/>
          </p:nvSpPr>
          <p:spPr>
            <a:xfrm rot="5400000">
              <a:off x="6738640" y="404681"/>
              <a:ext cx="5858040" cy="5048678"/>
            </a:xfrm>
            <a:custGeom>
              <a:avLst/>
              <a:gdLst>
                <a:gd name="connsiteX0" fmla="*/ 0 w 5858040"/>
                <a:gd name="connsiteY0" fmla="*/ 4823926 h 5048678"/>
                <a:gd name="connsiteX1" fmla="*/ 0 w 5858040"/>
                <a:gd name="connsiteY1" fmla="*/ 0 h 5048678"/>
                <a:gd name="connsiteX2" fmla="*/ 5636169 w 5858040"/>
                <a:gd name="connsiteY2" fmla="*/ 0 h 5048678"/>
                <a:gd name="connsiteX3" fmla="*/ 5682365 w 5858040"/>
                <a:gd name="connsiteY3" fmla="*/ 144997 h 5048678"/>
                <a:gd name="connsiteX4" fmla="*/ 3823454 w 5858040"/>
                <a:gd name="connsiteY4" fmla="*/ 3849003 h 5048678"/>
                <a:gd name="connsiteX5" fmla="*/ 3641084 w 5858040"/>
                <a:gd name="connsiteY5" fmla="*/ 3976396 h 5048678"/>
                <a:gd name="connsiteX6" fmla="*/ 3641082 w 5858040"/>
                <a:gd name="connsiteY6" fmla="*/ 3976396 h 5048678"/>
                <a:gd name="connsiteX7" fmla="*/ 3627175 w 5858040"/>
                <a:gd name="connsiteY7" fmla="*/ 3986111 h 5048678"/>
                <a:gd name="connsiteX8" fmla="*/ 210697 w 5858040"/>
                <a:gd name="connsiteY8" fmla="*/ 4914539 h 504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5048678">
                  <a:moveTo>
                    <a:pt x="0" y="4823926"/>
                  </a:moveTo>
                  <a:lnTo>
                    <a:pt x="0" y="0"/>
                  </a:lnTo>
                  <a:lnTo>
                    <a:pt x="5636169" y="0"/>
                  </a:lnTo>
                  <a:lnTo>
                    <a:pt x="5682365" y="144997"/>
                  </a:lnTo>
                  <a:cubicBezTo>
                    <a:pt x="6167977" y="1807444"/>
                    <a:pt x="5677816" y="2541113"/>
                    <a:pt x="3823454" y="3849003"/>
                  </a:cubicBezTo>
                  <a:lnTo>
                    <a:pt x="3641084" y="3976396"/>
                  </a:lnTo>
                  <a:lnTo>
                    <a:pt x="3641082" y="3976396"/>
                  </a:lnTo>
                  <a:lnTo>
                    <a:pt x="3627175" y="3986111"/>
                  </a:lnTo>
                  <a:cubicBezTo>
                    <a:pt x="2077408" y="4975042"/>
                    <a:pt x="1101432" y="5245242"/>
                    <a:pt x="210697" y="4914539"/>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14" name="Freeform 13">
              <a:extLst>
                <a:ext uri="{FF2B5EF4-FFF2-40B4-BE49-F238E27FC236}">
                  <a16:creationId xmlns:a16="http://schemas.microsoft.com/office/drawing/2014/main" id="{D07A6B3B-C4E0-13D2-8F43-6060A54663F5}"/>
                </a:ext>
              </a:extLst>
            </p:cNvPr>
            <p:cNvSpPr/>
            <p:nvPr userDrawn="1"/>
          </p:nvSpPr>
          <p:spPr>
            <a:xfrm rot="5400000">
              <a:off x="7230200" y="896242"/>
              <a:ext cx="5858040" cy="4065556"/>
            </a:xfrm>
            <a:custGeom>
              <a:avLst/>
              <a:gdLst>
                <a:gd name="connsiteX0" fmla="*/ 0 w 5858040"/>
                <a:gd name="connsiteY0" fmla="*/ 3705213 h 4065556"/>
                <a:gd name="connsiteX1" fmla="*/ 0 w 5858040"/>
                <a:gd name="connsiteY1" fmla="*/ 0 h 4065556"/>
                <a:gd name="connsiteX2" fmla="*/ 5636170 w 5858040"/>
                <a:gd name="connsiteY2" fmla="*/ 0 h 4065556"/>
                <a:gd name="connsiteX3" fmla="*/ 5682365 w 5858040"/>
                <a:gd name="connsiteY3" fmla="*/ 144995 h 4065556"/>
                <a:gd name="connsiteX4" fmla="*/ 3823454 w 5858040"/>
                <a:gd name="connsiteY4" fmla="*/ 3849002 h 4065556"/>
                <a:gd name="connsiteX5" fmla="*/ 3641084 w 5858040"/>
                <a:gd name="connsiteY5" fmla="*/ 3976395 h 4065556"/>
                <a:gd name="connsiteX6" fmla="*/ 3481094 w 5858040"/>
                <a:gd name="connsiteY6" fmla="*/ 3994894 h 4065556"/>
                <a:gd name="connsiteX7" fmla="*/ 2427189 w 5858040"/>
                <a:gd name="connsiteY7" fmla="*/ 4065494 h 4065556"/>
                <a:gd name="connsiteX8" fmla="*/ 94194 w 5858040"/>
                <a:gd name="connsiteY8"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4065556">
                  <a:moveTo>
                    <a:pt x="0" y="3705213"/>
                  </a:moveTo>
                  <a:lnTo>
                    <a:pt x="0" y="0"/>
                  </a:lnTo>
                  <a:lnTo>
                    <a:pt x="5636170" y="0"/>
                  </a:lnTo>
                  <a:lnTo>
                    <a:pt x="5682365" y="144995"/>
                  </a:lnTo>
                  <a:cubicBezTo>
                    <a:pt x="6167977" y="1807443"/>
                    <a:pt x="5677816" y="2541112"/>
                    <a:pt x="3823454" y="3849002"/>
                  </a:cubicBezTo>
                  <a:lnTo>
                    <a:pt x="3641084" y="3976395"/>
                  </a:lnTo>
                  <a:lnTo>
                    <a:pt x="3481094" y="3994894"/>
                  </a:lnTo>
                  <a:cubicBezTo>
                    <a:pt x="3168781" y="4027855"/>
                    <a:pt x="2819330" y="4049655"/>
                    <a:pt x="2427189" y="4065494"/>
                  </a:cubicBezTo>
                  <a:cubicBezTo>
                    <a:pt x="1395054" y="4068354"/>
                    <a:pt x="647681" y="3973083"/>
                    <a:pt x="94194" y="3748701"/>
                  </a:cubicBezTo>
                  <a:close/>
                </a:path>
              </a:pathLst>
            </a:custGeom>
            <a:solidFill>
              <a:schemeClr val="accent1"/>
            </a:solidFill>
            <a:ln w="41377" cap="flat">
              <a:noFill/>
              <a:prstDash val="solid"/>
              <a:miter/>
            </a:ln>
          </p:spPr>
          <p:txBody>
            <a:bodyPr wrap="square" rtlCol="0" anchor="ctr">
              <a:noAutofit/>
            </a:bodyPr>
            <a:lstStyle/>
            <a:p>
              <a:endParaRPr lang="en-US"/>
            </a:p>
          </p:txBody>
        </p:sp>
      </p:grpSp>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3" name="TextBox 2">
            <a:extLst>
              <a:ext uri="{FF2B5EF4-FFF2-40B4-BE49-F238E27FC236}">
                <a16:creationId xmlns:a16="http://schemas.microsoft.com/office/drawing/2014/main" id="{030F0B71-65E1-3867-9919-D567BC2082C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100093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xternal_Co_Partner_Title_Slide">
    <p:bg>
      <p:bgPr>
        <a:solidFill>
          <a:schemeClr val="tx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F3E97286-7F1B-004D-02BF-9C66122A2AE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3 h 7421612"/>
              <a:gd name="connsiteX1" fmla="*/ 4343045 w 7421612"/>
              <a:gd name="connsiteY1" fmla="*/ 1090976 h 7421612"/>
              <a:gd name="connsiteX2" fmla="*/ 6703225 w 7421612"/>
              <a:gd name="connsiteY2" fmla="*/ 7011806 h 7421612"/>
              <a:gd name="connsiteX3" fmla="*/ 7421612 w 7421612"/>
              <a:gd name="connsiteY3" fmla="*/ 6725440 h 7421612"/>
              <a:gd name="connsiteX4" fmla="*/ 7421612 w 7421612"/>
              <a:gd name="connsiteY4" fmla="*/ 7421612 h 7421612"/>
              <a:gd name="connsiteX5" fmla="*/ 0 w 7421612"/>
              <a:gd name="connsiteY5" fmla="*/ 7421612 h 7421612"/>
              <a:gd name="connsiteX6" fmla="*/ 6931241 w 7421612"/>
              <a:gd name="connsiteY6" fmla="*/ 0 h 7421612"/>
              <a:gd name="connsiteX7" fmla="*/ 7421612 w 7421612"/>
              <a:gd name="connsiteY7" fmla="*/ 0 h 7421612"/>
              <a:gd name="connsiteX8" fmla="*/ 7421612 w 7421612"/>
              <a:gd name="connsiteY8" fmla="*/ 1230162 h 7421612"/>
              <a:gd name="connsiteX9" fmla="*/ 6207438 w 7421612"/>
              <a:gd name="connsiteY9" fmla="*/ 0 h 7421612"/>
              <a:gd name="connsiteX10" fmla="*/ 6244656 w 7421612"/>
              <a:gd name="connsiteY10" fmla="*/ 0 h 7421612"/>
              <a:gd name="connsiteX11" fmla="*/ 6212541 w 7421612"/>
              <a:gd name="connsiteY11" fmla="*/ 12802 h 7421612"/>
              <a:gd name="connsiteX12" fmla="*/ 0 w 7421612"/>
              <a:gd name="connsiteY12" fmla="*/ 0 h 7421612"/>
              <a:gd name="connsiteX13" fmla="*/ 851854 w 7421612"/>
              <a:gd name="connsiteY13" fmla="*/ 0 h 7421612"/>
              <a:gd name="connsiteX14" fmla="*/ 0 w 7421612"/>
              <a:gd name="connsiteY14" fmla="*/ 339569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3"/>
                </a:moveTo>
                <a:lnTo>
                  <a:pt x="4343045" y="1090976"/>
                </a:lnTo>
                <a:lnTo>
                  <a:pt x="6703225" y="7011806"/>
                </a:lnTo>
                <a:lnTo>
                  <a:pt x="7421612" y="6725440"/>
                </a:lnTo>
                <a:lnTo>
                  <a:pt x="7421612" y="7421612"/>
                </a:lnTo>
                <a:lnTo>
                  <a:pt x="0" y="7421612"/>
                </a:lnTo>
                <a:close/>
                <a:moveTo>
                  <a:pt x="6931241" y="0"/>
                </a:moveTo>
                <a:lnTo>
                  <a:pt x="7421612" y="0"/>
                </a:lnTo>
                <a:lnTo>
                  <a:pt x="7421612" y="1230162"/>
                </a:lnTo>
                <a:close/>
                <a:moveTo>
                  <a:pt x="6207438" y="0"/>
                </a:moveTo>
                <a:lnTo>
                  <a:pt x="6244656" y="0"/>
                </a:lnTo>
                <a:lnTo>
                  <a:pt x="6212541" y="12802"/>
                </a:lnTo>
                <a:close/>
                <a:moveTo>
                  <a:pt x="0" y="0"/>
                </a:moveTo>
                <a:lnTo>
                  <a:pt x="851854" y="0"/>
                </a:lnTo>
                <a:lnTo>
                  <a:pt x="0" y="339569"/>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grpSp>
        <p:nvGrpSpPr>
          <p:cNvPr id="2" name="Group 1">
            <a:extLst>
              <a:ext uri="{FF2B5EF4-FFF2-40B4-BE49-F238E27FC236}">
                <a16:creationId xmlns:a16="http://schemas.microsoft.com/office/drawing/2014/main" id="{2E9516AE-C6F0-849E-789D-7569AFD2A0B0}"/>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E990280B-5A58-5D4E-421E-7FDBCA47C197}"/>
                </a:ext>
              </a:extLst>
            </p:cNvPr>
            <p:cNvSpPr>
              <a:spLocks noChangeAspect="1"/>
            </p:cNvSpPr>
            <p:nvPr/>
          </p:nvSpPr>
          <p:spPr>
            <a:xfrm>
              <a:off x="9819437" y="4815814"/>
              <a:ext cx="1609200" cy="1609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8D7F502A-30A6-006D-C5A4-B49A56EC1768}"/>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8" name="Straight Connector 7">
            <a:extLst>
              <a:ext uri="{FF2B5EF4-FFF2-40B4-BE49-F238E27FC236}">
                <a16:creationId xmlns:a16="http://schemas.microsoft.com/office/drawing/2014/main" id="{6E6FCB3D-F416-50F9-44A3-0661318E0AD0}"/>
              </a:ext>
            </a:extLst>
          </p:cNvPr>
          <p:cNvCxnSpPr>
            <a:cxnSpLocks/>
          </p:cNvCxnSpPr>
          <p:nvPr userDrawn="1"/>
        </p:nvCxnSpPr>
        <p:spPr>
          <a:xfrm>
            <a:off x="9626364" y="1312454"/>
            <a:ext cx="2020824"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9" name="Content Placeholder 25">
            <a:extLst>
              <a:ext uri="{FF2B5EF4-FFF2-40B4-BE49-F238E27FC236}">
                <a16:creationId xmlns:a16="http://schemas.microsoft.com/office/drawing/2014/main" id="{39641386-C96E-5240-7812-25A691D61F8D}"/>
              </a:ext>
            </a:extLst>
          </p:cNvPr>
          <p:cNvSpPr>
            <a:spLocks noGrp="1" noChangeAspect="1"/>
          </p:cNvSpPr>
          <p:nvPr>
            <p:ph sz="quarter" idx="14" hasCustomPrompt="1"/>
          </p:nvPr>
        </p:nvSpPr>
        <p:spPr>
          <a:xfrm>
            <a:off x="9626364" y="1628169"/>
            <a:ext cx="2020824" cy="1032758"/>
          </a:xfrm>
        </p:spPr>
        <p:txBody>
          <a:bodyPr anchor="ctr"/>
          <a:lstStyle>
            <a:lvl1pPr algn="ctr">
              <a:defRPr/>
            </a:lvl1pPr>
          </a:lstStyle>
          <a:p>
            <a:pPr lvl="0"/>
            <a:r>
              <a:rPr lang="en-US" dirty="0"/>
              <a:t>Drop logo here</a:t>
            </a:r>
          </a:p>
        </p:txBody>
      </p:sp>
      <p:sp>
        <p:nvSpPr>
          <p:cNvPr id="12" name="TextBox 11">
            <a:extLst>
              <a:ext uri="{FF2B5EF4-FFF2-40B4-BE49-F238E27FC236}">
                <a16:creationId xmlns:a16="http://schemas.microsoft.com/office/drawing/2014/main" id="{B53FD6BF-8AEA-662D-694D-863455069B4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166351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_Slide_5">
    <p:bg>
      <p:bgPr>
        <a:solidFill>
          <a:srgbClr val="ADF1FF"/>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grpSp>
        <p:nvGrpSpPr>
          <p:cNvPr id="27" name="Group 26">
            <a:extLst>
              <a:ext uri="{FF2B5EF4-FFF2-40B4-BE49-F238E27FC236}">
                <a16:creationId xmlns:a16="http://schemas.microsoft.com/office/drawing/2014/main" id="{9FF99E82-9D29-7D12-7583-8B96FD72FADD}"/>
              </a:ext>
            </a:extLst>
          </p:cNvPr>
          <p:cNvGrpSpPr/>
          <p:nvPr userDrawn="1"/>
        </p:nvGrpSpPr>
        <p:grpSpPr>
          <a:xfrm>
            <a:off x="7143321" y="0"/>
            <a:ext cx="5048678" cy="6335689"/>
            <a:chOff x="7143321" y="0"/>
            <a:chExt cx="5048678" cy="6335689"/>
          </a:xfrm>
        </p:grpSpPr>
        <p:sp>
          <p:nvSpPr>
            <p:cNvPr id="23" name="Freeform 22">
              <a:extLst>
                <a:ext uri="{FF2B5EF4-FFF2-40B4-BE49-F238E27FC236}">
                  <a16:creationId xmlns:a16="http://schemas.microsoft.com/office/drawing/2014/main" id="{06A94032-56EF-EC72-4ACC-7F7A6C1CC847}"/>
                </a:ext>
              </a:extLst>
            </p:cNvPr>
            <p:cNvSpPr/>
            <p:nvPr userDrawn="1"/>
          </p:nvSpPr>
          <p:spPr>
            <a:xfrm rot="5400000">
              <a:off x="6991376" y="1135067"/>
              <a:ext cx="6335689" cy="4065556"/>
            </a:xfrm>
            <a:custGeom>
              <a:avLst/>
              <a:gdLst>
                <a:gd name="connsiteX0" fmla="*/ 0 w 6335689"/>
                <a:gd name="connsiteY0" fmla="*/ 3705213 h 4065556"/>
                <a:gd name="connsiteX1" fmla="*/ 0 w 6335689"/>
                <a:gd name="connsiteY1" fmla="*/ 0 h 4065556"/>
                <a:gd name="connsiteX2" fmla="*/ 6331170 w 6335689"/>
                <a:gd name="connsiteY2" fmla="*/ 0 h 4065556"/>
                <a:gd name="connsiteX3" fmla="*/ 6335280 w 6335689"/>
                <a:gd name="connsiteY3" fmla="*/ 146340 h 4065556"/>
                <a:gd name="connsiteX4" fmla="*/ 6166175 w 6335689"/>
                <a:gd name="connsiteY4" fmla="*/ 1665583 h 4065556"/>
                <a:gd name="connsiteX5" fmla="*/ 3664069 w 6335689"/>
                <a:gd name="connsiteY5" fmla="*/ 3973737 h 4065556"/>
                <a:gd name="connsiteX6" fmla="*/ 3641084 w 6335689"/>
                <a:gd name="connsiteY6" fmla="*/ 3976394 h 4065556"/>
                <a:gd name="connsiteX7" fmla="*/ 3641083 w 6335689"/>
                <a:gd name="connsiteY7" fmla="*/ 3976395 h 4065556"/>
                <a:gd name="connsiteX8" fmla="*/ 3481093 w 6335689"/>
                <a:gd name="connsiteY8" fmla="*/ 3994894 h 4065556"/>
                <a:gd name="connsiteX9" fmla="*/ 2427187 w 6335689"/>
                <a:gd name="connsiteY9" fmla="*/ 4065494 h 4065556"/>
                <a:gd name="connsiteX10" fmla="*/ 94193 w 6335689"/>
                <a:gd name="connsiteY10"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5689" h="4065556">
                  <a:moveTo>
                    <a:pt x="0" y="3705213"/>
                  </a:moveTo>
                  <a:lnTo>
                    <a:pt x="0" y="0"/>
                  </a:lnTo>
                  <a:lnTo>
                    <a:pt x="6331170" y="0"/>
                  </a:lnTo>
                  <a:lnTo>
                    <a:pt x="6335280" y="146340"/>
                  </a:lnTo>
                  <a:cubicBezTo>
                    <a:pt x="6341157" y="674049"/>
                    <a:pt x="6283791" y="1174864"/>
                    <a:pt x="6166175" y="1665583"/>
                  </a:cubicBezTo>
                  <a:cubicBezTo>
                    <a:pt x="5785780" y="3252431"/>
                    <a:pt x="5212007" y="3778045"/>
                    <a:pt x="3664069" y="3973737"/>
                  </a:cubicBezTo>
                  <a:lnTo>
                    <a:pt x="3641084" y="3976394"/>
                  </a:lnTo>
                  <a:lnTo>
                    <a:pt x="3641083" y="3976395"/>
                  </a:lnTo>
                  <a:lnTo>
                    <a:pt x="3481093" y="3994894"/>
                  </a:lnTo>
                  <a:cubicBezTo>
                    <a:pt x="3168779" y="4027855"/>
                    <a:pt x="2819328" y="4049655"/>
                    <a:pt x="2427187" y="4065494"/>
                  </a:cubicBezTo>
                  <a:cubicBezTo>
                    <a:pt x="1395053" y="4068354"/>
                    <a:pt x="647680" y="3973083"/>
                    <a:pt x="94193" y="3748701"/>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11" name="Freeform 10">
              <a:extLst>
                <a:ext uri="{FF2B5EF4-FFF2-40B4-BE49-F238E27FC236}">
                  <a16:creationId xmlns:a16="http://schemas.microsoft.com/office/drawing/2014/main" id="{64C5620A-9B9C-992E-59D4-1C70F5486236}"/>
                </a:ext>
              </a:extLst>
            </p:cNvPr>
            <p:cNvSpPr/>
            <p:nvPr userDrawn="1"/>
          </p:nvSpPr>
          <p:spPr>
            <a:xfrm rot="5400000">
              <a:off x="6738640" y="404682"/>
              <a:ext cx="5858040" cy="5048677"/>
            </a:xfrm>
            <a:custGeom>
              <a:avLst/>
              <a:gdLst>
                <a:gd name="connsiteX0" fmla="*/ 0 w 5858040"/>
                <a:gd name="connsiteY0" fmla="*/ 4823925 h 5048677"/>
                <a:gd name="connsiteX1" fmla="*/ 0 w 5858040"/>
                <a:gd name="connsiteY1" fmla="*/ 0 h 5048677"/>
                <a:gd name="connsiteX2" fmla="*/ 5636170 w 5858040"/>
                <a:gd name="connsiteY2" fmla="*/ 0 h 5048677"/>
                <a:gd name="connsiteX3" fmla="*/ 5682365 w 5858040"/>
                <a:gd name="connsiteY3" fmla="*/ 144996 h 5048677"/>
                <a:gd name="connsiteX4" fmla="*/ 3823454 w 5858040"/>
                <a:gd name="connsiteY4" fmla="*/ 3849002 h 5048677"/>
                <a:gd name="connsiteX5" fmla="*/ 3641084 w 5858040"/>
                <a:gd name="connsiteY5" fmla="*/ 3976395 h 5048677"/>
                <a:gd name="connsiteX6" fmla="*/ 3641082 w 5858040"/>
                <a:gd name="connsiteY6" fmla="*/ 3976395 h 5048677"/>
                <a:gd name="connsiteX7" fmla="*/ 3627175 w 5858040"/>
                <a:gd name="connsiteY7" fmla="*/ 3986110 h 5048677"/>
                <a:gd name="connsiteX8" fmla="*/ 210698 w 5858040"/>
                <a:gd name="connsiteY8" fmla="*/ 4914538 h 504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5048677">
                  <a:moveTo>
                    <a:pt x="0" y="4823925"/>
                  </a:moveTo>
                  <a:lnTo>
                    <a:pt x="0" y="0"/>
                  </a:lnTo>
                  <a:lnTo>
                    <a:pt x="5636170" y="0"/>
                  </a:lnTo>
                  <a:lnTo>
                    <a:pt x="5682365" y="144996"/>
                  </a:lnTo>
                  <a:cubicBezTo>
                    <a:pt x="6167977" y="1807443"/>
                    <a:pt x="5677816" y="2541112"/>
                    <a:pt x="3823454" y="3849002"/>
                  </a:cubicBezTo>
                  <a:lnTo>
                    <a:pt x="3641084" y="3976395"/>
                  </a:lnTo>
                  <a:lnTo>
                    <a:pt x="3641082" y="3976395"/>
                  </a:lnTo>
                  <a:lnTo>
                    <a:pt x="3627175" y="3986110"/>
                  </a:lnTo>
                  <a:cubicBezTo>
                    <a:pt x="2077408" y="4975041"/>
                    <a:pt x="1101432" y="5245241"/>
                    <a:pt x="210698" y="4914538"/>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14" name="Freeform 13">
              <a:extLst>
                <a:ext uri="{FF2B5EF4-FFF2-40B4-BE49-F238E27FC236}">
                  <a16:creationId xmlns:a16="http://schemas.microsoft.com/office/drawing/2014/main" id="{CAAC566F-FEA6-D9C7-BDD2-B16C2D7439BC}"/>
                </a:ext>
              </a:extLst>
            </p:cNvPr>
            <p:cNvSpPr/>
            <p:nvPr userDrawn="1"/>
          </p:nvSpPr>
          <p:spPr>
            <a:xfrm rot="5400000">
              <a:off x="7230200" y="896242"/>
              <a:ext cx="5858040" cy="4065556"/>
            </a:xfrm>
            <a:custGeom>
              <a:avLst/>
              <a:gdLst>
                <a:gd name="connsiteX0" fmla="*/ 0 w 5858040"/>
                <a:gd name="connsiteY0" fmla="*/ 3705213 h 4065556"/>
                <a:gd name="connsiteX1" fmla="*/ 0 w 5858040"/>
                <a:gd name="connsiteY1" fmla="*/ 0 h 4065556"/>
                <a:gd name="connsiteX2" fmla="*/ 5636170 w 5858040"/>
                <a:gd name="connsiteY2" fmla="*/ 0 h 4065556"/>
                <a:gd name="connsiteX3" fmla="*/ 5682365 w 5858040"/>
                <a:gd name="connsiteY3" fmla="*/ 144996 h 4065556"/>
                <a:gd name="connsiteX4" fmla="*/ 3823454 w 5858040"/>
                <a:gd name="connsiteY4" fmla="*/ 3849002 h 4065556"/>
                <a:gd name="connsiteX5" fmla="*/ 3641084 w 5858040"/>
                <a:gd name="connsiteY5" fmla="*/ 3976395 h 4065556"/>
                <a:gd name="connsiteX6" fmla="*/ 3481094 w 5858040"/>
                <a:gd name="connsiteY6" fmla="*/ 3994894 h 4065556"/>
                <a:gd name="connsiteX7" fmla="*/ 2427189 w 5858040"/>
                <a:gd name="connsiteY7" fmla="*/ 4065494 h 4065556"/>
                <a:gd name="connsiteX8" fmla="*/ 94194 w 5858040"/>
                <a:gd name="connsiteY8"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4065556">
                  <a:moveTo>
                    <a:pt x="0" y="3705213"/>
                  </a:moveTo>
                  <a:lnTo>
                    <a:pt x="0" y="0"/>
                  </a:lnTo>
                  <a:lnTo>
                    <a:pt x="5636170" y="0"/>
                  </a:lnTo>
                  <a:lnTo>
                    <a:pt x="5682365" y="144996"/>
                  </a:lnTo>
                  <a:cubicBezTo>
                    <a:pt x="6167977" y="1807443"/>
                    <a:pt x="5677816" y="2541112"/>
                    <a:pt x="3823454" y="3849002"/>
                  </a:cubicBezTo>
                  <a:lnTo>
                    <a:pt x="3641084" y="3976395"/>
                  </a:lnTo>
                  <a:lnTo>
                    <a:pt x="3481094" y="3994894"/>
                  </a:lnTo>
                  <a:cubicBezTo>
                    <a:pt x="3168781" y="4027855"/>
                    <a:pt x="2819330" y="4049655"/>
                    <a:pt x="2427189" y="4065494"/>
                  </a:cubicBezTo>
                  <a:cubicBezTo>
                    <a:pt x="1395054" y="4068354"/>
                    <a:pt x="647681" y="3973083"/>
                    <a:pt x="94194" y="3748701"/>
                  </a:cubicBezTo>
                  <a:close/>
                </a:path>
              </a:pathLst>
            </a:custGeom>
            <a:solidFill>
              <a:schemeClr val="tx2"/>
            </a:solidFill>
            <a:ln w="41377" cap="flat">
              <a:noFill/>
              <a:prstDash val="solid"/>
              <a:miter/>
            </a:ln>
          </p:spPr>
          <p:txBody>
            <a:bodyPr wrap="square" rtlCol="0" anchor="ctr">
              <a:noAutofit/>
            </a:bodyPr>
            <a:lstStyle/>
            <a:p>
              <a:endParaRPr lang="en-US"/>
            </a:p>
          </p:txBody>
        </p:sp>
      </p:grpSp>
      <p:pic>
        <p:nvPicPr>
          <p:cNvPr id="18" name="Graphic 17">
            <a:extLst>
              <a:ext uri="{FF2B5EF4-FFF2-40B4-BE49-F238E27FC236}">
                <a16:creationId xmlns:a16="http://schemas.microsoft.com/office/drawing/2014/main" id="{7A2BE0CD-8B1F-7EC1-4DFD-C6E23C8A68C9}"/>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13796" y="588232"/>
            <a:ext cx="1841631" cy="440138"/>
          </a:xfrm>
          <a:prstGeom prst="rect">
            <a:avLst/>
          </a:prstGeom>
        </p:spPr>
      </p:pic>
      <p:sp>
        <p:nvSpPr>
          <p:cNvPr id="3" name="TextBox 2">
            <a:extLst>
              <a:ext uri="{FF2B5EF4-FFF2-40B4-BE49-F238E27FC236}">
                <a16:creationId xmlns:a16="http://schemas.microsoft.com/office/drawing/2014/main" id="{1A980436-F79A-D3D0-48F9-DF6D2056669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54298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shots_1">
    <p:bg>
      <p:bgPr>
        <a:solidFill>
          <a:srgbClr val="C7E5FF"/>
        </a:solidFill>
        <a:effectLst/>
      </p:bgPr>
    </p:bg>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138E5B3F-9B82-F35A-3C16-DA74D153E81F}"/>
              </a:ext>
            </a:extLst>
          </p:cNvPr>
          <p:cNvPicPr>
            <a:picLocks noChangeAspect="1"/>
          </p:cNvPicPr>
          <p:nvPr userDrawn="1"/>
        </p:nvPicPr>
        <p:blipFill>
          <a:blip r:embed="rId2">
            <a:extLst>
              <a:ext uri="{96DAC541-7B7A-43D3-8B79-37D633B846F1}">
                <asvg:svgBlip xmlns:asvg="http://schemas.microsoft.com/office/drawing/2016/SVG/main" r:embed="rId3"/>
              </a:ext>
            </a:extLst>
          </a:blip>
          <a:srcRect t="14319" b="3103"/>
          <a:stretch>
            <a:fillRect/>
          </a:stretch>
        </p:blipFill>
        <p:spPr>
          <a:xfrm rot="21077095">
            <a:off x="1767104" y="-824157"/>
            <a:ext cx="10234452" cy="8451432"/>
          </a:xfrm>
          <a:custGeom>
            <a:avLst/>
            <a:gdLst>
              <a:gd name="connsiteX0" fmla="*/ 0 w 10234452"/>
              <a:gd name="connsiteY0" fmla="*/ 0 h 8451432"/>
              <a:gd name="connsiteX1" fmla="*/ 10234452 w 10234452"/>
              <a:gd name="connsiteY1" fmla="*/ 1568848 h 8451432"/>
              <a:gd name="connsiteX2" fmla="*/ 10234452 w 10234452"/>
              <a:gd name="connsiteY2" fmla="*/ 5872533 h 8451432"/>
              <a:gd name="connsiteX3" fmla="*/ 9839130 w 10234452"/>
              <a:gd name="connsiteY3" fmla="*/ 8451432 h 8451432"/>
              <a:gd name="connsiteX4" fmla="*/ 0 w 10234452"/>
              <a:gd name="connsiteY4" fmla="*/ 6943183 h 845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4452" h="8451432">
                <a:moveTo>
                  <a:pt x="0" y="0"/>
                </a:moveTo>
                <a:lnTo>
                  <a:pt x="10234452" y="1568848"/>
                </a:lnTo>
                <a:lnTo>
                  <a:pt x="10234452" y="5872533"/>
                </a:lnTo>
                <a:lnTo>
                  <a:pt x="9839130" y="8451432"/>
                </a:lnTo>
                <a:lnTo>
                  <a:pt x="0" y="6943183"/>
                </a:lnTo>
                <a:close/>
              </a:path>
            </a:pathLst>
          </a:custGeom>
        </p:spPr>
      </p:pic>
      <p:pic>
        <p:nvPicPr>
          <p:cNvPr id="12" name="Graphic 11">
            <a:extLst>
              <a:ext uri="{FF2B5EF4-FFF2-40B4-BE49-F238E27FC236}">
                <a16:creationId xmlns:a16="http://schemas.microsoft.com/office/drawing/2014/main" id="{FA5E4152-902C-F0A1-7453-8D9E74B2251B}"/>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8696015">
            <a:off x="1680467" y="-2105026"/>
            <a:ext cx="10234452" cy="10234453"/>
          </a:xfrm>
          <a:custGeom>
            <a:avLst/>
            <a:gdLst>
              <a:gd name="connsiteX0" fmla="*/ 4602010 w 10234452"/>
              <a:gd name="connsiteY0" fmla="*/ 1 h 10234453"/>
              <a:gd name="connsiteX1" fmla="*/ 10234451 w 10234452"/>
              <a:gd name="connsiteY1" fmla="*/ 6343917 h 10234453"/>
              <a:gd name="connsiteX2" fmla="*/ 10234451 w 10234452"/>
              <a:gd name="connsiteY2" fmla="*/ 7787517 h 10234453"/>
              <a:gd name="connsiteX3" fmla="*/ 7478425 w 10234452"/>
              <a:gd name="connsiteY3" fmla="*/ 10234453 h 10234453"/>
              <a:gd name="connsiteX4" fmla="*/ 4510991 w 10234452"/>
              <a:gd name="connsiteY4" fmla="*/ 10234453 h 10234453"/>
              <a:gd name="connsiteX5" fmla="*/ 0 w 10234452"/>
              <a:gd name="connsiteY5" fmla="*/ 5153645 h 10234453"/>
              <a:gd name="connsiteX6" fmla="*/ 0 w 10234452"/>
              <a:gd name="connsiteY6" fmla="*/ 1 h 10234453"/>
              <a:gd name="connsiteX7" fmla="*/ 10234451 w 10234452"/>
              <a:gd name="connsiteY7" fmla="*/ 0 h 10234453"/>
              <a:gd name="connsiteX8" fmla="*/ 10234452 w 10234452"/>
              <a:gd name="connsiteY8" fmla="*/ 1320988 h 10234453"/>
              <a:gd name="connsiteX9" fmla="*/ 9061614 w 10234452"/>
              <a:gd name="connsiteY9" fmla="*/ 1 h 1023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34452" h="10234453">
                <a:moveTo>
                  <a:pt x="4602010" y="1"/>
                </a:moveTo>
                <a:lnTo>
                  <a:pt x="10234451" y="6343917"/>
                </a:lnTo>
                <a:lnTo>
                  <a:pt x="10234451" y="7787517"/>
                </a:lnTo>
                <a:lnTo>
                  <a:pt x="7478425" y="10234453"/>
                </a:lnTo>
                <a:lnTo>
                  <a:pt x="4510991" y="10234453"/>
                </a:lnTo>
                <a:lnTo>
                  <a:pt x="0" y="5153645"/>
                </a:lnTo>
                <a:lnTo>
                  <a:pt x="0" y="1"/>
                </a:lnTo>
                <a:close/>
                <a:moveTo>
                  <a:pt x="10234451" y="0"/>
                </a:moveTo>
                <a:lnTo>
                  <a:pt x="10234452" y="1320988"/>
                </a:lnTo>
                <a:lnTo>
                  <a:pt x="9061614" y="1"/>
                </a:lnTo>
                <a:close/>
              </a:path>
            </a:pathLst>
          </a:custGeom>
        </p:spPr>
      </p:pic>
      <p:sp>
        <p:nvSpPr>
          <p:cNvPr id="7" name="Rectangle 6">
            <a:extLst>
              <a:ext uri="{FF2B5EF4-FFF2-40B4-BE49-F238E27FC236}">
                <a16:creationId xmlns:a16="http://schemas.microsoft.com/office/drawing/2014/main" id="{7D03E3E6-E9CE-3E8B-62E6-F3695AC2D0EF}"/>
              </a:ext>
            </a:extLst>
          </p:cNvPr>
          <p:cNvSpPr/>
          <p:nvPr userDrawn="1"/>
        </p:nvSpPr>
        <p:spPr>
          <a:xfrm>
            <a:off x="8631044" y="0"/>
            <a:ext cx="3560956" cy="6858000"/>
          </a:xfrm>
          <a:prstGeom prst="rect">
            <a:avLst/>
          </a:prstGeom>
          <a:solidFill>
            <a:srgbClr val="DF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33A0DFAC-49BB-F07B-D5B7-A5C4D26A1BEB}"/>
              </a:ext>
            </a:extLst>
          </p:cNvPr>
          <p:cNvSpPr>
            <a:spLocks noGrp="1"/>
          </p:cNvSpPr>
          <p:nvPr>
            <p:ph type="subTitle" idx="1" hasCustomPrompt="1"/>
          </p:nvPr>
        </p:nvSpPr>
        <p:spPr>
          <a:xfrm>
            <a:off x="5687409" y="3501867"/>
            <a:ext cx="4400017" cy="481286"/>
          </a:xfrm>
          <a:prstGeom prst="rect">
            <a:avLst/>
          </a:prstGeom>
        </p:spPr>
        <p:txBody>
          <a:bodyPr lIns="0" anchor="t">
            <a:spAutoFit/>
          </a:bodyPr>
          <a:lstStyle>
            <a:lvl1pPr marL="0" indent="0" algn="l">
              <a:lnSpc>
                <a:spcPct val="120000"/>
              </a:lnSpc>
              <a:spcBef>
                <a:spcPts val="1200"/>
              </a:spcBef>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6" name="Title 10">
            <a:extLst>
              <a:ext uri="{FF2B5EF4-FFF2-40B4-BE49-F238E27FC236}">
                <a16:creationId xmlns:a16="http://schemas.microsoft.com/office/drawing/2014/main" id="{493F0C0E-0861-0CBB-2300-C3E3AB69DE4E}"/>
              </a:ext>
            </a:extLst>
          </p:cNvPr>
          <p:cNvSpPr>
            <a:spLocks noGrp="1"/>
          </p:cNvSpPr>
          <p:nvPr>
            <p:ph type="title" hasCustomPrompt="1"/>
          </p:nvPr>
        </p:nvSpPr>
        <p:spPr>
          <a:xfrm>
            <a:off x="5687408" y="2774640"/>
            <a:ext cx="4400018" cy="654360"/>
          </a:xfrm>
          <a:prstGeom prst="rect">
            <a:avLst/>
          </a:prstGeom>
        </p:spPr>
        <p:txBody>
          <a:bodyPr vert="horz" lIns="0" anchor="b">
            <a:normAutofit/>
          </a:bodyPr>
          <a:lstStyle>
            <a:lvl1pPr algn="l">
              <a:defRPr sz="4400" b="0" i="0" baseline="0">
                <a:solidFill>
                  <a:schemeClr val="tx1"/>
                </a:solidFill>
                <a:latin typeface="+mj-lt"/>
                <a:cs typeface="Arial" panose="020B0604020202020204" pitchFamily="34" charset="0"/>
              </a:defRPr>
            </a:lvl1pPr>
          </a:lstStyle>
          <a:p>
            <a:r>
              <a:rPr lang="en-US"/>
              <a:t>Insert Name</a:t>
            </a:r>
          </a:p>
        </p:txBody>
      </p:sp>
      <p:sp>
        <p:nvSpPr>
          <p:cNvPr id="3" name="Picture Placeholder 47">
            <a:extLst>
              <a:ext uri="{FF2B5EF4-FFF2-40B4-BE49-F238E27FC236}">
                <a16:creationId xmlns:a16="http://schemas.microsoft.com/office/drawing/2014/main" id="{89C6B6AC-3F74-8584-47BE-A12831887791}"/>
              </a:ext>
            </a:extLst>
          </p:cNvPr>
          <p:cNvSpPr>
            <a:spLocks noGrp="1"/>
          </p:cNvSpPr>
          <p:nvPr>
            <p:ph type="pic" sz="quarter" idx="36"/>
          </p:nvPr>
        </p:nvSpPr>
        <p:spPr>
          <a:xfrm>
            <a:off x="2503357" y="2044535"/>
            <a:ext cx="2711733" cy="2711733"/>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4" name="TextBox 3">
            <a:extLst>
              <a:ext uri="{FF2B5EF4-FFF2-40B4-BE49-F238E27FC236}">
                <a16:creationId xmlns:a16="http://schemas.microsoft.com/office/drawing/2014/main" id="{B2CF6495-2AD5-8662-B98D-9CAE89E80E7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3590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shots_2">
    <p:bg>
      <p:bgPr>
        <a:solidFill>
          <a:srgbClr val="C7E5FF"/>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BBC1ABD6-8679-0F55-7A0E-FE3D83CF369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522905" flipH="1">
            <a:off x="-393437" y="-325637"/>
            <a:ext cx="12978876" cy="12978875"/>
          </a:xfrm>
          <a:custGeom>
            <a:avLst/>
            <a:gdLst>
              <a:gd name="connsiteX0" fmla="*/ 3897593 w 12978876"/>
              <a:gd name="connsiteY0" fmla="*/ 12978875 h 12978875"/>
              <a:gd name="connsiteX1" fmla="*/ 0 w 12978876"/>
              <a:gd name="connsiteY1" fmla="*/ 12381409 h 12978875"/>
              <a:gd name="connsiteX2" fmla="*/ 1 w 12978876"/>
              <a:gd name="connsiteY2" fmla="*/ 12978875 h 12978875"/>
              <a:gd name="connsiteX3" fmla="*/ 12978876 w 12978876"/>
              <a:gd name="connsiteY3" fmla="*/ 1248412 h 12978875"/>
              <a:gd name="connsiteX4" fmla="*/ 4834803 w 12978876"/>
              <a:gd name="connsiteY4" fmla="*/ 0 h 12978875"/>
              <a:gd name="connsiteX5" fmla="*/ 1317004 w 12978876"/>
              <a:gd name="connsiteY5" fmla="*/ 0 h 12978875"/>
              <a:gd name="connsiteX6" fmla="*/ 357877 w 12978876"/>
              <a:gd name="connsiteY6" fmla="*/ 6256909 h 12978875"/>
              <a:gd name="connsiteX7" fmla="*/ 12409108 w 12978876"/>
              <a:gd name="connsiteY7" fmla="*/ 8104253 h 12978875"/>
              <a:gd name="connsiteX8" fmla="*/ 12978876 w 12978876"/>
              <a:gd name="connsiteY8" fmla="*/ 4387348 h 1297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78876" h="12978875">
                <a:moveTo>
                  <a:pt x="3897593" y="12978875"/>
                </a:moveTo>
                <a:lnTo>
                  <a:pt x="0" y="12381409"/>
                </a:lnTo>
                <a:lnTo>
                  <a:pt x="1" y="12978875"/>
                </a:lnTo>
                <a:close/>
                <a:moveTo>
                  <a:pt x="12978876" y="1248412"/>
                </a:moveTo>
                <a:lnTo>
                  <a:pt x="4834803" y="0"/>
                </a:lnTo>
                <a:lnTo>
                  <a:pt x="1317004" y="0"/>
                </a:lnTo>
                <a:lnTo>
                  <a:pt x="357877" y="6256909"/>
                </a:lnTo>
                <a:lnTo>
                  <a:pt x="12409108" y="8104253"/>
                </a:lnTo>
                <a:lnTo>
                  <a:pt x="12978876" y="4387348"/>
                </a:lnTo>
                <a:close/>
              </a:path>
            </a:pathLst>
          </a:custGeom>
        </p:spPr>
      </p:pic>
      <p:pic>
        <p:nvPicPr>
          <p:cNvPr id="24" name="Graphic 23">
            <a:extLst>
              <a:ext uri="{FF2B5EF4-FFF2-40B4-BE49-F238E27FC236}">
                <a16:creationId xmlns:a16="http://schemas.microsoft.com/office/drawing/2014/main" id="{E5E00C09-D310-AB89-1CFD-45E297EFA4D9}"/>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21077095">
            <a:off x="-149457" y="-320891"/>
            <a:ext cx="13046693" cy="13046693"/>
          </a:xfrm>
          <a:custGeom>
            <a:avLst/>
            <a:gdLst>
              <a:gd name="connsiteX0" fmla="*/ 0 w 13046693"/>
              <a:gd name="connsiteY0" fmla="*/ 12371015 h 13046693"/>
              <a:gd name="connsiteX1" fmla="*/ 4407816 w 13046693"/>
              <a:gd name="connsiteY1" fmla="*/ 13046693 h 13046693"/>
              <a:gd name="connsiteX2" fmla="*/ 0 w 13046693"/>
              <a:gd name="connsiteY2" fmla="*/ 13046693 h 13046693"/>
              <a:gd name="connsiteX3" fmla="*/ 4902611 w 13046693"/>
              <a:gd name="connsiteY3" fmla="*/ 0 h 13046693"/>
              <a:gd name="connsiteX4" fmla="*/ 13046693 w 13046693"/>
              <a:gd name="connsiteY4" fmla="*/ 1248414 h 13046693"/>
              <a:gd name="connsiteX5" fmla="*/ 13046692 w 13046693"/>
              <a:gd name="connsiteY5" fmla="*/ 2366062 h 13046693"/>
              <a:gd name="connsiteX6" fmla="*/ 12174193 w 13046693"/>
              <a:gd name="connsiteY6" fmla="*/ 8057849 h 13046693"/>
              <a:gd name="connsiteX7" fmla="*/ 122963 w 13046693"/>
              <a:gd name="connsiteY7" fmla="*/ 6210504 h 13046693"/>
              <a:gd name="connsiteX8" fmla="*/ 1074978 w 13046693"/>
              <a:gd name="connsiteY8" fmla="*/ 0 h 1304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46693" h="13046693">
                <a:moveTo>
                  <a:pt x="0" y="12371015"/>
                </a:moveTo>
                <a:lnTo>
                  <a:pt x="4407816" y="13046693"/>
                </a:lnTo>
                <a:lnTo>
                  <a:pt x="0" y="13046693"/>
                </a:lnTo>
                <a:close/>
                <a:moveTo>
                  <a:pt x="4902611" y="0"/>
                </a:moveTo>
                <a:lnTo>
                  <a:pt x="13046693" y="1248414"/>
                </a:lnTo>
                <a:lnTo>
                  <a:pt x="13046692" y="2366062"/>
                </a:lnTo>
                <a:lnTo>
                  <a:pt x="12174193" y="8057849"/>
                </a:lnTo>
                <a:lnTo>
                  <a:pt x="122963" y="6210504"/>
                </a:lnTo>
                <a:lnTo>
                  <a:pt x="1074978" y="0"/>
                </a:lnTo>
                <a:close/>
              </a:path>
            </a:pathLst>
          </a:custGeom>
        </p:spPr>
      </p:pic>
      <p:sp>
        <p:nvSpPr>
          <p:cNvPr id="37" name="Subtitle 2">
            <a:extLst>
              <a:ext uri="{FF2B5EF4-FFF2-40B4-BE49-F238E27FC236}">
                <a16:creationId xmlns:a16="http://schemas.microsoft.com/office/drawing/2014/main" id="{E96D27C7-B499-6801-368F-AF98E1496651}"/>
              </a:ext>
            </a:extLst>
          </p:cNvPr>
          <p:cNvSpPr>
            <a:spLocks noGrp="1"/>
          </p:cNvSpPr>
          <p:nvPr>
            <p:ph type="subTitle" idx="1" hasCustomPrompt="1"/>
          </p:nvPr>
        </p:nvSpPr>
        <p:spPr>
          <a:xfrm>
            <a:off x="1589549" y="4809202"/>
            <a:ext cx="4228562" cy="654360"/>
          </a:xfrm>
          <a:prstGeom prst="rect">
            <a:avLst/>
          </a:prstGeom>
        </p:spPr>
        <p:txBody>
          <a:bodyPr lIns="0" tIns="0" anchor="t">
            <a:noAutofit/>
          </a:bodyPr>
          <a:lstStyle>
            <a:lvl1pPr marL="0" indent="0" algn="ctr">
              <a:lnSpc>
                <a:spcPct val="120000"/>
              </a:lnSpc>
              <a:buNone/>
              <a:defRPr sz="24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66" name="Text Placeholder 63">
            <a:extLst>
              <a:ext uri="{FF2B5EF4-FFF2-40B4-BE49-F238E27FC236}">
                <a16:creationId xmlns:a16="http://schemas.microsoft.com/office/drawing/2014/main" id="{E688DBC4-145E-17DC-E284-B40215381987}"/>
              </a:ext>
            </a:extLst>
          </p:cNvPr>
          <p:cNvSpPr>
            <a:spLocks noGrp="1"/>
          </p:cNvSpPr>
          <p:nvPr>
            <p:ph type="body" sz="quarter" idx="39" hasCustomPrompt="1"/>
          </p:nvPr>
        </p:nvSpPr>
        <p:spPr>
          <a:xfrm>
            <a:off x="6373888" y="4809202"/>
            <a:ext cx="4228561" cy="654049"/>
          </a:xfrm>
        </p:spPr>
        <p:txBody>
          <a:bodyPr tIns="0" anchor="t">
            <a:noAutofit/>
          </a:bodyPr>
          <a:lstStyle>
            <a:lvl1pPr algn="ctr">
              <a:lnSpc>
                <a:spcPct val="120000"/>
              </a:lnSpc>
              <a:defRPr sz="2400">
                <a:solidFill>
                  <a:schemeClr val="tx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Title</a:t>
            </a:r>
          </a:p>
        </p:txBody>
      </p:sp>
      <p:sp>
        <p:nvSpPr>
          <p:cNvPr id="38" name="Title 10">
            <a:extLst>
              <a:ext uri="{FF2B5EF4-FFF2-40B4-BE49-F238E27FC236}">
                <a16:creationId xmlns:a16="http://schemas.microsoft.com/office/drawing/2014/main" id="{D0981CBA-AFD3-1236-D884-AE0149F4C4D4}"/>
              </a:ext>
            </a:extLst>
          </p:cNvPr>
          <p:cNvSpPr>
            <a:spLocks noGrp="1"/>
          </p:cNvSpPr>
          <p:nvPr>
            <p:ph type="title" hasCustomPrompt="1"/>
          </p:nvPr>
        </p:nvSpPr>
        <p:spPr>
          <a:xfrm>
            <a:off x="1589550" y="4172565"/>
            <a:ext cx="4228561" cy="654360"/>
          </a:xfrm>
          <a:prstGeom prst="rect">
            <a:avLst/>
          </a:prstGeom>
        </p:spPr>
        <p:txBody>
          <a:bodyPr vert="horz" lIns="0" anchor="b">
            <a:noAutofit/>
          </a:bodyPr>
          <a:lstStyle>
            <a:lvl1pPr algn="ctr">
              <a:defRPr sz="3400" b="1" i="0" baseline="0">
                <a:solidFill>
                  <a:schemeClr val="tx1"/>
                </a:solidFill>
                <a:latin typeface="+mj-lt"/>
                <a:cs typeface="Arial" panose="020B0604020202020204" pitchFamily="34" charset="0"/>
              </a:defRPr>
            </a:lvl1pPr>
          </a:lstStyle>
          <a:p>
            <a:r>
              <a:rPr lang="en-US"/>
              <a:t>Insert Name</a:t>
            </a:r>
          </a:p>
        </p:txBody>
      </p:sp>
      <p:sp>
        <p:nvSpPr>
          <p:cNvPr id="64" name="Text Placeholder 63">
            <a:extLst>
              <a:ext uri="{FF2B5EF4-FFF2-40B4-BE49-F238E27FC236}">
                <a16:creationId xmlns:a16="http://schemas.microsoft.com/office/drawing/2014/main" id="{4E8AFCC3-0257-3955-C9EC-914758E93497}"/>
              </a:ext>
            </a:extLst>
          </p:cNvPr>
          <p:cNvSpPr>
            <a:spLocks noGrp="1"/>
          </p:cNvSpPr>
          <p:nvPr>
            <p:ph type="body" sz="quarter" idx="38" hasCustomPrompt="1"/>
          </p:nvPr>
        </p:nvSpPr>
        <p:spPr>
          <a:xfrm>
            <a:off x="6373888" y="4172582"/>
            <a:ext cx="4228561" cy="654050"/>
          </a:xfrm>
        </p:spPr>
        <p:txBody>
          <a:bodyPr anchor="b">
            <a:noAutofit/>
          </a:bodyPr>
          <a:lstStyle>
            <a:lvl1pPr algn="ctr">
              <a:defRPr sz="34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Name</a:t>
            </a:r>
          </a:p>
        </p:txBody>
      </p:sp>
      <p:sp>
        <p:nvSpPr>
          <p:cNvPr id="48" name="Picture Placeholder 47">
            <a:extLst>
              <a:ext uri="{FF2B5EF4-FFF2-40B4-BE49-F238E27FC236}">
                <a16:creationId xmlns:a16="http://schemas.microsoft.com/office/drawing/2014/main" id="{A5E08D5A-E50D-7E17-676C-1802EEFC2D58}"/>
              </a:ext>
            </a:extLst>
          </p:cNvPr>
          <p:cNvSpPr>
            <a:spLocks noGrp="1"/>
          </p:cNvSpPr>
          <p:nvPr>
            <p:ph type="pic" sz="quarter" idx="36"/>
          </p:nvPr>
        </p:nvSpPr>
        <p:spPr>
          <a:xfrm>
            <a:off x="2380825" y="1425142"/>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52" name="Picture Placeholder 51">
            <a:extLst>
              <a:ext uri="{FF2B5EF4-FFF2-40B4-BE49-F238E27FC236}">
                <a16:creationId xmlns:a16="http://schemas.microsoft.com/office/drawing/2014/main" id="{57D22964-965A-D4A2-A64C-59D17E064C03}"/>
              </a:ext>
            </a:extLst>
          </p:cNvPr>
          <p:cNvSpPr>
            <a:spLocks noGrp="1"/>
          </p:cNvSpPr>
          <p:nvPr>
            <p:ph type="pic" sz="quarter" idx="37"/>
          </p:nvPr>
        </p:nvSpPr>
        <p:spPr>
          <a:xfrm>
            <a:off x="7165159" y="1436539"/>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3" name="TextBox 2">
            <a:extLst>
              <a:ext uri="{FF2B5EF4-FFF2-40B4-BE49-F238E27FC236}">
                <a16:creationId xmlns:a16="http://schemas.microsoft.com/office/drawing/2014/main" id="{7FC3A8AE-62AF-5BF7-E119-B45B3EC3D61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84932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shots_3">
    <p:bg>
      <p:bgPr>
        <a:solidFill>
          <a:srgbClr val="C7E5FF"/>
        </a:solidFill>
        <a:effectLst/>
      </p:bgPr>
    </p:bg>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038B8F17-7733-C4E2-2F92-32BC2506DB5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522905" flipH="1">
            <a:off x="-393437" y="-325637"/>
            <a:ext cx="12978876" cy="12978875"/>
          </a:xfrm>
          <a:custGeom>
            <a:avLst/>
            <a:gdLst>
              <a:gd name="connsiteX0" fmla="*/ 3897590 w 12978876"/>
              <a:gd name="connsiteY0" fmla="*/ 12978875 h 12978875"/>
              <a:gd name="connsiteX1" fmla="*/ 0 w 12978876"/>
              <a:gd name="connsiteY1" fmla="*/ 12381410 h 12978875"/>
              <a:gd name="connsiteX2" fmla="*/ 1 w 12978876"/>
              <a:gd name="connsiteY2" fmla="*/ 12978875 h 12978875"/>
              <a:gd name="connsiteX3" fmla="*/ 12978876 w 12978876"/>
              <a:gd name="connsiteY3" fmla="*/ 1248413 h 12978875"/>
              <a:gd name="connsiteX4" fmla="*/ 4834796 w 12978876"/>
              <a:gd name="connsiteY4" fmla="*/ 0 h 12978875"/>
              <a:gd name="connsiteX5" fmla="*/ 1317005 w 12978876"/>
              <a:gd name="connsiteY5" fmla="*/ 0 h 12978875"/>
              <a:gd name="connsiteX6" fmla="*/ 357877 w 12978876"/>
              <a:gd name="connsiteY6" fmla="*/ 6256910 h 12978875"/>
              <a:gd name="connsiteX7" fmla="*/ 12409108 w 12978876"/>
              <a:gd name="connsiteY7" fmla="*/ 8104254 h 12978875"/>
              <a:gd name="connsiteX8" fmla="*/ 12978876 w 12978876"/>
              <a:gd name="connsiteY8" fmla="*/ 4387352 h 1297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78876" h="12978875">
                <a:moveTo>
                  <a:pt x="3897590" y="12978875"/>
                </a:moveTo>
                <a:lnTo>
                  <a:pt x="0" y="12381410"/>
                </a:lnTo>
                <a:lnTo>
                  <a:pt x="1" y="12978875"/>
                </a:lnTo>
                <a:close/>
                <a:moveTo>
                  <a:pt x="12978876" y="1248413"/>
                </a:moveTo>
                <a:lnTo>
                  <a:pt x="4834796" y="0"/>
                </a:lnTo>
                <a:lnTo>
                  <a:pt x="1317005" y="0"/>
                </a:lnTo>
                <a:lnTo>
                  <a:pt x="357877" y="6256910"/>
                </a:lnTo>
                <a:lnTo>
                  <a:pt x="12409108" y="8104254"/>
                </a:lnTo>
                <a:lnTo>
                  <a:pt x="12978876" y="4387352"/>
                </a:lnTo>
                <a:close/>
              </a:path>
            </a:pathLst>
          </a:custGeom>
        </p:spPr>
      </p:pic>
      <p:sp>
        <p:nvSpPr>
          <p:cNvPr id="3" name="Subtitle 2">
            <a:extLst>
              <a:ext uri="{FF2B5EF4-FFF2-40B4-BE49-F238E27FC236}">
                <a16:creationId xmlns:a16="http://schemas.microsoft.com/office/drawing/2014/main" id="{B2AAB049-AF41-5134-45AA-AEA2444850C0}"/>
              </a:ext>
            </a:extLst>
          </p:cNvPr>
          <p:cNvSpPr>
            <a:spLocks noGrp="1"/>
          </p:cNvSpPr>
          <p:nvPr>
            <p:ph type="subTitle" idx="1" hasCustomPrompt="1"/>
          </p:nvPr>
        </p:nvSpPr>
        <p:spPr>
          <a:xfrm>
            <a:off x="983194" y="4643848"/>
            <a:ext cx="3220209" cy="654360"/>
          </a:xfrm>
          <a:prstGeom prst="rect">
            <a:avLst/>
          </a:prstGeom>
        </p:spPr>
        <p:txBody>
          <a:bodyPr lIns="0" anchor="t">
            <a:normAutofit/>
          </a:bodyPr>
          <a:lstStyle>
            <a:lvl1pPr marL="0" indent="0" algn="ctr">
              <a:lnSpc>
                <a:spcPct val="120000"/>
              </a:lnSpc>
              <a:buNone/>
              <a:defRPr sz="1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4" name="Title 10">
            <a:extLst>
              <a:ext uri="{FF2B5EF4-FFF2-40B4-BE49-F238E27FC236}">
                <a16:creationId xmlns:a16="http://schemas.microsoft.com/office/drawing/2014/main" id="{1BF244A4-6B10-F4BE-02C4-33CCC4CD42D9}"/>
              </a:ext>
            </a:extLst>
          </p:cNvPr>
          <p:cNvSpPr>
            <a:spLocks noGrp="1"/>
          </p:cNvSpPr>
          <p:nvPr>
            <p:ph type="title" hasCustomPrompt="1"/>
          </p:nvPr>
        </p:nvSpPr>
        <p:spPr>
          <a:xfrm>
            <a:off x="983194" y="4008061"/>
            <a:ext cx="3220208" cy="654360"/>
          </a:xfrm>
          <a:prstGeom prst="rect">
            <a:avLst/>
          </a:prstGeom>
        </p:spPr>
        <p:txBody>
          <a:bodyPr vert="horz" lIns="0" anchor="b">
            <a:normAutofit/>
          </a:bodyPr>
          <a:lstStyle>
            <a:lvl1pPr algn="ctr">
              <a:defRPr sz="3000" b="1" i="0" baseline="0">
                <a:solidFill>
                  <a:schemeClr val="tx1"/>
                </a:solidFill>
                <a:latin typeface="+mj-lt"/>
                <a:cs typeface="Arial" panose="020B0604020202020204" pitchFamily="34" charset="0"/>
              </a:defRPr>
            </a:lvl1pPr>
          </a:lstStyle>
          <a:p>
            <a:r>
              <a:rPr lang="en-US"/>
              <a:t>Insert Name</a:t>
            </a:r>
          </a:p>
        </p:txBody>
      </p:sp>
      <p:sp>
        <p:nvSpPr>
          <p:cNvPr id="5" name="Picture Placeholder 4">
            <a:extLst>
              <a:ext uri="{FF2B5EF4-FFF2-40B4-BE49-F238E27FC236}">
                <a16:creationId xmlns:a16="http://schemas.microsoft.com/office/drawing/2014/main" id="{E11C5EF6-5871-6EBD-E658-421626A9DDAC}"/>
              </a:ext>
            </a:extLst>
          </p:cNvPr>
          <p:cNvSpPr>
            <a:spLocks noGrp="1"/>
          </p:cNvSpPr>
          <p:nvPr>
            <p:ph type="pic" sz="quarter" idx="36"/>
          </p:nvPr>
        </p:nvSpPr>
        <p:spPr>
          <a:xfrm>
            <a:off x="1430883"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35" name="Picture Placeholder 34">
            <a:extLst>
              <a:ext uri="{FF2B5EF4-FFF2-40B4-BE49-F238E27FC236}">
                <a16:creationId xmlns:a16="http://schemas.microsoft.com/office/drawing/2014/main" id="{0786831E-0EBE-DDB2-29E5-18D345F2790F}"/>
              </a:ext>
            </a:extLst>
          </p:cNvPr>
          <p:cNvSpPr>
            <a:spLocks noGrp="1"/>
          </p:cNvSpPr>
          <p:nvPr>
            <p:ph type="pic" sz="quarter" idx="37"/>
          </p:nvPr>
        </p:nvSpPr>
        <p:spPr>
          <a:xfrm>
            <a:off x="4933585"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41" name="Picture Placeholder 40">
            <a:extLst>
              <a:ext uri="{FF2B5EF4-FFF2-40B4-BE49-F238E27FC236}">
                <a16:creationId xmlns:a16="http://schemas.microsoft.com/office/drawing/2014/main" id="{B227226F-7F73-B784-CC53-97FA1B6769F1}"/>
              </a:ext>
            </a:extLst>
          </p:cNvPr>
          <p:cNvSpPr>
            <a:spLocks noGrp="1"/>
          </p:cNvSpPr>
          <p:nvPr>
            <p:ph type="pic" sz="quarter" idx="38"/>
          </p:nvPr>
        </p:nvSpPr>
        <p:spPr>
          <a:xfrm>
            <a:off x="8433639"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57" name="Text Placeholder 56">
            <a:extLst>
              <a:ext uri="{FF2B5EF4-FFF2-40B4-BE49-F238E27FC236}">
                <a16:creationId xmlns:a16="http://schemas.microsoft.com/office/drawing/2014/main" id="{3F397F97-11F1-694B-61BD-0FBD2005D708}"/>
              </a:ext>
            </a:extLst>
          </p:cNvPr>
          <p:cNvSpPr>
            <a:spLocks noGrp="1"/>
          </p:cNvSpPr>
          <p:nvPr>
            <p:ph type="body" sz="quarter" idx="39" hasCustomPrompt="1"/>
          </p:nvPr>
        </p:nvSpPr>
        <p:spPr>
          <a:xfrm>
            <a:off x="4483202" y="4008371"/>
            <a:ext cx="3220208"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59" name="Text Placeholder 56">
            <a:extLst>
              <a:ext uri="{FF2B5EF4-FFF2-40B4-BE49-F238E27FC236}">
                <a16:creationId xmlns:a16="http://schemas.microsoft.com/office/drawing/2014/main" id="{1DC6E628-42CF-2402-02A2-A4E3BB9A208E}"/>
              </a:ext>
            </a:extLst>
          </p:cNvPr>
          <p:cNvSpPr>
            <a:spLocks noGrp="1"/>
          </p:cNvSpPr>
          <p:nvPr>
            <p:ph type="body" sz="quarter" idx="40" hasCustomPrompt="1"/>
          </p:nvPr>
        </p:nvSpPr>
        <p:spPr>
          <a:xfrm>
            <a:off x="4483202" y="4643848"/>
            <a:ext cx="3220208"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sp>
        <p:nvSpPr>
          <p:cNvPr id="62" name="Text Placeholder 56">
            <a:extLst>
              <a:ext uri="{FF2B5EF4-FFF2-40B4-BE49-F238E27FC236}">
                <a16:creationId xmlns:a16="http://schemas.microsoft.com/office/drawing/2014/main" id="{EE4ECB25-93C4-258E-C5D9-BE507EC737BB}"/>
              </a:ext>
            </a:extLst>
          </p:cNvPr>
          <p:cNvSpPr>
            <a:spLocks noGrp="1"/>
          </p:cNvSpPr>
          <p:nvPr>
            <p:ph type="body" sz="quarter" idx="43" hasCustomPrompt="1"/>
          </p:nvPr>
        </p:nvSpPr>
        <p:spPr>
          <a:xfrm>
            <a:off x="7983210" y="4008371"/>
            <a:ext cx="3220209"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65" name="Text Placeholder 56">
            <a:extLst>
              <a:ext uri="{FF2B5EF4-FFF2-40B4-BE49-F238E27FC236}">
                <a16:creationId xmlns:a16="http://schemas.microsoft.com/office/drawing/2014/main" id="{69E13140-E727-E77A-2284-A93AC0BD2E46}"/>
              </a:ext>
            </a:extLst>
          </p:cNvPr>
          <p:cNvSpPr>
            <a:spLocks noGrp="1"/>
          </p:cNvSpPr>
          <p:nvPr>
            <p:ph type="body" sz="quarter" idx="44" hasCustomPrompt="1"/>
          </p:nvPr>
        </p:nvSpPr>
        <p:spPr>
          <a:xfrm>
            <a:off x="7983210" y="4643848"/>
            <a:ext cx="3220209"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pic>
        <p:nvPicPr>
          <p:cNvPr id="12" name="Graphic 11">
            <a:extLst>
              <a:ext uri="{FF2B5EF4-FFF2-40B4-BE49-F238E27FC236}">
                <a16:creationId xmlns:a16="http://schemas.microsoft.com/office/drawing/2014/main" id="{A6847048-F537-A941-28D3-7E5D7DC8C86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21077095">
            <a:off x="-149459" y="-320893"/>
            <a:ext cx="13046693" cy="13046694"/>
          </a:xfrm>
          <a:custGeom>
            <a:avLst/>
            <a:gdLst>
              <a:gd name="connsiteX0" fmla="*/ 0 w 13046693"/>
              <a:gd name="connsiteY0" fmla="*/ 12371016 h 13046694"/>
              <a:gd name="connsiteX1" fmla="*/ 4407815 w 13046693"/>
              <a:gd name="connsiteY1" fmla="*/ 13046694 h 13046694"/>
              <a:gd name="connsiteX2" fmla="*/ 0 w 13046693"/>
              <a:gd name="connsiteY2" fmla="*/ 13046694 h 13046694"/>
              <a:gd name="connsiteX3" fmla="*/ 4902605 w 13046693"/>
              <a:gd name="connsiteY3" fmla="*/ 0 h 13046694"/>
              <a:gd name="connsiteX4" fmla="*/ 13046693 w 13046693"/>
              <a:gd name="connsiteY4" fmla="*/ 1248415 h 13046694"/>
              <a:gd name="connsiteX5" fmla="*/ 13046693 w 13046693"/>
              <a:gd name="connsiteY5" fmla="*/ 2366062 h 13046694"/>
              <a:gd name="connsiteX6" fmla="*/ 12174194 w 13046693"/>
              <a:gd name="connsiteY6" fmla="*/ 8057850 h 13046694"/>
              <a:gd name="connsiteX7" fmla="*/ 122964 w 13046693"/>
              <a:gd name="connsiteY7" fmla="*/ 6210505 h 13046694"/>
              <a:gd name="connsiteX8" fmla="*/ 1074978 w 13046693"/>
              <a:gd name="connsiteY8" fmla="*/ 0 h 1304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46693" h="13046694">
                <a:moveTo>
                  <a:pt x="0" y="12371016"/>
                </a:moveTo>
                <a:lnTo>
                  <a:pt x="4407815" y="13046694"/>
                </a:lnTo>
                <a:lnTo>
                  <a:pt x="0" y="13046694"/>
                </a:lnTo>
                <a:close/>
                <a:moveTo>
                  <a:pt x="4902605" y="0"/>
                </a:moveTo>
                <a:lnTo>
                  <a:pt x="13046693" y="1248415"/>
                </a:lnTo>
                <a:lnTo>
                  <a:pt x="13046693" y="2366062"/>
                </a:lnTo>
                <a:lnTo>
                  <a:pt x="12174194" y="8057850"/>
                </a:lnTo>
                <a:lnTo>
                  <a:pt x="122964" y="6210505"/>
                </a:lnTo>
                <a:lnTo>
                  <a:pt x="1074978" y="0"/>
                </a:lnTo>
                <a:close/>
              </a:path>
            </a:pathLst>
          </a:custGeom>
        </p:spPr>
      </p:pic>
      <p:sp>
        <p:nvSpPr>
          <p:cNvPr id="2" name="TextBox 1">
            <a:extLst>
              <a:ext uri="{FF2B5EF4-FFF2-40B4-BE49-F238E27FC236}">
                <a16:creationId xmlns:a16="http://schemas.microsoft.com/office/drawing/2014/main" id="{8CEDCA5E-C2EF-F8F6-56E3-648CE8F431A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462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shots_4+">
    <p:bg>
      <p:bgPr>
        <a:solidFill>
          <a:srgbClr val="C7E5FF"/>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F6F84891-58E3-E3BC-6B01-417278BF3E46}"/>
              </a:ext>
            </a:extLst>
          </p:cNvPr>
          <p:cNvSpPr/>
          <p:nvPr/>
        </p:nvSpPr>
        <p:spPr>
          <a:xfrm rot="522905">
            <a:off x="72440" y="-214545"/>
            <a:ext cx="12518105" cy="8001390"/>
          </a:xfrm>
          <a:custGeom>
            <a:avLst/>
            <a:gdLst>
              <a:gd name="connsiteX0" fmla="*/ 2111108 w 12518105"/>
              <a:gd name="connsiteY0" fmla="*/ 806163 h 8001390"/>
              <a:gd name="connsiteX1" fmla="*/ 7370146 w 12518105"/>
              <a:gd name="connsiteY1" fmla="*/ 0 h 8001390"/>
              <a:gd name="connsiteX2" fmla="*/ 7377144 w 12518105"/>
              <a:gd name="connsiteY2" fmla="*/ 355 h 8001390"/>
              <a:gd name="connsiteX3" fmla="*/ 9200097 w 12518105"/>
              <a:gd name="connsiteY3" fmla="*/ 190746 h 8001390"/>
              <a:gd name="connsiteX4" fmla="*/ 11811016 w 12518105"/>
              <a:gd name="connsiteY4" fmla="*/ 1858713 h 8001390"/>
              <a:gd name="connsiteX5" fmla="*/ 11878858 w 12518105"/>
              <a:gd name="connsiteY5" fmla="*/ 1983887 h 8001390"/>
              <a:gd name="connsiteX6" fmla="*/ 12518105 w 12518105"/>
              <a:gd name="connsiteY6" fmla="*/ 6154046 h 8001390"/>
              <a:gd name="connsiteX7" fmla="*/ 466875 w 12518105"/>
              <a:gd name="connsiteY7" fmla="*/ 8001390 h 8001390"/>
              <a:gd name="connsiteX8" fmla="*/ 0 w 12518105"/>
              <a:gd name="connsiteY8" fmla="*/ 4955711 h 8001390"/>
              <a:gd name="connsiteX9" fmla="*/ 42486 w 12518105"/>
              <a:gd name="connsiteY9" fmla="*/ 4475256 h 8001390"/>
              <a:gd name="connsiteX10" fmla="*/ 1137332 w 12518105"/>
              <a:gd name="connsiteY10" fmla="*/ 1574871 h 8001390"/>
              <a:gd name="connsiteX11" fmla="*/ 2014821 w 12518105"/>
              <a:gd name="connsiteY11" fmla="*/ 858369 h 8001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518105" h="8001390">
                <a:moveTo>
                  <a:pt x="2111108" y="806163"/>
                </a:moveTo>
                <a:lnTo>
                  <a:pt x="7370146" y="0"/>
                </a:lnTo>
                <a:lnTo>
                  <a:pt x="7377144" y="355"/>
                </a:lnTo>
                <a:cubicBezTo>
                  <a:pt x="8266779" y="51775"/>
                  <a:pt x="8954625" y="152666"/>
                  <a:pt x="9200097" y="190746"/>
                </a:cubicBezTo>
                <a:cubicBezTo>
                  <a:pt x="9915072" y="317055"/>
                  <a:pt x="11066161" y="555417"/>
                  <a:pt x="11811016" y="1858713"/>
                </a:cubicBezTo>
                <a:lnTo>
                  <a:pt x="11878858" y="1983887"/>
                </a:lnTo>
                <a:lnTo>
                  <a:pt x="12518105" y="6154046"/>
                </a:lnTo>
                <a:lnTo>
                  <a:pt x="466875" y="8001390"/>
                </a:lnTo>
                <a:lnTo>
                  <a:pt x="0" y="4955711"/>
                </a:lnTo>
                <a:lnTo>
                  <a:pt x="42486" y="4475256"/>
                </a:lnTo>
                <a:cubicBezTo>
                  <a:pt x="176882" y="3329722"/>
                  <a:pt x="508560" y="2276108"/>
                  <a:pt x="1137332" y="1574871"/>
                </a:cubicBezTo>
                <a:cubicBezTo>
                  <a:pt x="1382561" y="1290994"/>
                  <a:pt x="1680190" y="1054555"/>
                  <a:pt x="2014821" y="858369"/>
                </a:cubicBezTo>
                <a:close/>
              </a:path>
            </a:pathLst>
          </a:custGeom>
          <a:solidFill>
            <a:srgbClr val="DFF3FF"/>
          </a:solidFill>
          <a:ln w="66614" cap="flat">
            <a:noFill/>
            <a:prstDash val="solid"/>
            <a:miter/>
          </a:ln>
        </p:spPr>
        <p:txBody>
          <a:bodyPr wrap="square" rtlCol="0" anchor="ctr">
            <a:noAutofit/>
          </a:bodyPr>
          <a:lstStyle/>
          <a:p>
            <a:endParaRPr lang="en-US"/>
          </a:p>
        </p:txBody>
      </p:sp>
      <p:pic>
        <p:nvPicPr>
          <p:cNvPr id="11" name="Graphic 10">
            <a:extLst>
              <a:ext uri="{FF2B5EF4-FFF2-40B4-BE49-F238E27FC236}">
                <a16:creationId xmlns:a16="http://schemas.microsoft.com/office/drawing/2014/main" id="{C7DD0D76-BBBB-29F1-ED98-0F631BBF8E94}"/>
              </a:ext>
            </a:extLst>
          </p:cNvPr>
          <p:cNvPicPr>
            <a:picLocks noChangeAspect="1"/>
          </p:cNvPicPr>
          <p:nvPr userDrawn="1"/>
        </p:nvPicPr>
        <p:blipFill>
          <a:blip r:embed="rId2">
            <a:extLst>
              <a:ext uri="{96DAC541-7B7A-43D3-8B79-37D633B846F1}">
                <asvg:svgBlip xmlns:asvg="http://schemas.microsoft.com/office/drawing/2016/SVG/main" r:embed="rId3"/>
              </a:ext>
            </a:extLst>
          </a:blip>
          <a:srcRect r="414"/>
          <a:stretch>
            <a:fillRect/>
          </a:stretch>
        </p:blipFill>
        <p:spPr>
          <a:xfrm rot="21272316">
            <a:off x="-246321" y="-415308"/>
            <a:ext cx="12992681" cy="13046694"/>
          </a:xfrm>
          <a:custGeom>
            <a:avLst/>
            <a:gdLst>
              <a:gd name="connsiteX0" fmla="*/ 0 w 12992681"/>
              <a:gd name="connsiteY0" fmla="*/ 12796524 h 13046694"/>
              <a:gd name="connsiteX1" fmla="*/ 2616587 w 12992681"/>
              <a:gd name="connsiteY1" fmla="*/ 13046694 h 13046694"/>
              <a:gd name="connsiteX2" fmla="*/ 0 w 12992681"/>
              <a:gd name="connsiteY2" fmla="*/ 13046694 h 13046694"/>
              <a:gd name="connsiteX3" fmla="*/ 2443841 w 12992681"/>
              <a:gd name="connsiteY3" fmla="*/ 0 h 13046694"/>
              <a:gd name="connsiteX4" fmla="*/ 12992681 w 12992681"/>
              <a:gd name="connsiteY4" fmla="*/ 1008566 h 13046694"/>
              <a:gd name="connsiteX5" fmla="*/ 12339493 w 12992681"/>
              <a:gd name="connsiteY5" fmla="*/ 7840426 h 13046694"/>
              <a:gd name="connsiteX6" fmla="*/ 202839 w 12992681"/>
              <a:gd name="connsiteY6" fmla="*/ 6680051 h 13046694"/>
              <a:gd name="connsiteX7" fmla="*/ 841513 w 12992681"/>
              <a:gd name="connsiteY7" fmla="*/ 0 h 1304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92681" h="13046694">
                <a:moveTo>
                  <a:pt x="0" y="12796524"/>
                </a:moveTo>
                <a:lnTo>
                  <a:pt x="2616587" y="13046694"/>
                </a:lnTo>
                <a:lnTo>
                  <a:pt x="0" y="13046694"/>
                </a:lnTo>
                <a:close/>
                <a:moveTo>
                  <a:pt x="2443841" y="0"/>
                </a:moveTo>
                <a:lnTo>
                  <a:pt x="12992681" y="1008566"/>
                </a:lnTo>
                <a:lnTo>
                  <a:pt x="12339493" y="7840426"/>
                </a:lnTo>
                <a:lnTo>
                  <a:pt x="202839" y="6680051"/>
                </a:lnTo>
                <a:lnTo>
                  <a:pt x="841513" y="0"/>
                </a:lnTo>
                <a:close/>
              </a:path>
            </a:pathLst>
          </a:custGeom>
        </p:spPr>
      </p:pic>
      <p:sp>
        <p:nvSpPr>
          <p:cNvPr id="5" name="Picture Placeholder 4">
            <a:extLst>
              <a:ext uri="{FF2B5EF4-FFF2-40B4-BE49-F238E27FC236}">
                <a16:creationId xmlns:a16="http://schemas.microsoft.com/office/drawing/2014/main" id="{E11C5EF6-5871-6EBD-E658-421626A9DDAC}"/>
              </a:ext>
            </a:extLst>
          </p:cNvPr>
          <p:cNvSpPr>
            <a:spLocks noGrp="1"/>
          </p:cNvSpPr>
          <p:nvPr>
            <p:ph type="pic" sz="quarter" idx="36"/>
          </p:nvPr>
        </p:nvSpPr>
        <p:spPr>
          <a:xfrm>
            <a:off x="1281097"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35" name="Picture Placeholder 34">
            <a:extLst>
              <a:ext uri="{FF2B5EF4-FFF2-40B4-BE49-F238E27FC236}">
                <a16:creationId xmlns:a16="http://schemas.microsoft.com/office/drawing/2014/main" id="{0786831E-0EBE-DDB2-29E5-18D345F2790F}"/>
              </a:ext>
            </a:extLst>
          </p:cNvPr>
          <p:cNvSpPr>
            <a:spLocks noGrp="1"/>
          </p:cNvSpPr>
          <p:nvPr>
            <p:ph type="pic" sz="quarter" idx="37"/>
          </p:nvPr>
        </p:nvSpPr>
        <p:spPr>
          <a:xfrm>
            <a:off x="4021394"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41" name="Picture Placeholder 40">
            <a:extLst>
              <a:ext uri="{FF2B5EF4-FFF2-40B4-BE49-F238E27FC236}">
                <a16:creationId xmlns:a16="http://schemas.microsoft.com/office/drawing/2014/main" id="{B227226F-7F73-B784-CC53-97FA1B6769F1}"/>
              </a:ext>
            </a:extLst>
          </p:cNvPr>
          <p:cNvSpPr>
            <a:spLocks noGrp="1"/>
          </p:cNvSpPr>
          <p:nvPr>
            <p:ph type="pic" sz="quarter" idx="38"/>
          </p:nvPr>
        </p:nvSpPr>
        <p:spPr>
          <a:xfrm>
            <a:off x="6765599"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0" name="Picture Placeholder 40">
            <a:extLst>
              <a:ext uri="{FF2B5EF4-FFF2-40B4-BE49-F238E27FC236}">
                <a16:creationId xmlns:a16="http://schemas.microsoft.com/office/drawing/2014/main" id="{72531428-F076-0B05-0A1D-EBD6FD16E362}"/>
              </a:ext>
            </a:extLst>
          </p:cNvPr>
          <p:cNvSpPr>
            <a:spLocks noGrp="1"/>
          </p:cNvSpPr>
          <p:nvPr>
            <p:ph type="pic" sz="quarter" idx="45"/>
          </p:nvPr>
        </p:nvSpPr>
        <p:spPr>
          <a:xfrm>
            <a:off x="9508306" y="116381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88" name="Picture Placeholder 34">
            <a:extLst>
              <a:ext uri="{FF2B5EF4-FFF2-40B4-BE49-F238E27FC236}">
                <a16:creationId xmlns:a16="http://schemas.microsoft.com/office/drawing/2014/main" id="{0E8BC7C1-39B0-A436-4460-9B01456F5165}"/>
              </a:ext>
            </a:extLst>
          </p:cNvPr>
          <p:cNvSpPr>
            <a:spLocks noGrp="1"/>
          </p:cNvSpPr>
          <p:nvPr>
            <p:ph type="pic" sz="quarter" idx="51"/>
          </p:nvPr>
        </p:nvSpPr>
        <p:spPr>
          <a:xfrm>
            <a:off x="4031760"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89" name="Picture Placeholder 40">
            <a:extLst>
              <a:ext uri="{FF2B5EF4-FFF2-40B4-BE49-F238E27FC236}">
                <a16:creationId xmlns:a16="http://schemas.microsoft.com/office/drawing/2014/main" id="{82DB77EA-0537-B073-4B4A-A2235EF37ED1}"/>
              </a:ext>
            </a:extLst>
          </p:cNvPr>
          <p:cNvSpPr>
            <a:spLocks noGrp="1"/>
          </p:cNvSpPr>
          <p:nvPr>
            <p:ph type="pic" sz="quarter" idx="52"/>
          </p:nvPr>
        </p:nvSpPr>
        <p:spPr>
          <a:xfrm>
            <a:off x="6789827"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9" name="Picture Placeholder 40">
            <a:extLst>
              <a:ext uri="{FF2B5EF4-FFF2-40B4-BE49-F238E27FC236}">
                <a16:creationId xmlns:a16="http://schemas.microsoft.com/office/drawing/2014/main" id="{37B8BD16-614E-4FCC-C209-B203986F2247}"/>
              </a:ext>
            </a:extLst>
          </p:cNvPr>
          <p:cNvSpPr>
            <a:spLocks noGrp="1"/>
          </p:cNvSpPr>
          <p:nvPr>
            <p:ph type="pic" sz="quarter" idx="60"/>
          </p:nvPr>
        </p:nvSpPr>
        <p:spPr>
          <a:xfrm>
            <a:off x="9526588" y="3727650"/>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1" name="Picture Placeholder 34">
            <a:extLst>
              <a:ext uri="{FF2B5EF4-FFF2-40B4-BE49-F238E27FC236}">
                <a16:creationId xmlns:a16="http://schemas.microsoft.com/office/drawing/2014/main" id="{832AA58F-CA1A-2A36-3592-4D42F3BA8351}"/>
              </a:ext>
            </a:extLst>
          </p:cNvPr>
          <p:cNvSpPr>
            <a:spLocks noGrp="1"/>
          </p:cNvSpPr>
          <p:nvPr>
            <p:ph type="pic" sz="quarter" idx="61"/>
          </p:nvPr>
        </p:nvSpPr>
        <p:spPr>
          <a:xfrm>
            <a:off x="1294999"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6F478386-E853-3A37-41AA-49FC4FF0E42E}"/>
              </a:ext>
            </a:extLst>
          </p:cNvPr>
          <p:cNvSpPr>
            <a:spLocks noGrp="1"/>
          </p:cNvSpPr>
          <p:nvPr>
            <p:ph type="body" sz="quarter" idx="68" hasCustomPrompt="1"/>
          </p:nvPr>
        </p:nvSpPr>
        <p:spPr>
          <a:xfrm>
            <a:off x="719269" y="2645016"/>
            <a:ext cx="2531628" cy="376443"/>
          </a:xfrm>
        </p:spPr>
        <p:txBody>
          <a:bodyPr/>
          <a:lstStyle>
            <a:lvl1pPr algn="ctr">
              <a:defRPr sz="2000">
                <a:latin typeface="+mj-lt"/>
              </a:defRPr>
            </a:lvl1pPr>
          </a:lstStyle>
          <a:p>
            <a:pPr lvl="0"/>
            <a:r>
              <a:rPr lang="en-US"/>
              <a:t>Insert name</a:t>
            </a:r>
          </a:p>
        </p:txBody>
      </p:sp>
      <p:sp>
        <p:nvSpPr>
          <p:cNvPr id="38" name="Text Placeholder 33">
            <a:extLst>
              <a:ext uri="{FF2B5EF4-FFF2-40B4-BE49-F238E27FC236}">
                <a16:creationId xmlns:a16="http://schemas.microsoft.com/office/drawing/2014/main" id="{2574D358-D284-6175-C954-F129C00F3B7E}"/>
              </a:ext>
            </a:extLst>
          </p:cNvPr>
          <p:cNvSpPr>
            <a:spLocks noGrp="1"/>
          </p:cNvSpPr>
          <p:nvPr>
            <p:ph type="body" sz="quarter" idx="69" hasCustomPrompt="1"/>
          </p:nvPr>
        </p:nvSpPr>
        <p:spPr>
          <a:xfrm>
            <a:off x="719269" y="2988642"/>
            <a:ext cx="2531628" cy="376443"/>
          </a:xfrm>
        </p:spPr>
        <p:txBody>
          <a:bodyPr/>
          <a:lstStyle>
            <a:lvl1pPr algn="ctr">
              <a:defRPr sz="1400">
                <a:latin typeface="+mn-lt"/>
              </a:defRPr>
            </a:lvl1pPr>
          </a:lstStyle>
          <a:p>
            <a:pPr lvl="0"/>
            <a:r>
              <a:rPr lang="en-US"/>
              <a:t>Insert title</a:t>
            </a:r>
          </a:p>
        </p:txBody>
      </p:sp>
      <p:sp>
        <p:nvSpPr>
          <p:cNvPr id="39" name="Text Placeholder 33">
            <a:extLst>
              <a:ext uri="{FF2B5EF4-FFF2-40B4-BE49-F238E27FC236}">
                <a16:creationId xmlns:a16="http://schemas.microsoft.com/office/drawing/2014/main" id="{D8D3D336-0051-889C-F070-71EDC5E8D586}"/>
              </a:ext>
            </a:extLst>
          </p:cNvPr>
          <p:cNvSpPr>
            <a:spLocks noGrp="1"/>
          </p:cNvSpPr>
          <p:nvPr>
            <p:ph type="body" sz="quarter" idx="70" hasCustomPrompt="1"/>
          </p:nvPr>
        </p:nvSpPr>
        <p:spPr>
          <a:xfrm>
            <a:off x="3445904" y="2645016"/>
            <a:ext cx="2531628" cy="376443"/>
          </a:xfrm>
        </p:spPr>
        <p:txBody>
          <a:bodyPr/>
          <a:lstStyle>
            <a:lvl1pPr algn="ctr">
              <a:defRPr sz="2000">
                <a:latin typeface="+mj-lt"/>
              </a:defRPr>
            </a:lvl1pPr>
          </a:lstStyle>
          <a:p>
            <a:pPr lvl="0"/>
            <a:r>
              <a:rPr lang="en-US"/>
              <a:t>Insert name</a:t>
            </a:r>
          </a:p>
        </p:txBody>
      </p:sp>
      <p:sp>
        <p:nvSpPr>
          <p:cNvPr id="40" name="Text Placeholder 33">
            <a:extLst>
              <a:ext uri="{FF2B5EF4-FFF2-40B4-BE49-F238E27FC236}">
                <a16:creationId xmlns:a16="http://schemas.microsoft.com/office/drawing/2014/main" id="{2BBB948C-56E7-4816-B90A-FA77A99520D7}"/>
              </a:ext>
            </a:extLst>
          </p:cNvPr>
          <p:cNvSpPr>
            <a:spLocks noGrp="1"/>
          </p:cNvSpPr>
          <p:nvPr>
            <p:ph type="body" sz="quarter" idx="71" hasCustomPrompt="1"/>
          </p:nvPr>
        </p:nvSpPr>
        <p:spPr>
          <a:xfrm>
            <a:off x="3445904" y="2988642"/>
            <a:ext cx="2531628" cy="376443"/>
          </a:xfrm>
        </p:spPr>
        <p:txBody>
          <a:bodyPr/>
          <a:lstStyle>
            <a:lvl1pPr marL="0" marR="0" indent="0" algn="ctr" defTabSz="914400" rtl="0" eaLnBrk="1" fontAlgn="auto" latinLnBrk="0" hangingPunct="1">
              <a:lnSpc>
                <a:spcPct val="100000"/>
              </a:lnSpc>
              <a:spcBef>
                <a:spcPts val="0"/>
              </a:spcBef>
              <a:spcAft>
                <a:spcPts val="600"/>
              </a:spcAft>
              <a:buClrTx/>
              <a:buSzTx/>
              <a:buFont typeface="Arial"/>
              <a:buNone/>
              <a:tabLst/>
              <a:defRPr sz="1400">
                <a:latin typeface="+mn-lt"/>
              </a:defRPr>
            </a:lvl1pPr>
          </a:lstStyle>
          <a:p>
            <a:pPr marL="0" marR="0" lvl="0" indent="0" algn="ctr" defTabSz="914400" rtl="0" eaLnBrk="1" fontAlgn="auto" latinLnBrk="0" hangingPunct="1">
              <a:lnSpc>
                <a:spcPct val="100000"/>
              </a:lnSpc>
              <a:spcBef>
                <a:spcPts val="0"/>
              </a:spcBef>
              <a:spcAft>
                <a:spcPts val="600"/>
              </a:spcAft>
              <a:buClrTx/>
              <a:buSzTx/>
              <a:buFont typeface="Arial"/>
              <a:buNone/>
              <a:tabLst/>
              <a:defRPr/>
            </a:pPr>
            <a:r>
              <a:rPr lang="en-US" err="1"/>
              <a:t>IInsert</a:t>
            </a:r>
            <a:r>
              <a:rPr lang="en-US"/>
              <a:t> title</a:t>
            </a:r>
          </a:p>
          <a:p>
            <a:pPr lvl="0"/>
            <a:endParaRPr lang="en-US"/>
          </a:p>
        </p:txBody>
      </p:sp>
      <p:sp>
        <p:nvSpPr>
          <p:cNvPr id="42" name="Text Placeholder 33">
            <a:extLst>
              <a:ext uri="{FF2B5EF4-FFF2-40B4-BE49-F238E27FC236}">
                <a16:creationId xmlns:a16="http://schemas.microsoft.com/office/drawing/2014/main" id="{A78EEB62-8432-B64B-A2AC-6959F810542A}"/>
              </a:ext>
            </a:extLst>
          </p:cNvPr>
          <p:cNvSpPr>
            <a:spLocks noGrp="1"/>
          </p:cNvSpPr>
          <p:nvPr>
            <p:ph type="body" sz="quarter" idx="72" hasCustomPrompt="1"/>
          </p:nvPr>
        </p:nvSpPr>
        <p:spPr>
          <a:xfrm>
            <a:off x="6214470" y="2645016"/>
            <a:ext cx="2531628" cy="376443"/>
          </a:xfrm>
        </p:spPr>
        <p:txBody>
          <a:bodyPr/>
          <a:lstStyle>
            <a:lvl1pPr algn="ctr">
              <a:defRPr sz="2000">
                <a:latin typeface="+mj-lt"/>
              </a:defRPr>
            </a:lvl1pPr>
          </a:lstStyle>
          <a:p>
            <a:pPr lvl="0"/>
            <a:r>
              <a:rPr lang="en-US"/>
              <a:t>Insert name</a:t>
            </a:r>
          </a:p>
        </p:txBody>
      </p:sp>
      <p:sp>
        <p:nvSpPr>
          <p:cNvPr id="44" name="Text Placeholder 33">
            <a:extLst>
              <a:ext uri="{FF2B5EF4-FFF2-40B4-BE49-F238E27FC236}">
                <a16:creationId xmlns:a16="http://schemas.microsoft.com/office/drawing/2014/main" id="{1D200BEF-280E-F591-03D3-F3EDCE5F7F02}"/>
              </a:ext>
            </a:extLst>
          </p:cNvPr>
          <p:cNvSpPr>
            <a:spLocks noGrp="1"/>
          </p:cNvSpPr>
          <p:nvPr>
            <p:ph type="body" sz="quarter" idx="73" hasCustomPrompt="1"/>
          </p:nvPr>
        </p:nvSpPr>
        <p:spPr>
          <a:xfrm>
            <a:off x="6214470" y="2988642"/>
            <a:ext cx="2531628" cy="376443"/>
          </a:xfrm>
        </p:spPr>
        <p:txBody>
          <a:bodyPr/>
          <a:lstStyle>
            <a:lvl1pPr algn="ctr">
              <a:defRPr sz="1400">
                <a:latin typeface="+mn-lt"/>
              </a:defRPr>
            </a:lvl1pPr>
          </a:lstStyle>
          <a:p>
            <a:pPr lvl="0"/>
            <a:r>
              <a:rPr lang="en-US"/>
              <a:t>Insert title</a:t>
            </a:r>
          </a:p>
        </p:txBody>
      </p:sp>
      <p:sp>
        <p:nvSpPr>
          <p:cNvPr id="46" name="Text Placeholder 33">
            <a:extLst>
              <a:ext uri="{FF2B5EF4-FFF2-40B4-BE49-F238E27FC236}">
                <a16:creationId xmlns:a16="http://schemas.microsoft.com/office/drawing/2014/main" id="{3924F1FF-781F-626E-A6AE-438858877BD3}"/>
              </a:ext>
            </a:extLst>
          </p:cNvPr>
          <p:cNvSpPr>
            <a:spLocks noGrp="1"/>
          </p:cNvSpPr>
          <p:nvPr>
            <p:ph type="body" sz="quarter" idx="74" hasCustomPrompt="1"/>
          </p:nvPr>
        </p:nvSpPr>
        <p:spPr>
          <a:xfrm>
            <a:off x="8941105" y="2645016"/>
            <a:ext cx="2531628" cy="376443"/>
          </a:xfrm>
        </p:spPr>
        <p:txBody>
          <a:bodyPr/>
          <a:lstStyle>
            <a:lvl1pPr algn="ctr">
              <a:defRPr sz="2000">
                <a:latin typeface="+mj-lt"/>
              </a:defRPr>
            </a:lvl1pPr>
          </a:lstStyle>
          <a:p>
            <a:pPr lvl="0"/>
            <a:r>
              <a:rPr lang="en-US"/>
              <a:t>Insert name</a:t>
            </a:r>
          </a:p>
        </p:txBody>
      </p:sp>
      <p:sp>
        <p:nvSpPr>
          <p:cNvPr id="47" name="Text Placeholder 33">
            <a:extLst>
              <a:ext uri="{FF2B5EF4-FFF2-40B4-BE49-F238E27FC236}">
                <a16:creationId xmlns:a16="http://schemas.microsoft.com/office/drawing/2014/main" id="{E6FCAB45-8A6A-7276-0F92-6B473D184256}"/>
              </a:ext>
            </a:extLst>
          </p:cNvPr>
          <p:cNvSpPr>
            <a:spLocks noGrp="1"/>
          </p:cNvSpPr>
          <p:nvPr>
            <p:ph type="body" sz="quarter" idx="75" hasCustomPrompt="1"/>
          </p:nvPr>
        </p:nvSpPr>
        <p:spPr>
          <a:xfrm>
            <a:off x="8941105" y="2988642"/>
            <a:ext cx="2531628" cy="376443"/>
          </a:xfrm>
        </p:spPr>
        <p:txBody>
          <a:bodyPr/>
          <a:lstStyle>
            <a:lvl1pPr algn="ctr">
              <a:defRPr sz="1400">
                <a:latin typeface="+mn-lt"/>
              </a:defRPr>
            </a:lvl1pPr>
          </a:lstStyle>
          <a:p>
            <a:pPr lvl="0"/>
            <a:r>
              <a:rPr lang="en-US"/>
              <a:t>Insert title</a:t>
            </a:r>
          </a:p>
        </p:txBody>
      </p:sp>
      <p:sp>
        <p:nvSpPr>
          <p:cNvPr id="48" name="Text Placeholder 33">
            <a:extLst>
              <a:ext uri="{FF2B5EF4-FFF2-40B4-BE49-F238E27FC236}">
                <a16:creationId xmlns:a16="http://schemas.microsoft.com/office/drawing/2014/main" id="{0BDB1C5C-8804-DA8E-5662-6B390A60EB8B}"/>
              </a:ext>
            </a:extLst>
          </p:cNvPr>
          <p:cNvSpPr>
            <a:spLocks noGrp="1"/>
          </p:cNvSpPr>
          <p:nvPr>
            <p:ph type="body" sz="quarter" idx="76" hasCustomPrompt="1"/>
          </p:nvPr>
        </p:nvSpPr>
        <p:spPr>
          <a:xfrm>
            <a:off x="719267" y="5202092"/>
            <a:ext cx="2531628" cy="376443"/>
          </a:xfrm>
        </p:spPr>
        <p:txBody>
          <a:bodyPr/>
          <a:lstStyle>
            <a:lvl1pPr algn="ctr">
              <a:defRPr sz="2000">
                <a:latin typeface="+mj-lt"/>
              </a:defRPr>
            </a:lvl1pPr>
          </a:lstStyle>
          <a:p>
            <a:pPr lvl="0"/>
            <a:r>
              <a:rPr lang="en-US"/>
              <a:t>Insert name</a:t>
            </a:r>
          </a:p>
        </p:txBody>
      </p:sp>
      <p:sp>
        <p:nvSpPr>
          <p:cNvPr id="49" name="Text Placeholder 33">
            <a:extLst>
              <a:ext uri="{FF2B5EF4-FFF2-40B4-BE49-F238E27FC236}">
                <a16:creationId xmlns:a16="http://schemas.microsoft.com/office/drawing/2014/main" id="{9E44859D-41A9-91A8-C195-E3C2D43B3DD9}"/>
              </a:ext>
            </a:extLst>
          </p:cNvPr>
          <p:cNvSpPr>
            <a:spLocks noGrp="1"/>
          </p:cNvSpPr>
          <p:nvPr>
            <p:ph type="body" sz="quarter" idx="77" hasCustomPrompt="1"/>
          </p:nvPr>
        </p:nvSpPr>
        <p:spPr>
          <a:xfrm>
            <a:off x="719267" y="5545718"/>
            <a:ext cx="2531628" cy="376443"/>
          </a:xfrm>
        </p:spPr>
        <p:txBody>
          <a:bodyPr/>
          <a:lstStyle>
            <a:lvl1pPr algn="ctr">
              <a:defRPr sz="1400">
                <a:latin typeface="+mn-lt"/>
              </a:defRPr>
            </a:lvl1pPr>
          </a:lstStyle>
          <a:p>
            <a:pPr lvl="0"/>
            <a:r>
              <a:rPr lang="en-US"/>
              <a:t>Insert title</a:t>
            </a:r>
          </a:p>
        </p:txBody>
      </p:sp>
      <p:sp>
        <p:nvSpPr>
          <p:cNvPr id="50" name="Text Placeholder 33">
            <a:extLst>
              <a:ext uri="{FF2B5EF4-FFF2-40B4-BE49-F238E27FC236}">
                <a16:creationId xmlns:a16="http://schemas.microsoft.com/office/drawing/2014/main" id="{03CC1604-2433-C15E-03FA-EB8484FCB9A5}"/>
              </a:ext>
            </a:extLst>
          </p:cNvPr>
          <p:cNvSpPr>
            <a:spLocks noGrp="1"/>
          </p:cNvSpPr>
          <p:nvPr>
            <p:ph type="body" sz="quarter" idx="78" hasCustomPrompt="1"/>
          </p:nvPr>
        </p:nvSpPr>
        <p:spPr>
          <a:xfrm>
            <a:off x="3445902" y="5202092"/>
            <a:ext cx="2531628" cy="376443"/>
          </a:xfrm>
        </p:spPr>
        <p:txBody>
          <a:bodyPr/>
          <a:lstStyle>
            <a:lvl1pPr algn="ctr">
              <a:defRPr sz="2000">
                <a:latin typeface="+mj-lt"/>
              </a:defRPr>
            </a:lvl1pPr>
          </a:lstStyle>
          <a:p>
            <a:pPr lvl="0"/>
            <a:r>
              <a:rPr lang="en-US"/>
              <a:t>Insert name</a:t>
            </a:r>
          </a:p>
        </p:txBody>
      </p:sp>
      <p:sp>
        <p:nvSpPr>
          <p:cNvPr id="51" name="Text Placeholder 33">
            <a:extLst>
              <a:ext uri="{FF2B5EF4-FFF2-40B4-BE49-F238E27FC236}">
                <a16:creationId xmlns:a16="http://schemas.microsoft.com/office/drawing/2014/main" id="{874D3ACD-238E-98F5-7905-0489BB4EB13F}"/>
              </a:ext>
            </a:extLst>
          </p:cNvPr>
          <p:cNvSpPr>
            <a:spLocks noGrp="1"/>
          </p:cNvSpPr>
          <p:nvPr>
            <p:ph type="body" sz="quarter" idx="79" hasCustomPrompt="1"/>
          </p:nvPr>
        </p:nvSpPr>
        <p:spPr>
          <a:xfrm>
            <a:off x="3445902" y="5545718"/>
            <a:ext cx="2531628" cy="376443"/>
          </a:xfrm>
        </p:spPr>
        <p:txBody>
          <a:bodyPr/>
          <a:lstStyle>
            <a:lvl1pPr algn="ctr">
              <a:defRPr sz="1400">
                <a:latin typeface="+mn-lt"/>
              </a:defRPr>
            </a:lvl1pPr>
          </a:lstStyle>
          <a:p>
            <a:pPr lvl="0"/>
            <a:r>
              <a:rPr lang="en-US"/>
              <a:t>Insert title</a:t>
            </a:r>
          </a:p>
        </p:txBody>
      </p:sp>
      <p:sp>
        <p:nvSpPr>
          <p:cNvPr id="52" name="Text Placeholder 33">
            <a:extLst>
              <a:ext uri="{FF2B5EF4-FFF2-40B4-BE49-F238E27FC236}">
                <a16:creationId xmlns:a16="http://schemas.microsoft.com/office/drawing/2014/main" id="{3C8E8890-F8A2-5F14-2946-A9B4EE35478A}"/>
              </a:ext>
            </a:extLst>
          </p:cNvPr>
          <p:cNvSpPr>
            <a:spLocks noGrp="1"/>
          </p:cNvSpPr>
          <p:nvPr>
            <p:ph type="body" sz="quarter" idx="80" hasCustomPrompt="1"/>
          </p:nvPr>
        </p:nvSpPr>
        <p:spPr>
          <a:xfrm>
            <a:off x="6214468" y="5202092"/>
            <a:ext cx="2531628" cy="376443"/>
          </a:xfrm>
        </p:spPr>
        <p:txBody>
          <a:bodyPr/>
          <a:lstStyle>
            <a:lvl1pPr algn="ctr">
              <a:defRPr sz="2000">
                <a:latin typeface="+mj-lt"/>
              </a:defRPr>
            </a:lvl1pPr>
          </a:lstStyle>
          <a:p>
            <a:pPr lvl="0"/>
            <a:r>
              <a:rPr lang="en-US"/>
              <a:t>Insert name</a:t>
            </a:r>
          </a:p>
        </p:txBody>
      </p:sp>
      <p:sp>
        <p:nvSpPr>
          <p:cNvPr id="53" name="Text Placeholder 33">
            <a:extLst>
              <a:ext uri="{FF2B5EF4-FFF2-40B4-BE49-F238E27FC236}">
                <a16:creationId xmlns:a16="http://schemas.microsoft.com/office/drawing/2014/main" id="{F07637DE-DA6D-8879-CB33-677ED7F276D7}"/>
              </a:ext>
            </a:extLst>
          </p:cNvPr>
          <p:cNvSpPr>
            <a:spLocks noGrp="1"/>
          </p:cNvSpPr>
          <p:nvPr>
            <p:ph type="body" sz="quarter" idx="81" hasCustomPrompt="1"/>
          </p:nvPr>
        </p:nvSpPr>
        <p:spPr>
          <a:xfrm>
            <a:off x="6214468" y="5545718"/>
            <a:ext cx="2531628" cy="376443"/>
          </a:xfrm>
        </p:spPr>
        <p:txBody>
          <a:bodyPr/>
          <a:lstStyle>
            <a:lvl1pPr algn="ctr">
              <a:defRPr sz="1400">
                <a:latin typeface="+mn-lt"/>
              </a:defRPr>
            </a:lvl1pPr>
          </a:lstStyle>
          <a:p>
            <a:pPr lvl="0"/>
            <a:r>
              <a:rPr lang="en-US"/>
              <a:t>Insert title</a:t>
            </a:r>
          </a:p>
        </p:txBody>
      </p:sp>
      <p:sp>
        <p:nvSpPr>
          <p:cNvPr id="54" name="Text Placeholder 33">
            <a:extLst>
              <a:ext uri="{FF2B5EF4-FFF2-40B4-BE49-F238E27FC236}">
                <a16:creationId xmlns:a16="http://schemas.microsoft.com/office/drawing/2014/main" id="{9F08856B-9414-9B26-FAB2-231D50FE1282}"/>
              </a:ext>
            </a:extLst>
          </p:cNvPr>
          <p:cNvSpPr>
            <a:spLocks noGrp="1"/>
          </p:cNvSpPr>
          <p:nvPr>
            <p:ph type="body" sz="quarter" idx="82" hasCustomPrompt="1"/>
          </p:nvPr>
        </p:nvSpPr>
        <p:spPr>
          <a:xfrm>
            <a:off x="8941103" y="5202092"/>
            <a:ext cx="2531628" cy="376443"/>
          </a:xfrm>
        </p:spPr>
        <p:txBody>
          <a:bodyPr/>
          <a:lstStyle>
            <a:lvl1pPr algn="ctr">
              <a:defRPr sz="2000">
                <a:latin typeface="+mj-lt"/>
              </a:defRPr>
            </a:lvl1pPr>
          </a:lstStyle>
          <a:p>
            <a:pPr lvl="0"/>
            <a:r>
              <a:rPr lang="en-US"/>
              <a:t>Insert name</a:t>
            </a:r>
          </a:p>
        </p:txBody>
      </p:sp>
      <p:sp>
        <p:nvSpPr>
          <p:cNvPr id="55" name="Text Placeholder 33">
            <a:extLst>
              <a:ext uri="{FF2B5EF4-FFF2-40B4-BE49-F238E27FC236}">
                <a16:creationId xmlns:a16="http://schemas.microsoft.com/office/drawing/2014/main" id="{B364E2DC-C8FF-F623-EE59-D6C098C3E427}"/>
              </a:ext>
            </a:extLst>
          </p:cNvPr>
          <p:cNvSpPr>
            <a:spLocks noGrp="1"/>
          </p:cNvSpPr>
          <p:nvPr>
            <p:ph type="body" sz="quarter" idx="83" hasCustomPrompt="1"/>
          </p:nvPr>
        </p:nvSpPr>
        <p:spPr>
          <a:xfrm>
            <a:off x="8941103" y="5545718"/>
            <a:ext cx="2531628" cy="376443"/>
          </a:xfrm>
        </p:spPr>
        <p:txBody>
          <a:bodyPr/>
          <a:lstStyle>
            <a:lvl1pPr algn="ctr">
              <a:defRPr sz="1400">
                <a:latin typeface="+mn-lt"/>
              </a:defRPr>
            </a:lvl1pPr>
          </a:lstStyle>
          <a:p>
            <a:pPr lvl="0"/>
            <a:r>
              <a:rPr lang="en-US"/>
              <a:t>Insert title</a:t>
            </a:r>
          </a:p>
        </p:txBody>
      </p:sp>
      <p:sp>
        <p:nvSpPr>
          <p:cNvPr id="2" name="TextBox 1">
            <a:extLst>
              <a:ext uri="{FF2B5EF4-FFF2-40B4-BE49-F238E27FC236}">
                <a16:creationId xmlns:a16="http://schemas.microsoft.com/office/drawing/2014/main" id="{118C7474-90D6-9BBE-0938-AB7DDFFFBD2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53729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shots_1">
    <p:bg>
      <p:bgPr>
        <a:solidFill>
          <a:srgbClr val="DEF3FF"/>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8F84F7D-38ED-E085-37DA-60660C0D22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F19C87A1-2A8F-8620-86C8-1FCFD7E6F2DA}"/>
              </a:ext>
            </a:extLst>
          </p:cNvPr>
          <p:cNvSpPr>
            <a:spLocks noGrp="1"/>
          </p:cNvSpPr>
          <p:nvPr>
            <p:ph type="subTitle" idx="1" hasCustomPrompt="1"/>
          </p:nvPr>
        </p:nvSpPr>
        <p:spPr>
          <a:xfrm>
            <a:off x="5687409" y="3501867"/>
            <a:ext cx="4400017" cy="481286"/>
          </a:xfrm>
          <a:prstGeom prst="rect">
            <a:avLst/>
          </a:prstGeom>
        </p:spPr>
        <p:txBody>
          <a:bodyPr lIns="0" anchor="t">
            <a:spAutoFit/>
          </a:bodyPr>
          <a:lstStyle>
            <a:lvl1pPr marL="0" indent="0" algn="l">
              <a:lnSpc>
                <a:spcPct val="120000"/>
              </a:lnSpc>
              <a:spcBef>
                <a:spcPts val="1200"/>
              </a:spcBef>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9" name="Title 10">
            <a:extLst>
              <a:ext uri="{FF2B5EF4-FFF2-40B4-BE49-F238E27FC236}">
                <a16:creationId xmlns:a16="http://schemas.microsoft.com/office/drawing/2014/main" id="{A1A667C8-54F1-BE5A-D248-A9DDE1B10847}"/>
              </a:ext>
            </a:extLst>
          </p:cNvPr>
          <p:cNvSpPr>
            <a:spLocks noGrp="1"/>
          </p:cNvSpPr>
          <p:nvPr>
            <p:ph type="title" hasCustomPrompt="1"/>
          </p:nvPr>
        </p:nvSpPr>
        <p:spPr>
          <a:xfrm>
            <a:off x="5687408" y="2774640"/>
            <a:ext cx="4400018" cy="654360"/>
          </a:xfrm>
          <a:prstGeom prst="rect">
            <a:avLst/>
          </a:prstGeom>
        </p:spPr>
        <p:txBody>
          <a:bodyPr vert="horz" lIns="0" anchor="b">
            <a:normAutofit/>
          </a:bodyPr>
          <a:lstStyle>
            <a:lvl1pPr algn="l">
              <a:defRPr sz="4400" b="0" i="0" baseline="0">
                <a:solidFill>
                  <a:schemeClr val="tx1"/>
                </a:solidFill>
                <a:latin typeface="+mj-lt"/>
                <a:cs typeface="Arial" panose="020B0604020202020204" pitchFamily="34" charset="0"/>
              </a:defRPr>
            </a:lvl1pPr>
          </a:lstStyle>
          <a:p>
            <a:r>
              <a:rPr lang="en-US"/>
              <a:t>Insert Name</a:t>
            </a:r>
          </a:p>
        </p:txBody>
      </p:sp>
      <p:sp>
        <p:nvSpPr>
          <p:cNvPr id="10" name="Picture Placeholder 47">
            <a:extLst>
              <a:ext uri="{FF2B5EF4-FFF2-40B4-BE49-F238E27FC236}">
                <a16:creationId xmlns:a16="http://schemas.microsoft.com/office/drawing/2014/main" id="{8CBCAF0D-B362-5397-2BEE-559B81535C11}"/>
              </a:ext>
            </a:extLst>
          </p:cNvPr>
          <p:cNvSpPr>
            <a:spLocks noGrp="1"/>
          </p:cNvSpPr>
          <p:nvPr>
            <p:ph type="pic" sz="quarter" idx="36"/>
          </p:nvPr>
        </p:nvSpPr>
        <p:spPr>
          <a:xfrm>
            <a:off x="2503357" y="2044535"/>
            <a:ext cx="2711733" cy="2711733"/>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4" name="TextBox 3">
            <a:extLst>
              <a:ext uri="{FF2B5EF4-FFF2-40B4-BE49-F238E27FC236}">
                <a16:creationId xmlns:a16="http://schemas.microsoft.com/office/drawing/2014/main" id="{9A11413F-B306-05B4-0C7B-0F988AC5596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54845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Headshots_1">
    <p:bg>
      <p:bgPr>
        <a:solidFill>
          <a:srgbClr val="DEF3FF"/>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FBEC430-6923-8476-7171-18466233F347}"/>
              </a:ext>
            </a:extLst>
          </p:cNvPr>
          <p:cNvSpPr>
            <a:spLocks noGrp="1"/>
          </p:cNvSpPr>
          <p:nvPr>
            <p:ph type="subTitle" idx="1" hasCustomPrompt="1"/>
          </p:nvPr>
        </p:nvSpPr>
        <p:spPr>
          <a:xfrm>
            <a:off x="1589549" y="4809202"/>
            <a:ext cx="4228562" cy="654360"/>
          </a:xfrm>
          <a:prstGeom prst="rect">
            <a:avLst/>
          </a:prstGeom>
        </p:spPr>
        <p:txBody>
          <a:bodyPr lIns="0" tIns="0" anchor="t">
            <a:noAutofit/>
          </a:bodyPr>
          <a:lstStyle>
            <a:lvl1pPr marL="0" indent="0" algn="ctr">
              <a:lnSpc>
                <a:spcPct val="120000"/>
              </a:lnSpc>
              <a:buNone/>
              <a:defRPr sz="24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5" name="Text Placeholder 63">
            <a:extLst>
              <a:ext uri="{FF2B5EF4-FFF2-40B4-BE49-F238E27FC236}">
                <a16:creationId xmlns:a16="http://schemas.microsoft.com/office/drawing/2014/main" id="{677E59D7-D251-9787-B312-D45EA8A2AC39}"/>
              </a:ext>
            </a:extLst>
          </p:cNvPr>
          <p:cNvSpPr>
            <a:spLocks noGrp="1"/>
          </p:cNvSpPr>
          <p:nvPr>
            <p:ph type="body" sz="quarter" idx="39" hasCustomPrompt="1"/>
          </p:nvPr>
        </p:nvSpPr>
        <p:spPr>
          <a:xfrm>
            <a:off x="6373888" y="4809202"/>
            <a:ext cx="4228561" cy="654049"/>
          </a:xfrm>
        </p:spPr>
        <p:txBody>
          <a:bodyPr tIns="0" anchor="t">
            <a:noAutofit/>
          </a:bodyPr>
          <a:lstStyle>
            <a:lvl1pPr algn="ctr">
              <a:lnSpc>
                <a:spcPct val="120000"/>
              </a:lnSpc>
              <a:defRPr sz="2400">
                <a:solidFill>
                  <a:schemeClr val="tx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Title</a:t>
            </a:r>
          </a:p>
        </p:txBody>
      </p:sp>
      <p:sp>
        <p:nvSpPr>
          <p:cNvPr id="6" name="Title 10">
            <a:extLst>
              <a:ext uri="{FF2B5EF4-FFF2-40B4-BE49-F238E27FC236}">
                <a16:creationId xmlns:a16="http://schemas.microsoft.com/office/drawing/2014/main" id="{BB478AFE-030B-5857-E61E-8779E39B4C2A}"/>
              </a:ext>
            </a:extLst>
          </p:cNvPr>
          <p:cNvSpPr>
            <a:spLocks noGrp="1"/>
          </p:cNvSpPr>
          <p:nvPr>
            <p:ph type="title" hasCustomPrompt="1"/>
          </p:nvPr>
        </p:nvSpPr>
        <p:spPr>
          <a:xfrm>
            <a:off x="1589550" y="4172565"/>
            <a:ext cx="4228561" cy="654360"/>
          </a:xfrm>
          <a:prstGeom prst="rect">
            <a:avLst/>
          </a:prstGeom>
        </p:spPr>
        <p:txBody>
          <a:bodyPr vert="horz" lIns="0" anchor="b">
            <a:noAutofit/>
          </a:bodyPr>
          <a:lstStyle>
            <a:lvl1pPr algn="ctr">
              <a:defRPr sz="3400" b="1" i="0" baseline="0">
                <a:solidFill>
                  <a:schemeClr val="tx1"/>
                </a:solidFill>
                <a:latin typeface="+mj-lt"/>
                <a:cs typeface="Arial" panose="020B0604020202020204" pitchFamily="34" charset="0"/>
              </a:defRPr>
            </a:lvl1pPr>
          </a:lstStyle>
          <a:p>
            <a:r>
              <a:rPr lang="en-US"/>
              <a:t>Insert Name</a:t>
            </a:r>
          </a:p>
        </p:txBody>
      </p:sp>
      <p:sp>
        <p:nvSpPr>
          <p:cNvPr id="7" name="Text Placeholder 63">
            <a:extLst>
              <a:ext uri="{FF2B5EF4-FFF2-40B4-BE49-F238E27FC236}">
                <a16:creationId xmlns:a16="http://schemas.microsoft.com/office/drawing/2014/main" id="{E9EA9BCC-E30C-8331-3BD9-C5642452AC90}"/>
              </a:ext>
            </a:extLst>
          </p:cNvPr>
          <p:cNvSpPr>
            <a:spLocks noGrp="1"/>
          </p:cNvSpPr>
          <p:nvPr>
            <p:ph type="body" sz="quarter" idx="38" hasCustomPrompt="1"/>
          </p:nvPr>
        </p:nvSpPr>
        <p:spPr>
          <a:xfrm>
            <a:off x="6373888" y="4172582"/>
            <a:ext cx="4228561" cy="654050"/>
          </a:xfrm>
        </p:spPr>
        <p:txBody>
          <a:bodyPr anchor="b">
            <a:noAutofit/>
          </a:bodyPr>
          <a:lstStyle>
            <a:lvl1pPr algn="ctr">
              <a:defRPr sz="34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Name</a:t>
            </a:r>
          </a:p>
        </p:txBody>
      </p:sp>
      <p:pic>
        <p:nvPicPr>
          <p:cNvPr id="11" name="Graphic 10">
            <a:extLst>
              <a:ext uri="{FF2B5EF4-FFF2-40B4-BE49-F238E27FC236}">
                <a16:creationId xmlns:a16="http://schemas.microsoft.com/office/drawing/2014/main" id="{750973A2-02C7-D695-44BF-93EC53E0809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2" name="Picture Placeholder 47">
            <a:extLst>
              <a:ext uri="{FF2B5EF4-FFF2-40B4-BE49-F238E27FC236}">
                <a16:creationId xmlns:a16="http://schemas.microsoft.com/office/drawing/2014/main" id="{9B46C098-29ED-815D-6845-079C0F1007C9}"/>
              </a:ext>
            </a:extLst>
          </p:cNvPr>
          <p:cNvSpPr>
            <a:spLocks noGrp="1"/>
          </p:cNvSpPr>
          <p:nvPr>
            <p:ph type="pic" sz="quarter" idx="36"/>
          </p:nvPr>
        </p:nvSpPr>
        <p:spPr>
          <a:xfrm>
            <a:off x="2380825" y="1425142"/>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3" name="Picture Placeholder 51">
            <a:extLst>
              <a:ext uri="{FF2B5EF4-FFF2-40B4-BE49-F238E27FC236}">
                <a16:creationId xmlns:a16="http://schemas.microsoft.com/office/drawing/2014/main" id="{A9BD702C-84C3-A7D2-4868-E7EA6D8C75D2}"/>
              </a:ext>
            </a:extLst>
          </p:cNvPr>
          <p:cNvSpPr>
            <a:spLocks noGrp="1"/>
          </p:cNvSpPr>
          <p:nvPr>
            <p:ph type="pic" sz="quarter" idx="37"/>
          </p:nvPr>
        </p:nvSpPr>
        <p:spPr>
          <a:xfrm>
            <a:off x="7165159" y="1436539"/>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5" name="TextBox 14">
            <a:extLst>
              <a:ext uri="{FF2B5EF4-FFF2-40B4-BE49-F238E27FC236}">
                <a16:creationId xmlns:a16="http://schemas.microsoft.com/office/drawing/2014/main" id="{E0BBF0E1-881E-F556-8143-703AD839B61C}"/>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5703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3_Headshots_1">
    <p:bg>
      <p:bgPr>
        <a:solidFill>
          <a:srgbClr val="DEF3FF"/>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A2BA740-0DEA-4025-51DA-2AC196D259A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E82A4D6C-CBDF-55FD-DD88-CDB5BE397F7D}"/>
              </a:ext>
            </a:extLst>
          </p:cNvPr>
          <p:cNvSpPr>
            <a:spLocks noGrp="1"/>
          </p:cNvSpPr>
          <p:nvPr>
            <p:ph type="subTitle" idx="1" hasCustomPrompt="1"/>
          </p:nvPr>
        </p:nvSpPr>
        <p:spPr>
          <a:xfrm>
            <a:off x="983194" y="4643848"/>
            <a:ext cx="3220209" cy="654360"/>
          </a:xfrm>
          <a:prstGeom prst="rect">
            <a:avLst/>
          </a:prstGeom>
        </p:spPr>
        <p:txBody>
          <a:bodyPr lIns="0" anchor="t">
            <a:normAutofit/>
          </a:bodyPr>
          <a:lstStyle>
            <a:lvl1pPr marL="0" indent="0" algn="ctr">
              <a:lnSpc>
                <a:spcPct val="120000"/>
              </a:lnSpc>
              <a:buNone/>
              <a:defRPr sz="1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9" name="Title 10">
            <a:extLst>
              <a:ext uri="{FF2B5EF4-FFF2-40B4-BE49-F238E27FC236}">
                <a16:creationId xmlns:a16="http://schemas.microsoft.com/office/drawing/2014/main" id="{BE987431-2D65-64F1-AB37-F6CE654D1388}"/>
              </a:ext>
            </a:extLst>
          </p:cNvPr>
          <p:cNvSpPr>
            <a:spLocks noGrp="1"/>
          </p:cNvSpPr>
          <p:nvPr>
            <p:ph type="title" hasCustomPrompt="1"/>
          </p:nvPr>
        </p:nvSpPr>
        <p:spPr>
          <a:xfrm>
            <a:off x="983194" y="4008061"/>
            <a:ext cx="3220208" cy="654360"/>
          </a:xfrm>
          <a:prstGeom prst="rect">
            <a:avLst/>
          </a:prstGeom>
        </p:spPr>
        <p:txBody>
          <a:bodyPr vert="horz" lIns="0" anchor="b">
            <a:normAutofit/>
          </a:bodyPr>
          <a:lstStyle>
            <a:lvl1pPr algn="ctr">
              <a:defRPr sz="3000" b="1" i="0" baseline="0">
                <a:solidFill>
                  <a:schemeClr val="tx1"/>
                </a:solidFill>
                <a:latin typeface="+mj-lt"/>
                <a:cs typeface="Arial" panose="020B0604020202020204" pitchFamily="34" charset="0"/>
              </a:defRPr>
            </a:lvl1pPr>
          </a:lstStyle>
          <a:p>
            <a:r>
              <a:rPr lang="en-US"/>
              <a:t>Insert Name</a:t>
            </a:r>
          </a:p>
        </p:txBody>
      </p:sp>
      <p:sp>
        <p:nvSpPr>
          <p:cNvPr id="10" name="Picture Placeholder 4">
            <a:extLst>
              <a:ext uri="{FF2B5EF4-FFF2-40B4-BE49-F238E27FC236}">
                <a16:creationId xmlns:a16="http://schemas.microsoft.com/office/drawing/2014/main" id="{58FC7FAD-65AE-718E-AAA4-16CD9B1E121E}"/>
              </a:ext>
            </a:extLst>
          </p:cNvPr>
          <p:cNvSpPr>
            <a:spLocks noGrp="1"/>
          </p:cNvSpPr>
          <p:nvPr>
            <p:ph type="pic" sz="quarter" idx="36"/>
          </p:nvPr>
        </p:nvSpPr>
        <p:spPr>
          <a:xfrm>
            <a:off x="1430883"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4" name="Picture Placeholder 34">
            <a:extLst>
              <a:ext uri="{FF2B5EF4-FFF2-40B4-BE49-F238E27FC236}">
                <a16:creationId xmlns:a16="http://schemas.microsoft.com/office/drawing/2014/main" id="{C280E1BE-E703-91E9-F958-2E588A7D29B1}"/>
              </a:ext>
            </a:extLst>
          </p:cNvPr>
          <p:cNvSpPr>
            <a:spLocks noGrp="1"/>
          </p:cNvSpPr>
          <p:nvPr>
            <p:ph type="pic" sz="quarter" idx="37"/>
          </p:nvPr>
        </p:nvSpPr>
        <p:spPr>
          <a:xfrm>
            <a:off x="4933585"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5" name="Picture Placeholder 40">
            <a:extLst>
              <a:ext uri="{FF2B5EF4-FFF2-40B4-BE49-F238E27FC236}">
                <a16:creationId xmlns:a16="http://schemas.microsoft.com/office/drawing/2014/main" id="{7BF7613C-0A61-9FD9-37FB-8C8F0520417F}"/>
              </a:ext>
            </a:extLst>
          </p:cNvPr>
          <p:cNvSpPr>
            <a:spLocks noGrp="1"/>
          </p:cNvSpPr>
          <p:nvPr>
            <p:ph type="pic" sz="quarter" idx="38"/>
          </p:nvPr>
        </p:nvSpPr>
        <p:spPr>
          <a:xfrm>
            <a:off x="8433639"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6" name="Text Placeholder 56">
            <a:extLst>
              <a:ext uri="{FF2B5EF4-FFF2-40B4-BE49-F238E27FC236}">
                <a16:creationId xmlns:a16="http://schemas.microsoft.com/office/drawing/2014/main" id="{F84B5B0D-CEDA-E775-1AFB-34C8E741D145}"/>
              </a:ext>
            </a:extLst>
          </p:cNvPr>
          <p:cNvSpPr>
            <a:spLocks noGrp="1"/>
          </p:cNvSpPr>
          <p:nvPr>
            <p:ph type="body" sz="quarter" idx="39" hasCustomPrompt="1"/>
          </p:nvPr>
        </p:nvSpPr>
        <p:spPr>
          <a:xfrm>
            <a:off x="4483202" y="4008371"/>
            <a:ext cx="3220208"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17" name="Text Placeholder 56">
            <a:extLst>
              <a:ext uri="{FF2B5EF4-FFF2-40B4-BE49-F238E27FC236}">
                <a16:creationId xmlns:a16="http://schemas.microsoft.com/office/drawing/2014/main" id="{F8179F2F-8645-A446-1073-F3BCB25BEA38}"/>
              </a:ext>
            </a:extLst>
          </p:cNvPr>
          <p:cNvSpPr>
            <a:spLocks noGrp="1"/>
          </p:cNvSpPr>
          <p:nvPr>
            <p:ph type="body" sz="quarter" idx="40" hasCustomPrompt="1"/>
          </p:nvPr>
        </p:nvSpPr>
        <p:spPr>
          <a:xfrm>
            <a:off x="4483202" y="4643848"/>
            <a:ext cx="3220208"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sp>
        <p:nvSpPr>
          <p:cNvPr id="18" name="Text Placeholder 56">
            <a:extLst>
              <a:ext uri="{FF2B5EF4-FFF2-40B4-BE49-F238E27FC236}">
                <a16:creationId xmlns:a16="http://schemas.microsoft.com/office/drawing/2014/main" id="{D89AB89D-AEAC-0C6F-6CAE-84EF987ED625}"/>
              </a:ext>
            </a:extLst>
          </p:cNvPr>
          <p:cNvSpPr>
            <a:spLocks noGrp="1"/>
          </p:cNvSpPr>
          <p:nvPr>
            <p:ph type="body" sz="quarter" idx="43" hasCustomPrompt="1"/>
          </p:nvPr>
        </p:nvSpPr>
        <p:spPr>
          <a:xfrm>
            <a:off x="7983210" y="4008371"/>
            <a:ext cx="3220209"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19" name="Text Placeholder 56">
            <a:extLst>
              <a:ext uri="{FF2B5EF4-FFF2-40B4-BE49-F238E27FC236}">
                <a16:creationId xmlns:a16="http://schemas.microsoft.com/office/drawing/2014/main" id="{B0184677-BEBC-14A1-51E7-57FCFCF00E5C}"/>
              </a:ext>
            </a:extLst>
          </p:cNvPr>
          <p:cNvSpPr>
            <a:spLocks noGrp="1"/>
          </p:cNvSpPr>
          <p:nvPr>
            <p:ph type="body" sz="quarter" idx="44" hasCustomPrompt="1"/>
          </p:nvPr>
        </p:nvSpPr>
        <p:spPr>
          <a:xfrm>
            <a:off x="7983210" y="4643848"/>
            <a:ext cx="3220209"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sp>
        <p:nvSpPr>
          <p:cNvPr id="4" name="TextBox 3">
            <a:extLst>
              <a:ext uri="{FF2B5EF4-FFF2-40B4-BE49-F238E27FC236}">
                <a16:creationId xmlns:a16="http://schemas.microsoft.com/office/drawing/2014/main" id="{468EE96D-1329-1F30-41C2-0AADE9FBA998}"/>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84382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_Headshots_1">
    <p:bg>
      <p:bgPr>
        <a:solidFill>
          <a:srgbClr val="DEF3FF"/>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421B7043-310D-7E2F-E1C6-6B5AE9ADB4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5" name="Picture Placeholder 4">
            <a:extLst>
              <a:ext uri="{FF2B5EF4-FFF2-40B4-BE49-F238E27FC236}">
                <a16:creationId xmlns:a16="http://schemas.microsoft.com/office/drawing/2014/main" id="{89D139E1-8AFF-4EBF-FC24-BA503E8D50C0}"/>
              </a:ext>
            </a:extLst>
          </p:cNvPr>
          <p:cNvSpPr>
            <a:spLocks noGrp="1"/>
          </p:cNvSpPr>
          <p:nvPr>
            <p:ph type="pic" sz="quarter" idx="36"/>
          </p:nvPr>
        </p:nvSpPr>
        <p:spPr>
          <a:xfrm>
            <a:off x="1281097"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6" name="Picture Placeholder 34">
            <a:extLst>
              <a:ext uri="{FF2B5EF4-FFF2-40B4-BE49-F238E27FC236}">
                <a16:creationId xmlns:a16="http://schemas.microsoft.com/office/drawing/2014/main" id="{6084F4F9-C617-D195-1EB6-0DE8D9D3A63B}"/>
              </a:ext>
            </a:extLst>
          </p:cNvPr>
          <p:cNvSpPr>
            <a:spLocks noGrp="1"/>
          </p:cNvSpPr>
          <p:nvPr>
            <p:ph type="pic" sz="quarter" idx="37"/>
          </p:nvPr>
        </p:nvSpPr>
        <p:spPr>
          <a:xfrm>
            <a:off x="4021394"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7" name="Picture Placeholder 40">
            <a:extLst>
              <a:ext uri="{FF2B5EF4-FFF2-40B4-BE49-F238E27FC236}">
                <a16:creationId xmlns:a16="http://schemas.microsoft.com/office/drawing/2014/main" id="{879BE6F3-2AB5-5A2F-68C4-F2407C343DE8}"/>
              </a:ext>
            </a:extLst>
          </p:cNvPr>
          <p:cNvSpPr>
            <a:spLocks noGrp="1"/>
          </p:cNvSpPr>
          <p:nvPr>
            <p:ph type="pic" sz="quarter" idx="38"/>
          </p:nvPr>
        </p:nvSpPr>
        <p:spPr>
          <a:xfrm>
            <a:off x="6765599"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1" name="Picture Placeholder 40">
            <a:extLst>
              <a:ext uri="{FF2B5EF4-FFF2-40B4-BE49-F238E27FC236}">
                <a16:creationId xmlns:a16="http://schemas.microsoft.com/office/drawing/2014/main" id="{39494682-59D8-6AD6-7308-42E16BDEFA89}"/>
              </a:ext>
            </a:extLst>
          </p:cNvPr>
          <p:cNvSpPr>
            <a:spLocks noGrp="1"/>
          </p:cNvSpPr>
          <p:nvPr>
            <p:ph type="pic" sz="quarter" idx="45"/>
          </p:nvPr>
        </p:nvSpPr>
        <p:spPr>
          <a:xfrm>
            <a:off x="9508306" y="116381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2" name="Picture Placeholder 34">
            <a:extLst>
              <a:ext uri="{FF2B5EF4-FFF2-40B4-BE49-F238E27FC236}">
                <a16:creationId xmlns:a16="http://schemas.microsoft.com/office/drawing/2014/main" id="{CB3C9639-268B-BD62-D1E1-2811BA5D0BCE}"/>
              </a:ext>
            </a:extLst>
          </p:cNvPr>
          <p:cNvSpPr>
            <a:spLocks noGrp="1"/>
          </p:cNvSpPr>
          <p:nvPr>
            <p:ph type="pic" sz="quarter" idx="51"/>
          </p:nvPr>
        </p:nvSpPr>
        <p:spPr>
          <a:xfrm>
            <a:off x="4031760"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3" name="Picture Placeholder 40">
            <a:extLst>
              <a:ext uri="{FF2B5EF4-FFF2-40B4-BE49-F238E27FC236}">
                <a16:creationId xmlns:a16="http://schemas.microsoft.com/office/drawing/2014/main" id="{6FA49088-BC00-C5C4-0FCB-40989A11A748}"/>
              </a:ext>
            </a:extLst>
          </p:cNvPr>
          <p:cNvSpPr>
            <a:spLocks noGrp="1"/>
          </p:cNvSpPr>
          <p:nvPr>
            <p:ph type="pic" sz="quarter" idx="52"/>
          </p:nvPr>
        </p:nvSpPr>
        <p:spPr>
          <a:xfrm>
            <a:off x="6789827"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0" name="Picture Placeholder 40">
            <a:extLst>
              <a:ext uri="{FF2B5EF4-FFF2-40B4-BE49-F238E27FC236}">
                <a16:creationId xmlns:a16="http://schemas.microsoft.com/office/drawing/2014/main" id="{A9CCC89C-1EE2-02ED-8335-1E4428BA5B39}"/>
              </a:ext>
            </a:extLst>
          </p:cNvPr>
          <p:cNvSpPr>
            <a:spLocks noGrp="1"/>
          </p:cNvSpPr>
          <p:nvPr>
            <p:ph type="pic" sz="quarter" idx="60"/>
          </p:nvPr>
        </p:nvSpPr>
        <p:spPr>
          <a:xfrm>
            <a:off x="9526588" y="3727650"/>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1" name="Picture Placeholder 34">
            <a:extLst>
              <a:ext uri="{FF2B5EF4-FFF2-40B4-BE49-F238E27FC236}">
                <a16:creationId xmlns:a16="http://schemas.microsoft.com/office/drawing/2014/main" id="{78353267-9988-730F-4A28-B80A4D92A510}"/>
              </a:ext>
            </a:extLst>
          </p:cNvPr>
          <p:cNvSpPr>
            <a:spLocks noGrp="1"/>
          </p:cNvSpPr>
          <p:nvPr>
            <p:ph type="pic" sz="quarter" idx="61"/>
          </p:nvPr>
        </p:nvSpPr>
        <p:spPr>
          <a:xfrm>
            <a:off x="1294999"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2" name="Text Placeholder 33">
            <a:extLst>
              <a:ext uri="{FF2B5EF4-FFF2-40B4-BE49-F238E27FC236}">
                <a16:creationId xmlns:a16="http://schemas.microsoft.com/office/drawing/2014/main" id="{D520B5C1-E197-5A59-54FF-D9EBA2A3415F}"/>
              </a:ext>
            </a:extLst>
          </p:cNvPr>
          <p:cNvSpPr>
            <a:spLocks noGrp="1"/>
          </p:cNvSpPr>
          <p:nvPr>
            <p:ph type="body" sz="quarter" idx="68" hasCustomPrompt="1"/>
          </p:nvPr>
        </p:nvSpPr>
        <p:spPr>
          <a:xfrm>
            <a:off x="719269" y="2645016"/>
            <a:ext cx="2531628" cy="376443"/>
          </a:xfrm>
        </p:spPr>
        <p:txBody>
          <a:bodyPr/>
          <a:lstStyle>
            <a:lvl1pPr algn="ctr">
              <a:defRPr sz="2000">
                <a:latin typeface="+mj-lt"/>
              </a:defRPr>
            </a:lvl1pPr>
          </a:lstStyle>
          <a:p>
            <a:pPr lvl="0"/>
            <a:r>
              <a:rPr lang="en-US"/>
              <a:t>Insert name</a:t>
            </a:r>
          </a:p>
        </p:txBody>
      </p:sp>
      <p:sp>
        <p:nvSpPr>
          <p:cNvPr id="23" name="Text Placeholder 33">
            <a:extLst>
              <a:ext uri="{FF2B5EF4-FFF2-40B4-BE49-F238E27FC236}">
                <a16:creationId xmlns:a16="http://schemas.microsoft.com/office/drawing/2014/main" id="{5F85DE0E-BB57-362A-F8CD-B587CA2CD53C}"/>
              </a:ext>
            </a:extLst>
          </p:cNvPr>
          <p:cNvSpPr>
            <a:spLocks noGrp="1"/>
          </p:cNvSpPr>
          <p:nvPr>
            <p:ph type="body" sz="quarter" idx="69" hasCustomPrompt="1"/>
          </p:nvPr>
        </p:nvSpPr>
        <p:spPr>
          <a:xfrm>
            <a:off x="719269" y="2988642"/>
            <a:ext cx="2531628" cy="376443"/>
          </a:xfrm>
        </p:spPr>
        <p:txBody>
          <a:bodyPr/>
          <a:lstStyle>
            <a:lvl1pPr algn="ctr">
              <a:defRPr sz="1400">
                <a:latin typeface="+mn-lt"/>
              </a:defRPr>
            </a:lvl1pPr>
          </a:lstStyle>
          <a:p>
            <a:pPr lvl="0"/>
            <a:r>
              <a:rPr lang="en-US"/>
              <a:t>Insert name</a:t>
            </a:r>
          </a:p>
        </p:txBody>
      </p:sp>
      <p:sp>
        <p:nvSpPr>
          <p:cNvPr id="24" name="Text Placeholder 33">
            <a:extLst>
              <a:ext uri="{FF2B5EF4-FFF2-40B4-BE49-F238E27FC236}">
                <a16:creationId xmlns:a16="http://schemas.microsoft.com/office/drawing/2014/main" id="{FF6C7084-1B9A-C91E-CAF7-06CE905E9AEA}"/>
              </a:ext>
            </a:extLst>
          </p:cNvPr>
          <p:cNvSpPr>
            <a:spLocks noGrp="1"/>
          </p:cNvSpPr>
          <p:nvPr>
            <p:ph type="body" sz="quarter" idx="70" hasCustomPrompt="1"/>
          </p:nvPr>
        </p:nvSpPr>
        <p:spPr>
          <a:xfrm>
            <a:off x="3445904" y="2645016"/>
            <a:ext cx="2531628" cy="376443"/>
          </a:xfrm>
        </p:spPr>
        <p:txBody>
          <a:bodyPr/>
          <a:lstStyle>
            <a:lvl1pPr algn="ctr">
              <a:defRPr sz="2000">
                <a:latin typeface="+mj-lt"/>
              </a:defRPr>
            </a:lvl1pPr>
          </a:lstStyle>
          <a:p>
            <a:pPr lvl="0"/>
            <a:r>
              <a:rPr lang="en-US"/>
              <a:t>Insert name</a:t>
            </a:r>
          </a:p>
        </p:txBody>
      </p:sp>
      <p:sp>
        <p:nvSpPr>
          <p:cNvPr id="25" name="Text Placeholder 33">
            <a:extLst>
              <a:ext uri="{FF2B5EF4-FFF2-40B4-BE49-F238E27FC236}">
                <a16:creationId xmlns:a16="http://schemas.microsoft.com/office/drawing/2014/main" id="{01CBB568-F6A4-C3A0-3DF4-B8FA7EA7E670}"/>
              </a:ext>
            </a:extLst>
          </p:cNvPr>
          <p:cNvSpPr>
            <a:spLocks noGrp="1"/>
          </p:cNvSpPr>
          <p:nvPr>
            <p:ph type="body" sz="quarter" idx="71" hasCustomPrompt="1"/>
          </p:nvPr>
        </p:nvSpPr>
        <p:spPr>
          <a:xfrm>
            <a:off x="3445904" y="2988642"/>
            <a:ext cx="2531628" cy="376443"/>
          </a:xfrm>
        </p:spPr>
        <p:txBody>
          <a:bodyPr/>
          <a:lstStyle>
            <a:lvl1pPr algn="ctr">
              <a:defRPr sz="1400">
                <a:latin typeface="+mn-lt"/>
              </a:defRPr>
            </a:lvl1pPr>
          </a:lstStyle>
          <a:p>
            <a:pPr lvl="0"/>
            <a:r>
              <a:rPr lang="en-US"/>
              <a:t>Insert name</a:t>
            </a:r>
          </a:p>
        </p:txBody>
      </p:sp>
      <p:sp>
        <p:nvSpPr>
          <p:cNvPr id="26" name="Text Placeholder 33">
            <a:extLst>
              <a:ext uri="{FF2B5EF4-FFF2-40B4-BE49-F238E27FC236}">
                <a16:creationId xmlns:a16="http://schemas.microsoft.com/office/drawing/2014/main" id="{54D4FCC9-02B8-0F91-E2D7-99837EA75109}"/>
              </a:ext>
            </a:extLst>
          </p:cNvPr>
          <p:cNvSpPr>
            <a:spLocks noGrp="1"/>
          </p:cNvSpPr>
          <p:nvPr>
            <p:ph type="body" sz="quarter" idx="72" hasCustomPrompt="1"/>
          </p:nvPr>
        </p:nvSpPr>
        <p:spPr>
          <a:xfrm>
            <a:off x="6214470" y="2645016"/>
            <a:ext cx="2531628" cy="376443"/>
          </a:xfrm>
        </p:spPr>
        <p:txBody>
          <a:bodyPr/>
          <a:lstStyle>
            <a:lvl1pPr algn="ctr">
              <a:defRPr sz="2000">
                <a:latin typeface="+mj-lt"/>
              </a:defRPr>
            </a:lvl1pPr>
          </a:lstStyle>
          <a:p>
            <a:pPr lvl="0"/>
            <a:r>
              <a:rPr lang="en-US"/>
              <a:t>Insert name</a:t>
            </a:r>
          </a:p>
        </p:txBody>
      </p:sp>
      <p:sp>
        <p:nvSpPr>
          <p:cNvPr id="27" name="Text Placeholder 33">
            <a:extLst>
              <a:ext uri="{FF2B5EF4-FFF2-40B4-BE49-F238E27FC236}">
                <a16:creationId xmlns:a16="http://schemas.microsoft.com/office/drawing/2014/main" id="{715DAB35-F1E0-DF36-F10D-8D51B8CFBF2E}"/>
              </a:ext>
            </a:extLst>
          </p:cNvPr>
          <p:cNvSpPr>
            <a:spLocks noGrp="1"/>
          </p:cNvSpPr>
          <p:nvPr>
            <p:ph type="body" sz="quarter" idx="73" hasCustomPrompt="1"/>
          </p:nvPr>
        </p:nvSpPr>
        <p:spPr>
          <a:xfrm>
            <a:off x="6214470" y="2988642"/>
            <a:ext cx="2531628" cy="376443"/>
          </a:xfrm>
        </p:spPr>
        <p:txBody>
          <a:bodyPr/>
          <a:lstStyle>
            <a:lvl1pPr algn="ctr">
              <a:defRPr sz="1400">
                <a:latin typeface="+mn-lt"/>
              </a:defRPr>
            </a:lvl1pPr>
          </a:lstStyle>
          <a:p>
            <a:pPr lvl="0"/>
            <a:r>
              <a:rPr lang="en-US"/>
              <a:t>Insert name</a:t>
            </a:r>
          </a:p>
        </p:txBody>
      </p:sp>
      <p:sp>
        <p:nvSpPr>
          <p:cNvPr id="28" name="Text Placeholder 33">
            <a:extLst>
              <a:ext uri="{FF2B5EF4-FFF2-40B4-BE49-F238E27FC236}">
                <a16:creationId xmlns:a16="http://schemas.microsoft.com/office/drawing/2014/main" id="{7E5E45D3-2896-03B0-4AEB-DEF3809952A5}"/>
              </a:ext>
            </a:extLst>
          </p:cNvPr>
          <p:cNvSpPr>
            <a:spLocks noGrp="1"/>
          </p:cNvSpPr>
          <p:nvPr>
            <p:ph type="body" sz="quarter" idx="74" hasCustomPrompt="1"/>
          </p:nvPr>
        </p:nvSpPr>
        <p:spPr>
          <a:xfrm>
            <a:off x="8941105" y="2645016"/>
            <a:ext cx="2531628" cy="376443"/>
          </a:xfrm>
        </p:spPr>
        <p:txBody>
          <a:bodyPr/>
          <a:lstStyle>
            <a:lvl1pPr algn="ctr">
              <a:defRPr sz="2000">
                <a:latin typeface="+mj-lt"/>
              </a:defRPr>
            </a:lvl1pPr>
          </a:lstStyle>
          <a:p>
            <a:pPr lvl="0"/>
            <a:r>
              <a:rPr lang="en-US"/>
              <a:t>Insert name</a:t>
            </a:r>
          </a:p>
        </p:txBody>
      </p:sp>
      <p:sp>
        <p:nvSpPr>
          <p:cNvPr id="29" name="Text Placeholder 33">
            <a:extLst>
              <a:ext uri="{FF2B5EF4-FFF2-40B4-BE49-F238E27FC236}">
                <a16:creationId xmlns:a16="http://schemas.microsoft.com/office/drawing/2014/main" id="{1713B9B7-02BF-E84F-0C9A-420D58AB6131}"/>
              </a:ext>
            </a:extLst>
          </p:cNvPr>
          <p:cNvSpPr>
            <a:spLocks noGrp="1"/>
          </p:cNvSpPr>
          <p:nvPr>
            <p:ph type="body" sz="quarter" idx="75" hasCustomPrompt="1"/>
          </p:nvPr>
        </p:nvSpPr>
        <p:spPr>
          <a:xfrm>
            <a:off x="8941105" y="2988642"/>
            <a:ext cx="2531628" cy="376443"/>
          </a:xfrm>
        </p:spPr>
        <p:txBody>
          <a:bodyPr/>
          <a:lstStyle>
            <a:lvl1pPr algn="ctr">
              <a:defRPr sz="1400">
                <a:latin typeface="+mn-lt"/>
              </a:defRPr>
            </a:lvl1pPr>
          </a:lstStyle>
          <a:p>
            <a:pPr lvl="0"/>
            <a:r>
              <a:rPr lang="en-US"/>
              <a:t>Insert name</a:t>
            </a:r>
          </a:p>
        </p:txBody>
      </p:sp>
      <p:sp>
        <p:nvSpPr>
          <p:cNvPr id="30" name="Text Placeholder 33">
            <a:extLst>
              <a:ext uri="{FF2B5EF4-FFF2-40B4-BE49-F238E27FC236}">
                <a16:creationId xmlns:a16="http://schemas.microsoft.com/office/drawing/2014/main" id="{6AF20AB0-B7A1-3197-E7E7-A8A24BF79E11}"/>
              </a:ext>
            </a:extLst>
          </p:cNvPr>
          <p:cNvSpPr>
            <a:spLocks noGrp="1"/>
          </p:cNvSpPr>
          <p:nvPr>
            <p:ph type="body" sz="quarter" idx="76" hasCustomPrompt="1"/>
          </p:nvPr>
        </p:nvSpPr>
        <p:spPr>
          <a:xfrm>
            <a:off x="719267" y="5202092"/>
            <a:ext cx="2531628" cy="376443"/>
          </a:xfrm>
        </p:spPr>
        <p:txBody>
          <a:bodyPr/>
          <a:lstStyle>
            <a:lvl1pPr algn="ctr">
              <a:defRPr sz="2000">
                <a:latin typeface="+mj-lt"/>
              </a:defRPr>
            </a:lvl1pPr>
          </a:lstStyle>
          <a:p>
            <a:pPr lvl="0"/>
            <a:r>
              <a:rPr lang="en-US"/>
              <a:t>Insert name</a:t>
            </a:r>
          </a:p>
        </p:txBody>
      </p:sp>
      <p:sp>
        <p:nvSpPr>
          <p:cNvPr id="31" name="Text Placeholder 33">
            <a:extLst>
              <a:ext uri="{FF2B5EF4-FFF2-40B4-BE49-F238E27FC236}">
                <a16:creationId xmlns:a16="http://schemas.microsoft.com/office/drawing/2014/main" id="{0853609A-0656-16F9-CCB7-F0E0FE4934A7}"/>
              </a:ext>
            </a:extLst>
          </p:cNvPr>
          <p:cNvSpPr>
            <a:spLocks noGrp="1"/>
          </p:cNvSpPr>
          <p:nvPr>
            <p:ph type="body" sz="quarter" idx="77" hasCustomPrompt="1"/>
          </p:nvPr>
        </p:nvSpPr>
        <p:spPr>
          <a:xfrm>
            <a:off x="719267" y="5545718"/>
            <a:ext cx="2531628" cy="376443"/>
          </a:xfrm>
        </p:spPr>
        <p:txBody>
          <a:bodyPr/>
          <a:lstStyle>
            <a:lvl1pPr algn="ctr">
              <a:defRPr sz="1400">
                <a:latin typeface="+mn-lt"/>
              </a:defRPr>
            </a:lvl1pPr>
          </a:lstStyle>
          <a:p>
            <a:pPr lvl="0"/>
            <a:r>
              <a:rPr lang="en-US"/>
              <a:t>Insert name</a:t>
            </a:r>
          </a:p>
        </p:txBody>
      </p:sp>
      <p:sp>
        <p:nvSpPr>
          <p:cNvPr id="32" name="Text Placeholder 33">
            <a:extLst>
              <a:ext uri="{FF2B5EF4-FFF2-40B4-BE49-F238E27FC236}">
                <a16:creationId xmlns:a16="http://schemas.microsoft.com/office/drawing/2014/main" id="{5B8DCC92-B727-2C00-FB6F-BE2BE7FAE218}"/>
              </a:ext>
            </a:extLst>
          </p:cNvPr>
          <p:cNvSpPr>
            <a:spLocks noGrp="1"/>
          </p:cNvSpPr>
          <p:nvPr>
            <p:ph type="body" sz="quarter" idx="78" hasCustomPrompt="1"/>
          </p:nvPr>
        </p:nvSpPr>
        <p:spPr>
          <a:xfrm>
            <a:off x="3445902" y="5202092"/>
            <a:ext cx="2531628" cy="376443"/>
          </a:xfrm>
        </p:spPr>
        <p:txBody>
          <a:bodyPr/>
          <a:lstStyle>
            <a:lvl1pPr algn="ctr">
              <a:defRPr sz="2000">
                <a:latin typeface="+mj-lt"/>
              </a:defRPr>
            </a:lvl1pPr>
          </a:lstStyle>
          <a:p>
            <a:pPr lvl="0"/>
            <a:r>
              <a:rPr lang="en-US"/>
              <a:t>Insert name</a:t>
            </a:r>
          </a:p>
        </p:txBody>
      </p:sp>
      <p:sp>
        <p:nvSpPr>
          <p:cNvPr id="33" name="Text Placeholder 33">
            <a:extLst>
              <a:ext uri="{FF2B5EF4-FFF2-40B4-BE49-F238E27FC236}">
                <a16:creationId xmlns:a16="http://schemas.microsoft.com/office/drawing/2014/main" id="{07A2F8A2-A060-F19E-43D2-AB9B080C9C59}"/>
              </a:ext>
            </a:extLst>
          </p:cNvPr>
          <p:cNvSpPr>
            <a:spLocks noGrp="1"/>
          </p:cNvSpPr>
          <p:nvPr>
            <p:ph type="body" sz="quarter" idx="79" hasCustomPrompt="1"/>
          </p:nvPr>
        </p:nvSpPr>
        <p:spPr>
          <a:xfrm>
            <a:off x="3445902" y="5545718"/>
            <a:ext cx="2531628" cy="376443"/>
          </a:xfrm>
        </p:spPr>
        <p:txBody>
          <a:bodyPr/>
          <a:lstStyle>
            <a:lvl1pPr algn="ctr">
              <a:defRPr sz="1400">
                <a:latin typeface="+mn-lt"/>
              </a:defRPr>
            </a:lvl1pPr>
          </a:lstStyle>
          <a:p>
            <a:pPr lvl="0"/>
            <a:r>
              <a:rPr lang="en-US"/>
              <a:t>Insert name</a:t>
            </a:r>
          </a:p>
        </p:txBody>
      </p:sp>
      <p:sp>
        <p:nvSpPr>
          <p:cNvPr id="34" name="Text Placeholder 33">
            <a:extLst>
              <a:ext uri="{FF2B5EF4-FFF2-40B4-BE49-F238E27FC236}">
                <a16:creationId xmlns:a16="http://schemas.microsoft.com/office/drawing/2014/main" id="{2C4242D9-4151-75DB-70EE-A23ACDC6C4A8}"/>
              </a:ext>
            </a:extLst>
          </p:cNvPr>
          <p:cNvSpPr>
            <a:spLocks noGrp="1"/>
          </p:cNvSpPr>
          <p:nvPr>
            <p:ph type="body" sz="quarter" idx="80" hasCustomPrompt="1"/>
          </p:nvPr>
        </p:nvSpPr>
        <p:spPr>
          <a:xfrm>
            <a:off x="6214468" y="5202092"/>
            <a:ext cx="2531628" cy="376443"/>
          </a:xfrm>
        </p:spPr>
        <p:txBody>
          <a:bodyPr/>
          <a:lstStyle>
            <a:lvl1pPr algn="ctr">
              <a:defRPr sz="2000">
                <a:latin typeface="+mj-lt"/>
              </a:defRPr>
            </a:lvl1pPr>
          </a:lstStyle>
          <a:p>
            <a:pPr lvl="0"/>
            <a:r>
              <a:rPr lang="en-US"/>
              <a:t>Insert name</a:t>
            </a:r>
          </a:p>
        </p:txBody>
      </p:sp>
      <p:sp>
        <p:nvSpPr>
          <p:cNvPr id="35" name="Text Placeholder 33">
            <a:extLst>
              <a:ext uri="{FF2B5EF4-FFF2-40B4-BE49-F238E27FC236}">
                <a16:creationId xmlns:a16="http://schemas.microsoft.com/office/drawing/2014/main" id="{8DA2527C-55F5-7A56-F7C1-29A1388C0D83}"/>
              </a:ext>
            </a:extLst>
          </p:cNvPr>
          <p:cNvSpPr>
            <a:spLocks noGrp="1"/>
          </p:cNvSpPr>
          <p:nvPr>
            <p:ph type="body" sz="quarter" idx="81" hasCustomPrompt="1"/>
          </p:nvPr>
        </p:nvSpPr>
        <p:spPr>
          <a:xfrm>
            <a:off x="6214468" y="5545718"/>
            <a:ext cx="2531628" cy="376443"/>
          </a:xfrm>
        </p:spPr>
        <p:txBody>
          <a:bodyPr/>
          <a:lstStyle>
            <a:lvl1pPr algn="ctr">
              <a:defRPr sz="1400">
                <a:latin typeface="+mn-lt"/>
              </a:defRPr>
            </a:lvl1pPr>
          </a:lstStyle>
          <a:p>
            <a:pPr lvl="0"/>
            <a:r>
              <a:rPr lang="en-US"/>
              <a:t>Insert name</a:t>
            </a:r>
          </a:p>
        </p:txBody>
      </p:sp>
      <p:sp>
        <p:nvSpPr>
          <p:cNvPr id="36" name="Text Placeholder 33">
            <a:extLst>
              <a:ext uri="{FF2B5EF4-FFF2-40B4-BE49-F238E27FC236}">
                <a16:creationId xmlns:a16="http://schemas.microsoft.com/office/drawing/2014/main" id="{8C6E551C-8E43-1E25-1362-8E07C4E36FCC}"/>
              </a:ext>
            </a:extLst>
          </p:cNvPr>
          <p:cNvSpPr>
            <a:spLocks noGrp="1"/>
          </p:cNvSpPr>
          <p:nvPr>
            <p:ph type="body" sz="quarter" idx="82" hasCustomPrompt="1"/>
          </p:nvPr>
        </p:nvSpPr>
        <p:spPr>
          <a:xfrm>
            <a:off x="8941103" y="5202092"/>
            <a:ext cx="2531628" cy="376443"/>
          </a:xfrm>
        </p:spPr>
        <p:txBody>
          <a:bodyPr/>
          <a:lstStyle>
            <a:lvl1pPr algn="ctr">
              <a:defRPr sz="2000">
                <a:latin typeface="+mj-lt"/>
              </a:defRPr>
            </a:lvl1pPr>
          </a:lstStyle>
          <a:p>
            <a:pPr lvl="0"/>
            <a:r>
              <a:rPr lang="en-US"/>
              <a:t>Insert name</a:t>
            </a:r>
          </a:p>
        </p:txBody>
      </p:sp>
      <p:sp>
        <p:nvSpPr>
          <p:cNvPr id="37" name="Text Placeholder 33">
            <a:extLst>
              <a:ext uri="{FF2B5EF4-FFF2-40B4-BE49-F238E27FC236}">
                <a16:creationId xmlns:a16="http://schemas.microsoft.com/office/drawing/2014/main" id="{82274D4E-0E68-245B-19BA-295C3A8B9D73}"/>
              </a:ext>
            </a:extLst>
          </p:cNvPr>
          <p:cNvSpPr>
            <a:spLocks noGrp="1"/>
          </p:cNvSpPr>
          <p:nvPr>
            <p:ph type="body" sz="quarter" idx="83" hasCustomPrompt="1"/>
          </p:nvPr>
        </p:nvSpPr>
        <p:spPr>
          <a:xfrm>
            <a:off x="8941103" y="5545718"/>
            <a:ext cx="2531628" cy="376443"/>
          </a:xfrm>
        </p:spPr>
        <p:txBody>
          <a:bodyPr/>
          <a:lstStyle>
            <a:lvl1pPr algn="ctr">
              <a:defRPr sz="1400">
                <a:latin typeface="+mn-lt"/>
              </a:defRPr>
            </a:lvl1pPr>
          </a:lstStyle>
          <a:p>
            <a:pPr lvl="0"/>
            <a:r>
              <a:rPr lang="en-US"/>
              <a:t>Insert name</a:t>
            </a:r>
          </a:p>
        </p:txBody>
      </p:sp>
      <p:sp>
        <p:nvSpPr>
          <p:cNvPr id="9" name="TextBox 8">
            <a:extLst>
              <a:ext uri="{FF2B5EF4-FFF2-40B4-BE49-F238E27FC236}">
                <a16:creationId xmlns:a16="http://schemas.microsoft.com/office/drawing/2014/main" id="{EE3DDC36-7BE4-90C5-7DD4-480046F98E64}"/>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88923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left, light">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Headline</a:t>
            </a:r>
          </a:p>
        </p:txBody>
      </p:sp>
      <p:sp>
        <p:nvSpPr>
          <p:cNvPr id="4" name="TextBox 3">
            <a:extLst>
              <a:ext uri="{FF2B5EF4-FFF2-40B4-BE49-F238E27FC236}">
                <a16:creationId xmlns:a16="http://schemas.microsoft.com/office/drawing/2014/main" id="{96010144-E7A7-DB8E-E691-D286F3712D4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48604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Left, light Sunflower">
    <p:bg>
      <p:bgPr>
        <a:solidFill>
          <a:schemeClr val="accent2"/>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Headline</a:t>
            </a:r>
          </a:p>
        </p:txBody>
      </p:sp>
      <p:sp>
        <p:nvSpPr>
          <p:cNvPr id="3" name="TextBox 2">
            <a:extLst>
              <a:ext uri="{FF2B5EF4-FFF2-40B4-BE49-F238E27FC236}">
                <a16:creationId xmlns:a16="http://schemas.microsoft.com/office/drawing/2014/main" id="{16F9D89B-CAAA-BA08-EEF5-4C12975C7C7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03718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Left, dark">
    <p:bg>
      <p:bgPr>
        <a:solidFill>
          <a:schemeClr val="tx2"/>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F5A8C2A6-DF03-83BD-B4D1-8BBDF448E8F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030572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Left, dark Breeze">
    <p:bg>
      <p:bgPr>
        <a:solidFill>
          <a:schemeClr val="accent1"/>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07E62EB1-DEB9-966F-3415-360149B7858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50724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Left, dark Laguna">
    <p:bg>
      <p:bgPr>
        <a:solidFill>
          <a:schemeClr val="accent3"/>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18B791EA-1698-2076-AE37-F6C4D0DB2DD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137946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Left, dark Prince">
    <p:bg>
      <p:bgPr>
        <a:solidFill>
          <a:schemeClr val="accent4"/>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8354D8E8-5679-D602-E636-863765CB364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022118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Left, dark Hibiscus">
    <p:bg>
      <p:bgPr>
        <a:solidFill>
          <a:schemeClr val="accent6"/>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5B77F6D9-4EB0-6A3A-775A-9D5953D41115}"/>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14917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left. light with call to actions">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28932F3C-7AE3-6048-0E52-1E0C3F761525}"/>
              </a:ext>
            </a:extLst>
          </p:cNvPr>
          <p:cNvPicPr>
            <a:picLocks noChangeAspect="1"/>
          </p:cNvPicPr>
          <p:nvPr userDrawn="1"/>
        </p:nvPicPr>
        <p:blipFill>
          <a:blip r:embed="rId2">
            <a:extLst>
              <a:ext uri="{96DAC541-7B7A-43D3-8B79-37D633B846F1}">
                <asvg:svgBlip xmlns:asvg="http://schemas.microsoft.com/office/drawing/2016/SVG/main" r:embed="rId3"/>
              </a:ext>
            </a:extLst>
          </a:blip>
          <a:srcRect r="5921"/>
          <a:stretch>
            <a:fillRect/>
          </a:stretch>
        </p:blipFill>
        <p:spPr>
          <a:xfrm rot="5922905" flipH="1">
            <a:off x="-4514879" y="-1046341"/>
            <a:ext cx="8884873" cy="9444008"/>
          </a:xfrm>
          <a:custGeom>
            <a:avLst/>
            <a:gdLst>
              <a:gd name="connsiteX0" fmla="*/ 3968058 w 8884873"/>
              <a:gd name="connsiteY0" fmla="*/ 9444007 h 9444008"/>
              <a:gd name="connsiteX1" fmla="*/ 573771 w 8884873"/>
              <a:gd name="connsiteY1" fmla="*/ 8923693 h 9444008"/>
              <a:gd name="connsiteX2" fmla="*/ 0 w 8884873"/>
              <a:gd name="connsiteY2" fmla="*/ 8835740 h 9444008"/>
              <a:gd name="connsiteX3" fmla="*/ 0 w 8884873"/>
              <a:gd name="connsiteY3" fmla="*/ 9444008 h 9444008"/>
              <a:gd name="connsiteX4" fmla="*/ 8086636 w 8884873"/>
              <a:gd name="connsiteY4" fmla="*/ 5207337 h 9444008"/>
              <a:gd name="connsiteX5" fmla="*/ 8884873 w 8884873"/>
              <a:gd name="connsiteY5" fmla="*/ 0 h 9444008"/>
              <a:gd name="connsiteX6" fmla="*/ 1941692 w 8884873"/>
              <a:gd name="connsiteY6" fmla="*/ 0 h 9444008"/>
              <a:gd name="connsiteX7" fmla="*/ 1302861 w 8884873"/>
              <a:gd name="connsiteY7" fmla="*/ 4167446 h 9444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84873" h="9444008">
                <a:moveTo>
                  <a:pt x="3968058" y="9444007"/>
                </a:moveTo>
                <a:lnTo>
                  <a:pt x="573771" y="8923693"/>
                </a:lnTo>
                <a:lnTo>
                  <a:pt x="0" y="8835740"/>
                </a:lnTo>
                <a:lnTo>
                  <a:pt x="0" y="9444008"/>
                </a:lnTo>
                <a:close/>
                <a:moveTo>
                  <a:pt x="8086636" y="5207337"/>
                </a:moveTo>
                <a:lnTo>
                  <a:pt x="8884873" y="0"/>
                </a:lnTo>
                <a:lnTo>
                  <a:pt x="1941692" y="0"/>
                </a:lnTo>
                <a:lnTo>
                  <a:pt x="1302861" y="4167446"/>
                </a:lnTo>
                <a:close/>
              </a:path>
            </a:pathLst>
          </a:custGeom>
        </p:spPr>
      </p:pic>
      <p:pic>
        <p:nvPicPr>
          <p:cNvPr id="31" name="Graphic 30">
            <a:extLst>
              <a:ext uri="{FF2B5EF4-FFF2-40B4-BE49-F238E27FC236}">
                <a16:creationId xmlns:a16="http://schemas.microsoft.com/office/drawing/2014/main" id="{CE618A21-FF94-F5BE-A310-6C6DEE1F3D4B}"/>
              </a:ext>
            </a:extLst>
          </p:cNvPr>
          <p:cNvPicPr>
            <a:picLocks noChangeAspect="1"/>
          </p:cNvPicPr>
          <p:nvPr userDrawn="1"/>
        </p:nvPicPr>
        <p:blipFill>
          <a:blip r:embed="rId4">
            <a:extLst>
              <a:ext uri="{96DAC541-7B7A-43D3-8B79-37D633B846F1}">
                <asvg:svgBlip xmlns:asvg="http://schemas.microsoft.com/office/drawing/2016/SVG/main" r:embed="rId5"/>
              </a:ext>
            </a:extLst>
          </a:blip>
          <a:srcRect r="7579"/>
          <a:stretch>
            <a:fillRect/>
          </a:stretch>
        </p:blipFill>
        <p:spPr>
          <a:xfrm rot="4877095">
            <a:off x="-4499657" y="-1500731"/>
            <a:ext cx="8773886" cy="9493356"/>
          </a:xfrm>
          <a:custGeom>
            <a:avLst/>
            <a:gdLst>
              <a:gd name="connsiteX0" fmla="*/ 1830706 w 8773886"/>
              <a:gd name="connsiteY0" fmla="*/ 1 h 9493356"/>
              <a:gd name="connsiteX1" fmla="*/ 8773886 w 8773886"/>
              <a:gd name="connsiteY1" fmla="*/ 0 h 9493356"/>
              <a:gd name="connsiteX2" fmla="*/ 7979330 w 8773886"/>
              <a:gd name="connsiteY2" fmla="*/ 5183325 h 9493356"/>
              <a:gd name="connsiteX3" fmla="*/ 1195556 w 8773886"/>
              <a:gd name="connsiteY3" fmla="*/ 4143434 h 9493356"/>
              <a:gd name="connsiteX4" fmla="*/ 0 w 8773886"/>
              <a:gd name="connsiteY4" fmla="*/ 9436446 h 9493356"/>
              <a:gd name="connsiteX5" fmla="*/ 193263 w 8773886"/>
              <a:gd name="connsiteY5" fmla="*/ 9466071 h 9493356"/>
              <a:gd name="connsiteX6" fmla="*/ 371258 w 8773886"/>
              <a:gd name="connsiteY6" fmla="*/ 9493356 h 9493356"/>
              <a:gd name="connsiteX7" fmla="*/ 0 w 8773886"/>
              <a:gd name="connsiteY7" fmla="*/ 9493356 h 949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73886" h="9493356">
                <a:moveTo>
                  <a:pt x="1830706" y="1"/>
                </a:moveTo>
                <a:lnTo>
                  <a:pt x="8773886" y="0"/>
                </a:lnTo>
                <a:lnTo>
                  <a:pt x="7979330" y="5183325"/>
                </a:lnTo>
                <a:lnTo>
                  <a:pt x="1195556" y="4143434"/>
                </a:lnTo>
                <a:close/>
                <a:moveTo>
                  <a:pt x="0" y="9436446"/>
                </a:moveTo>
                <a:lnTo>
                  <a:pt x="193263" y="9466071"/>
                </a:lnTo>
                <a:lnTo>
                  <a:pt x="371258" y="9493356"/>
                </a:lnTo>
                <a:lnTo>
                  <a:pt x="0" y="9493356"/>
                </a:lnTo>
                <a:close/>
              </a:path>
            </a:pathLst>
          </a:custGeom>
        </p:spPr>
      </p:pic>
      <p:sp>
        <p:nvSpPr>
          <p:cNvPr id="6" name="Title 10">
            <a:extLst>
              <a:ext uri="{FF2B5EF4-FFF2-40B4-BE49-F238E27FC236}">
                <a16:creationId xmlns:a16="http://schemas.microsoft.com/office/drawing/2014/main" id="{B7A6ACE2-85BA-FE97-A9CE-0BF9DB03B3CF}"/>
              </a:ext>
            </a:extLst>
          </p:cNvPr>
          <p:cNvSpPr>
            <a:spLocks noGrp="1"/>
          </p:cNvSpPr>
          <p:nvPr userDrawn="1">
            <p:ph type="title" hasCustomPrompt="1"/>
          </p:nvPr>
        </p:nvSpPr>
        <p:spPr>
          <a:xfrm>
            <a:off x="615042" y="2109630"/>
            <a:ext cx="3194958" cy="2638740"/>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Headline</a:t>
            </a:r>
          </a:p>
        </p:txBody>
      </p:sp>
      <p:sp>
        <p:nvSpPr>
          <p:cNvPr id="3" name="Text Placeholder 15">
            <a:extLst>
              <a:ext uri="{FF2B5EF4-FFF2-40B4-BE49-F238E27FC236}">
                <a16:creationId xmlns:a16="http://schemas.microsoft.com/office/drawing/2014/main" id="{0E2F7D6B-F6BD-A4B8-3251-57F3DDCC47DD}"/>
              </a:ext>
            </a:extLst>
          </p:cNvPr>
          <p:cNvSpPr>
            <a:spLocks noGrp="1"/>
          </p:cNvSpPr>
          <p:nvPr userDrawn="1">
            <p:ph type="body" sz="quarter" idx="10" hasCustomPrompt="1"/>
          </p:nvPr>
        </p:nvSpPr>
        <p:spPr>
          <a:xfrm>
            <a:off x="6489668" y="1630132"/>
            <a:ext cx="3994481" cy="722181"/>
          </a:xfrm>
        </p:spPr>
        <p:txBody>
          <a:bodyPr anchor="ctr" anchorCtr="0"/>
          <a:lstStyle>
            <a:lvl1pPr algn="l">
              <a:defRPr sz="2000"/>
            </a:lvl1pPr>
          </a:lstStyle>
          <a:p>
            <a:pPr lvl="0"/>
            <a:r>
              <a:rPr lang="en-US"/>
              <a:t>Insert text here</a:t>
            </a:r>
          </a:p>
        </p:txBody>
      </p:sp>
      <p:sp>
        <p:nvSpPr>
          <p:cNvPr id="4" name="Picture Placeholder 19">
            <a:extLst>
              <a:ext uri="{FF2B5EF4-FFF2-40B4-BE49-F238E27FC236}">
                <a16:creationId xmlns:a16="http://schemas.microsoft.com/office/drawing/2014/main" id="{EC44FA7D-959C-852E-6E74-729193E546E3}"/>
              </a:ext>
            </a:extLst>
          </p:cNvPr>
          <p:cNvSpPr>
            <a:spLocks noGrp="1"/>
          </p:cNvSpPr>
          <p:nvPr userDrawn="1">
            <p:ph type="pic" sz="quarter" idx="13"/>
          </p:nvPr>
        </p:nvSpPr>
        <p:spPr>
          <a:xfrm>
            <a:off x="5517037" y="1692250"/>
            <a:ext cx="597342" cy="597342"/>
          </a:xfrm>
        </p:spPr>
        <p:txBody>
          <a:bodyPr/>
          <a:lstStyle/>
          <a:p>
            <a:endParaRPr lang="en-US"/>
          </a:p>
        </p:txBody>
      </p:sp>
      <p:sp>
        <p:nvSpPr>
          <p:cNvPr id="5" name="Text Placeholder 15">
            <a:extLst>
              <a:ext uri="{FF2B5EF4-FFF2-40B4-BE49-F238E27FC236}">
                <a16:creationId xmlns:a16="http://schemas.microsoft.com/office/drawing/2014/main" id="{F27A9DE2-C2B8-951A-65C3-5AF4A08A22AD}"/>
              </a:ext>
            </a:extLst>
          </p:cNvPr>
          <p:cNvSpPr>
            <a:spLocks noGrp="1"/>
          </p:cNvSpPr>
          <p:nvPr userDrawn="1">
            <p:ph type="body" sz="quarter" idx="14" hasCustomPrompt="1"/>
          </p:nvPr>
        </p:nvSpPr>
        <p:spPr>
          <a:xfrm>
            <a:off x="6489668" y="2642643"/>
            <a:ext cx="3994481" cy="722181"/>
          </a:xfrm>
        </p:spPr>
        <p:txBody>
          <a:bodyPr anchor="ctr" anchorCtr="0"/>
          <a:lstStyle>
            <a:lvl1pPr algn="l">
              <a:defRPr sz="2000"/>
            </a:lvl1pPr>
          </a:lstStyle>
          <a:p>
            <a:pPr lvl="0"/>
            <a:r>
              <a:rPr lang="en-US"/>
              <a:t>Insert text here</a:t>
            </a:r>
          </a:p>
        </p:txBody>
      </p:sp>
      <p:sp>
        <p:nvSpPr>
          <p:cNvPr id="7" name="Picture Placeholder 19">
            <a:extLst>
              <a:ext uri="{FF2B5EF4-FFF2-40B4-BE49-F238E27FC236}">
                <a16:creationId xmlns:a16="http://schemas.microsoft.com/office/drawing/2014/main" id="{3F032639-A854-AC52-FD21-56EC1EDFDC04}"/>
              </a:ext>
            </a:extLst>
          </p:cNvPr>
          <p:cNvSpPr>
            <a:spLocks noGrp="1"/>
          </p:cNvSpPr>
          <p:nvPr userDrawn="1">
            <p:ph type="pic" sz="quarter" idx="15"/>
          </p:nvPr>
        </p:nvSpPr>
        <p:spPr>
          <a:xfrm>
            <a:off x="5517037" y="2704761"/>
            <a:ext cx="597342" cy="597342"/>
          </a:xfrm>
        </p:spPr>
        <p:txBody>
          <a:bodyPr/>
          <a:lstStyle/>
          <a:p>
            <a:endParaRPr lang="en-US"/>
          </a:p>
        </p:txBody>
      </p:sp>
      <p:sp>
        <p:nvSpPr>
          <p:cNvPr id="8" name="Text Placeholder 15">
            <a:extLst>
              <a:ext uri="{FF2B5EF4-FFF2-40B4-BE49-F238E27FC236}">
                <a16:creationId xmlns:a16="http://schemas.microsoft.com/office/drawing/2014/main" id="{9D2617BC-11A3-62F1-9236-76CF94A7E152}"/>
              </a:ext>
            </a:extLst>
          </p:cNvPr>
          <p:cNvSpPr>
            <a:spLocks noGrp="1"/>
          </p:cNvSpPr>
          <p:nvPr userDrawn="1">
            <p:ph type="body" sz="quarter" idx="16" hasCustomPrompt="1"/>
          </p:nvPr>
        </p:nvSpPr>
        <p:spPr>
          <a:xfrm>
            <a:off x="6489668" y="3654192"/>
            <a:ext cx="3994481" cy="722181"/>
          </a:xfrm>
        </p:spPr>
        <p:txBody>
          <a:bodyPr anchor="ctr" anchorCtr="0"/>
          <a:lstStyle>
            <a:lvl1pPr algn="l">
              <a:defRPr sz="2000"/>
            </a:lvl1pPr>
          </a:lstStyle>
          <a:p>
            <a:pPr lvl="0"/>
            <a:r>
              <a:rPr lang="en-US"/>
              <a:t>Insert text here</a:t>
            </a:r>
          </a:p>
        </p:txBody>
      </p:sp>
      <p:sp>
        <p:nvSpPr>
          <p:cNvPr id="9" name="Picture Placeholder 19">
            <a:extLst>
              <a:ext uri="{FF2B5EF4-FFF2-40B4-BE49-F238E27FC236}">
                <a16:creationId xmlns:a16="http://schemas.microsoft.com/office/drawing/2014/main" id="{37997980-72AE-1EDE-CAE9-7D8945A7E81B}"/>
              </a:ext>
            </a:extLst>
          </p:cNvPr>
          <p:cNvSpPr>
            <a:spLocks noGrp="1"/>
          </p:cNvSpPr>
          <p:nvPr userDrawn="1">
            <p:ph type="pic" sz="quarter" idx="17"/>
          </p:nvPr>
        </p:nvSpPr>
        <p:spPr>
          <a:xfrm>
            <a:off x="5517037" y="3716310"/>
            <a:ext cx="597342" cy="597342"/>
          </a:xfrm>
        </p:spPr>
        <p:txBody>
          <a:bodyPr/>
          <a:lstStyle/>
          <a:p>
            <a:endParaRPr lang="en-US"/>
          </a:p>
        </p:txBody>
      </p:sp>
      <p:sp>
        <p:nvSpPr>
          <p:cNvPr id="10" name="Text Placeholder 15">
            <a:extLst>
              <a:ext uri="{FF2B5EF4-FFF2-40B4-BE49-F238E27FC236}">
                <a16:creationId xmlns:a16="http://schemas.microsoft.com/office/drawing/2014/main" id="{A6144D48-A0A6-8185-B353-1FF7D6C32684}"/>
              </a:ext>
            </a:extLst>
          </p:cNvPr>
          <p:cNvSpPr>
            <a:spLocks noGrp="1"/>
          </p:cNvSpPr>
          <p:nvPr userDrawn="1">
            <p:ph type="body" sz="quarter" idx="18" hasCustomPrompt="1"/>
          </p:nvPr>
        </p:nvSpPr>
        <p:spPr>
          <a:xfrm>
            <a:off x="6489668" y="4666703"/>
            <a:ext cx="3994481" cy="722181"/>
          </a:xfrm>
        </p:spPr>
        <p:txBody>
          <a:bodyPr anchor="ctr" anchorCtr="0"/>
          <a:lstStyle>
            <a:lvl1pPr algn="l">
              <a:defRPr sz="2000"/>
            </a:lvl1pPr>
          </a:lstStyle>
          <a:p>
            <a:pPr lvl="0"/>
            <a:r>
              <a:rPr lang="en-US"/>
              <a:t>Insert text here</a:t>
            </a:r>
          </a:p>
        </p:txBody>
      </p:sp>
      <p:sp>
        <p:nvSpPr>
          <p:cNvPr id="11" name="Picture Placeholder 19">
            <a:extLst>
              <a:ext uri="{FF2B5EF4-FFF2-40B4-BE49-F238E27FC236}">
                <a16:creationId xmlns:a16="http://schemas.microsoft.com/office/drawing/2014/main" id="{E20145AD-A705-B184-91E1-427A4BAF65AD}"/>
              </a:ext>
            </a:extLst>
          </p:cNvPr>
          <p:cNvSpPr>
            <a:spLocks noGrp="1"/>
          </p:cNvSpPr>
          <p:nvPr userDrawn="1">
            <p:ph type="pic" sz="quarter" idx="19"/>
          </p:nvPr>
        </p:nvSpPr>
        <p:spPr>
          <a:xfrm>
            <a:off x="5517037" y="4728821"/>
            <a:ext cx="597342" cy="597342"/>
          </a:xfrm>
        </p:spPr>
        <p:txBody>
          <a:bodyPr/>
          <a:lstStyle/>
          <a:p>
            <a:endParaRPr lang="en-US"/>
          </a:p>
        </p:txBody>
      </p:sp>
      <p:cxnSp>
        <p:nvCxnSpPr>
          <p:cNvPr id="14" name="Straight Connector 13">
            <a:extLst>
              <a:ext uri="{FF2B5EF4-FFF2-40B4-BE49-F238E27FC236}">
                <a16:creationId xmlns:a16="http://schemas.microsoft.com/office/drawing/2014/main" id="{5D7FF85F-77B9-4F3C-0C7B-6484B5398B31}"/>
              </a:ext>
            </a:extLst>
          </p:cNvPr>
          <p:cNvCxnSpPr>
            <a:cxnSpLocks/>
          </p:cNvCxnSpPr>
          <p:nvPr userDrawn="1"/>
        </p:nvCxnSpPr>
        <p:spPr>
          <a:xfrm>
            <a:off x="5533079" y="2498100"/>
            <a:ext cx="4967112" cy="0"/>
          </a:xfrm>
          <a:prstGeom prst="line">
            <a:avLst/>
          </a:prstGeom>
          <a:ln w="15875">
            <a:solidFill>
              <a:srgbClr val="C7E5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511EA4-386E-E05C-0848-EF017B52E498}"/>
              </a:ext>
            </a:extLst>
          </p:cNvPr>
          <p:cNvCxnSpPr>
            <a:cxnSpLocks/>
          </p:cNvCxnSpPr>
          <p:nvPr userDrawn="1"/>
        </p:nvCxnSpPr>
        <p:spPr>
          <a:xfrm>
            <a:off x="5533079" y="3512763"/>
            <a:ext cx="4967112" cy="0"/>
          </a:xfrm>
          <a:prstGeom prst="line">
            <a:avLst/>
          </a:prstGeom>
          <a:ln w="15875">
            <a:solidFill>
              <a:srgbClr val="C7E5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E1C5AE-60B4-CED9-072A-D0DA630800FF}"/>
              </a:ext>
            </a:extLst>
          </p:cNvPr>
          <p:cNvCxnSpPr>
            <a:cxnSpLocks/>
          </p:cNvCxnSpPr>
          <p:nvPr userDrawn="1"/>
        </p:nvCxnSpPr>
        <p:spPr>
          <a:xfrm>
            <a:off x="5533079" y="4515395"/>
            <a:ext cx="4967112" cy="0"/>
          </a:xfrm>
          <a:prstGeom prst="line">
            <a:avLst/>
          </a:prstGeom>
          <a:ln w="15875">
            <a:solidFill>
              <a:srgbClr val="C7E5FF"/>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EADF42-7537-E5F1-844F-82B76BB8E20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185725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genda Light, Lon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Agenda</a:t>
            </a:r>
          </a:p>
        </p:txBody>
      </p:sp>
      <p:pic>
        <p:nvPicPr>
          <p:cNvPr id="9" name="Graphic 8">
            <a:extLst>
              <a:ext uri="{FF2B5EF4-FFF2-40B4-BE49-F238E27FC236}">
                <a16:creationId xmlns:a16="http://schemas.microsoft.com/office/drawing/2014/main" id="{51E37F8F-B407-8BF3-6B86-FE67DC57958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304002">
            <a:off x="3943579" y="-455121"/>
            <a:ext cx="7987134" cy="7987135"/>
          </a:xfrm>
          <a:custGeom>
            <a:avLst/>
            <a:gdLst>
              <a:gd name="connsiteX0" fmla="*/ 0 w 7987134"/>
              <a:gd name="connsiteY0" fmla="*/ 1776282 h 7987135"/>
              <a:gd name="connsiteX1" fmla="*/ 4456045 w 7987134"/>
              <a:gd name="connsiteY1" fmla="*/ 0 h 7987135"/>
              <a:gd name="connsiteX2" fmla="*/ 6982083 w 7987134"/>
              <a:gd name="connsiteY2" fmla="*/ 0 h 7987135"/>
              <a:gd name="connsiteX3" fmla="*/ 7987134 w 7987134"/>
              <a:gd name="connsiteY3" fmla="*/ 2521306 h 7987135"/>
              <a:gd name="connsiteX4" fmla="*/ 7987134 w 7987134"/>
              <a:gd name="connsiteY4" fmla="*/ 5980616 h 7987135"/>
              <a:gd name="connsiteX5" fmla="*/ 2953509 w 7987134"/>
              <a:gd name="connsiteY5" fmla="*/ 7987135 h 7987135"/>
              <a:gd name="connsiteX6" fmla="*/ 0 w 7987134"/>
              <a:gd name="connsiteY6" fmla="*/ 7987135 h 798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7134" h="7987135">
                <a:moveTo>
                  <a:pt x="0" y="1776282"/>
                </a:moveTo>
                <a:lnTo>
                  <a:pt x="4456045" y="0"/>
                </a:lnTo>
                <a:lnTo>
                  <a:pt x="6982083" y="0"/>
                </a:lnTo>
                <a:lnTo>
                  <a:pt x="7987134" y="2521306"/>
                </a:lnTo>
                <a:lnTo>
                  <a:pt x="7987134" y="5980616"/>
                </a:lnTo>
                <a:lnTo>
                  <a:pt x="2953509" y="7987135"/>
                </a:lnTo>
                <a:lnTo>
                  <a:pt x="0" y="7987135"/>
                </a:lnTo>
                <a:close/>
              </a:path>
            </a:pathLst>
          </a:custGeom>
        </p:spPr>
      </p:pic>
      <p:pic>
        <p:nvPicPr>
          <p:cNvPr id="14" name="Graphic 13">
            <a:extLst>
              <a:ext uri="{FF2B5EF4-FFF2-40B4-BE49-F238E27FC236}">
                <a16:creationId xmlns:a16="http://schemas.microsoft.com/office/drawing/2014/main" id="{56627062-532E-70B9-E1FC-5874AF76AEC0}"/>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20910920">
            <a:off x="4131410" y="-511664"/>
            <a:ext cx="7708646" cy="7708646"/>
          </a:xfrm>
          <a:custGeom>
            <a:avLst/>
            <a:gdLst>
              <a:gd name="connsiteX0" fmla="*/ 1672091 w 7708646"/>
              <a:gd name="connsiteY0" fmla="*/ 0 h 7708646"/>
              <a:gd name="connsiteX1" fmla="*/ 7708646 w 7708646"/>
              <a:gd name="connsiteY1" fmla="*/ 1226468 h 7708646"/>
              <a:gd name="connsiteX2" fmla="*/ 7708646 w 7708646"/>
              <a:gd name="connsiteY2" fmla="*/ 6009534 h 7708646"/>
              <a:gd name="connsiteX3" fmla="*/ 7363432 w 7708646"/>
              <a:gd name="connsiteY3" fmla="*/ 7708646 h 7708646"/>
              <a:gd name="connsiteX4" fmla="*/ 5144059 w 7708646"/>
              <a:gd name="connsiteY4" fmla="*/ 7708646 h 7708646"/>
              <a:gd name="connsiteX5" fmla="*/ 0 w 7708646"/>
              <a:gd name="connsiteY5" fmla="*/ 6663509 h 7708646"/>
              <a:gd name="connsiteX6" fmla="*/ 0 w 7708646"/>
              <a:gd name="connsiteY6" fmla="*/ 0 h 770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646" h="7708646">
                <a:moveTo>
                  <a:pt x="1672091" y="0"/>
                </a:moveTo>
                <a:lnTo>
                  <a:pt x="7708646" y="1226468"/>
                </a:lnTo>
                <a:lnTo>
                  <a:pt x="7708646" y="6009534"/>
                </a:lnTo>
                <a:lnTo>
                  <a:pt x="7363432" y="7708646"/>
                </a:lnTo>
                <a:lnTo>
                  <a:pt x="5144059" y="7708646"/>
                </a:lnTo>
                <a:lnTo>
                  <a:pt x="0" y="6663509"/>
                </a:lnTo>
                <a:lnTo>
                  <a:pt x="0" y="0"/>
                </a:lnTo>
                <a:close/>
              </a:path>
            </a:pathLst>
          </a:custGeom>
        </p:spPr>
      </p:pic>
      <p:sp>
        <p:nvSpPr>
          <p:cNvPr id="3" name="TextBox 2">
            <a:extLst>
              <a:ext uri="{FF2B5EF4-FFF2-40B4-BE49-F238E27FC236}">
                <a16:creationId xmlns:a16="http://schemas.microsoft.com/office/drawing/2014/main" id="{3D227C12-D8C3-B3BC-A2BE-526BAE3C6D5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16948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genda Light, 3 items">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611444"/>
            <a:ext cx="5328558" cy="598232"/>
          </a:xfrm>
          <a:prstGeom prst="rect">
            <a:avLst/>
          </a:prstGeom>
        </p:spPr>
        <p:txBody>
          <a:bodyPr vert="horz" lIns="0" anchor="t" anchorCtr="0">
            <a:noAutofit/>
          </a:bodyPr>
          <a:lstStyle>
            <a:lvl1pPr algn="l">
              <a:defRPr sz="3600" b="0" i="0" baseline="0">
                <a:solidFill>
                  <a:schemeClr val="tx1"/>
                </a:solidFill>
                <a:latin typeface="+mj-lt"/>
                <a:cs typeface="Arial" panose="020B0604020202020204" pitchFamily="34" charset="0"/>
              </a:defRPr>
            </a:lvl1pPr>
          </a:lstStyle>
          <a:p>
            <a:r>
              <a:rPr lang="en-US"/>
              <a:t>Agenda, 3 items</a:t>
            </a:r>
          </a:p>
        </p:txBody>
      </p:sp>
      <p:sp>
        <p:nvSpPr>
          <p:cNvPr id="4" name="Text Placeholder 11">
            <a:extLst>
              <a:ext uri="{FF2B5EF4-FFF2-40B4-BE49-F238E27FC236}">
                <a16:creationId xmlns:a16="http://schemas.microsoft.com/office/drawing/2014/main" id="{D01220DB-4A22-0635-7B90-9550DC2E0AC2}"/>
              </a:ext>
            </a:extLst>
          </p:cNvPr>
          <p:cNvSpPr>
            <a:spLocks noGrp="1"/>
          </p:cNvSpPr>
          <p:nvPr>
            <p:ph type="body" sz="quarter" idx="10" hasCustomPrompt="1"/>
          </p:nvPr>
        </p:nvSpPr>
        <p:spPr>
          <a:xfrm>
            <a:off x="615042" y="2155345"/>
            <a:ext cx="1042308" cy="823912"/>
          </a:xfrm>
        </p:spPr>
        <p:txBody>
          <a:bodyPr anchor="ctr" anchorCtr="0"/>
          <a:lstStyle>
            <a:lvl1pPr>
              <a:spcAft>
                <a:spcPts val="0"/>
              </a:spcAft>
              <a:defRPr sz="6400">
                <a:solidFill>
                  <a:schemeClr val="tx2"/>
                </a:solidFill>
                <a:latin typeface="+mj-lt"/>
              </a:defRPr>
            </a:lvl1pPr>
          </a:lstStyle>
          <a:p>
            <a:pPr lvl="0"/>
            <a:r>
              <a:rPr lang="en-US"/>
              <a:t>01</a:t>
            </a:r>
          </a:p>
        </p:txBody>
      </p:sp>
      <p:sp>
        <p:nvSpPr>
          <p:cNvPr id="5" name="Text Placeholder 15">
            <a:extLst>
              <a:ext uri="{FF2B5EF4-FFF2-40B4-BE49-F238E27FC236}">
                <a16:creationId xmlns:a16="http://schemas.microsoft.com/office/drawing/2014/main" id="{76404906-FA4D-9AE6-F7CC-AC7112C3267D}"/>
              </a:ext>
            </a:extLst>
          </p:cNvPr>
          <p:cNvSpPr>
            <a:spLocks noGrp="1"/>
          </p:cNvSpPr>
          <p:nvPr>
            <p:ph type="body" sz="quarter" idx="11" hasCustomPrompt="1"/>
          </p:nvPr>
        </p:nvSpPr>
        <p:spPr>
          <a:xfrm>
            <a:off x="615041" y="3207232"/>
            <a:ext cx="2283504" cy="823912"/>
          </a:xfrm>
        </p:spPr>
        <p:txBody>
          <a:bodyPr anchor="t" anchorCtr="0"/>
          <a:lstStyle>
            <a:lvl1pPr algn="l">
              <a:defRPr sz="2200">
                <a:solidFill>
                  <a:schemeClr val="tx1"/>
                </a:solidFill>
              </a:defRPr>
            </a:lvl1pPr>
          </a:lstStyle>
          <a:p>
            <a:pPr lvl="0"/>
            <a:r>
              <a:rPr lang="en-US"/>
              <a:t>Insert text here</a:t>
            </a:r>
          </a:p>
        </p:txBody>
      </p:sp>
      <p:sp>
        <p:nvSpPr>
          <p:cNvPr id="9" name="Text Placeholder 11">
            <a:extLst>
              <a:ext uri="{FF2B5EF4-FFF2-40B4-BE49-F238E27FC236}">
                <a16:creationId xmlns:a16="http://schemas.microsoft.com/office/drawing/2014/main" id="{DF005748-42CA-8252-2346-388F064FDDCC}"/>
              </a:ext>
            </a:extLst>
          </p:cNvPr>
          <p:cNvSpPr>
            <a:spLocks noGrp="1"/>
          </p:cNvSpPr>
          <p:nvPr>
            <p:ph type="body" sz="quarter" idx="14" hasCustomPrompt="1"/>
          </p:nvPr>
        </p:nvSpPr>
        <p:spPr>
          <a:xfrm>
            <a:off x="3250522" y="2155345"/>
            <a:ext cx="1042308" cy="823912"/>
          </a:xfrm>
        </p:spPr>
        <p:txBody>
          <a:bodyPr anchor="ctr" anchorCtr="0"/>
          <a:lstStyle>
            <a:lvl1pPr>
              <a:spcAft>
                <a:spcPts val="0"/>
              </a:spcAft>
              <a:defRPr sz="6400">
                <a:solidFill>
                  <a:schemeClr val="tx2"/>
                </a:solidFill>
                <a:latin typeface="+mj-lt"/>
              </a:defRPr>
            </a:lvl1pPr>
          </a:lstStyle>
          <a:p>
            <a:pPr lvl="0"/>
            <a:r>
              <a:rPr lang="en-US"/>
              <a:t>02</a:t>
            </a:r>
          </a:p>
        </p:txBody>
      </p:sp>
      <p:sp>
        <p:nvSpPr>
          <p:cNvPr id="10" name="Text Placeholder 15">
            <a:extLst>
              <a:ext uri="{FF2B5EF4-FFF2-40B4-BE49-F238E27FC236}">
                <a16:creationId xmlns:a16="http://schemas.microsoft.com/office/drawing/2014/main" id="{D64B805D-370A-E1EC-4E4B-4FC008AB7B88}"/>
              </a:ext>
            </a:extLst>
          </p:cNvPr>
          <p:cNvSpPr>
            <a:spLocks noGrp="1"/>
          </p:cNvSpPr>
          <p:nvPr>
            <p:ph type="body" sz="quarter" idx="15" hasCustomPrompt="1"/>
          </p:nvPr>
        </p:nvSpPr>
        <p:spPr>
          <a:xfrm>
            <a:off x="3250521" y="3207232"/>
            <a:ext cx="2283504" cy="823912"/>
          </a:xfrm>
        </p:spPr>
        <p:txBody>
          <a:bodyPr anchor="t" anchorCtr="0"/>
          <a:lstStyle>
            <a:lvl1pPr algn="l">
              <a:defRPr sz="2200">
                <a:solidFill>
                  <a:schemeClr val="tx1"/>
                </a:solidFill>
              </a:defRPr>
            </a:lvl1pPr>
          </a:lstStyle>
          <a:p>
            <a:pPr lvl="0"/>
            <a:r>
              <a:rPr lang="en-US"/>
              <a:t>Insert text here</a:t>
            </a:r>
          </a:p>
        </p:txBody>
      </p:sp>
      <p:sp>
        <p:nvSpPr>
          <p:cNvPr id="2" name="Text Placeholder 11">
            <a:extLst>
              <a:ext uri="{FF2B5EF4-FFF2-40B4-BE49-F238E27FC236}">
                <a16:creationId xmlns:a16="http://schemas.microsoft.com/office/drawing/2014/main" id="{EABFA7BC-9B0F-597B-74B1-988C29108076}"/>
              </a:ext>
            </a:extLst>
          </p:cNvPr>
          <p:cNvSpPr>
            <a:spLocks noGrp="1"/>
          </p:cNvSpPr>
          <p:nvPr>
            <p:ph type="body" sz="quarter" idx="16" hasCustomPrompt="1"/>
          </p:nvPr>
        </p:nvSpPr>
        <p:spPr>
          <a:xfrm>
            <a:off x="5886002" y="2155345"/>
            <a:ext cx="1042308" cy="823912"/>
          </a:xfrm>
        </p:spPr>
        <p:txBody>
          <a:bodyPr anchor="ctr" anchorCtr="0"/>
          <a:lstStyle>
            <a:lvl1pPr>
              <a:spcAft>
                <a:spcPts val="0"/>
              </a:spcAft>
              <a:defRPr sz="6400">
                <a:solidFill>
                  <a:schemeClr val="tx2"/>
                </a:solidFill>
                <a:latin typeface="+mj-lt"/>
              </a:defRPr>
            </a:lvl1pPr>
          </a:lstStyle>
          <a:p>
            <a:pPr lvl="0"/>
            <a:r>
              <a:rPr lang="en-US"/>
              <a:t>03</a:t>
            </a:r>
          </a:p>
        </p:txBody>
      </p:sp>
      <p:sp>
        <p:nvSpPr>
          <p:cNvPr id="3" name="Text Placeholder 15">
            <a:extLst>
              <a:ext uri="{FF2B5EF4-FFF2-40B4-BE49-F238E27FC236}">
                <a16:creationId xmlns:a16="http://schemas.microsoft.com/office/drawing/2014/main" id="{1A9D6B86-156C-8FE3-30E0-8B3B37248A8B}"/>
              </a:ext>
            </a:extLst>
          </p:cNvPr>
          <p:cNvSpPr>
            <a:spLocks noGrp="1"/>
          </p:cNvSpPr>
          <p:nvPr>
            <p:ph type="body" sz="quarter" idx="17" hasCustomPrompt="1"/>
          </p:nvPr>
        </p:nvSpPr>
        <p:spPr>
          <a:xfrm>
            <a:off x="5886001" y="3207232"/>
            <a:ext cx="2283504" cy="823912"/>
          </a:xfrm>
        </p:spPr>
        <p:txBody>
          <a:bodyPr anchor="t" anchorCtr="0"/>
          <a:lstStyle>
            <a:lvl1pPr algn="l">
              <a:defRPr sz="2200">
                <a:solidFill>
                  <a:schemeClr val="tx1"/>
                </a:solidFill>
              </a:defRPr>
            </a:lvl1pPr>
          </a:lstStyle>
          <a:p>
            <a:pPr lvl="0"/>
            <a:r>
              <a:rPr lang="en-US"/>
              <a:t>Insert text here</a:t>
            </a:r>
          </a:p>
        </p:txBody>
      </p:sp>
      <p:grpSp>
        <p:nvGrpSpPr>
          <p:cNvPr id="23" name="Group 22">
            <a:extLst>
              <a:ext uri="{FF2B5EF4-FFF2-40B4-BE49-F238E27FC236}">
                <a16:creationId xmlns:a16="http://schemas.microsoft.com/office/drawing/2014/main" id="{11B2BDDD-5853-0A5B-3DBA-9374C63939F3}"/>
              </a:ext>
            </a:extLst>
          </p:cNvPr>
          <p:cNvGrpSpPr/>
          <p:nvPr userDrawn="1"/>
        </p:nvGrpSpPr>
        <p:grpSpPr>
          <a:xfrm>
            <a:off x="8882218" y="-206377"/>
            <a:ext cx="4775715" cy="5113725"/>
            <a:chOff x="8882218" y="-206377"/>
            <a:chExt cx="4775715" cy="5113725"/>
          </a:xfrm>
        </p:grpSpPr>
        <p:pic>
          <p:nvPicPr>
            <p:cNvPr id="15" name="Graphic 14">
              <a:extLst>
                <a:ext uri="{FF2B5EF4-FFF2-40B4-BE49-F238E27FC236}">
                  <a16:creationId xmlns:a16="http://schemas.microsoft.com/office/drawing/2014/main" id="{9D828345-BC94-6ABE-9FA0-890CFDA93D20}"/>
                </a:ext>
              </a:extLst>
            </p:cNvPr>
            <p:cNvPicPr>
              <a:picLocks noChangeAspect="1"/>
            </p:cNvPicPr>
            <p:nvPr userDrawn="1"/>
          </p:nvPicPr>
          <p:blipFill>
            <a:blip r:embed="rId2">
              <a:extLst>
                <a:ext uri="{96DAC541-7B7A-43D3-8B79-37D633B846F1}">
                  <asvg:svgBlip xmlns:asvg="http://schemas.microsoft.com/office/drawing/2016/SVG/main" r:embed="rId3"/>
                </a:ext>
              </a:extLst>
            </a:blip>
            <a:srcRect l="30846" b="14308"/>
            <a:stretch>
              <a:fillRect/>
            </a:stretch>
          </p:blipFill>
          <p:spPr>
            <a:xfrm rot="11351318">
              <a:off x="8882218" y="-206377"/>
              <a:ext cx="3699537" cy="4584251"/>
            </a:xfrm>
            <a:custGeom>
              <a:avLst/>
              <a:gdLst>
                <a:gd name="connsiteX0" fmla="*/ 3699537 w 3699537"/>
                <a:gd name="connsiteY0" fmla="*/ 4105765 h 4584251"/>
                <a:gd name="connsiteX1" fmla="*/ 741553 w 3699537"/>
                <a:gd name="connsiteY1" fmla="*/ 4584251 h 4584251"/>
                <a:gd name="connsiteX2" fmla="*/ 0 w 3699537"/>
                <a:gd name="connsiteY2" fmla="*/ 0 h 4584251"/>
                <a:gd name="connsiteX3" fmla="*/ 3699537 w 3699537"/>
                <a:gd name="connsiteY3" fmla="*/ 0 h 4584251"/>
              </a:gdLst>
              <a:ahLst/>
              <a:cxnLst>
                <a:cxn ang="0">
                  <a:pos x="connsiteX0" y="connsiteY0"/>
                </a:cxn>
                <a:cxn ang="0">
                  <a:pos x="connsiteX1" y="connsiteY1"/>
                </a:cxn>
                <a:cxn ang="0">
                  <a:pos x="connsiteX2" y="connsiteY2"/>
                </a:cxn>
                <a:cxn ang="0">
                  <a:pos x="connsiteX3" y="connsiteY3"/>
                </a:cxn>
              </a:cxnLst>
              <a:rect l="l" t="t" r="r" b="b"/>
              <a:pathLst>
                <a:path w="3699537" h="4584251">
                  <a:moveTo>
                    <a:pt x="3699537" y="4105765"/>
                  </a:moveTo>
                  <a:lnTo>
                    <a:pt x="741553" y="4584251"/>
                  </a:lnTo>
                  <a:lnTo>
                    <a:pt x="0" y="0"/>
                  </a:lnTo>
                  <a:lnTo>
                    <a:pt x="3699537" y="0"/>
                  </a:lnTo>
                  <a:close/>
                </a:path>
              </a:pathLst>
            </a:custGeom>
          </p:spPr>
        </p:pic>
        <p:sp>
          <p:nvSpPr>
            <p:cNvPr id="8" name="Oval 7">
              <a:extLst>
                <a:ext uri="{FF2B5EF4-FFF2-40B4-BE49-F238E27FC236}">
                  <a16:creationId xmlns:a16="http://schemas.microsoft.com/office/drawing/2014/main" id="{63E0C817-ED3E-4CAB-F54B-A83442445443}"/>
                </a:ext>
              </a:extLst>
            </p:cNvPr>
            <p:cNvSpPr/>
            <p:nvPr userDrawn="1"/>
          </p:nvSpPr>
          <p:spPr>
            <a:xfrm>
              <a:off x="9778840" y="2697387"/>
              <a:ext cx="2209961" cy="22099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46947C85-03B4-D1EB-7DF9-B6B8497DF96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8868" b="18458"/>
            <a:stretch>
              <a:fillRect/>
            </a:stretch>
          </p:blipFill>
          <p:spPr>
            <a:xfrm rot="12870065">
              <a:off x="9723425" y="77415"/>
              <a:ext cx="3934508" cy="3954381"/>
            </a:xfrm>
            <a:custGeom>
              <a:avLst/>
              <a:gdLst>
                <a:gd name="connsiteX0" fmla="*/ 3934507 w 3934508"/>
                <a:gd name="connsiteY0" fmla="*/ 3118182 h 3954381"/>
                <a:gd name="connsiteX1" fmla="*/ 2717880 w 3934508"/>
                <a:gd name="connsiteY1" fmla="*/ 3954381 h 3954381"/>
                <a:gd name="connsiteX2" fmla="*/ 0 w 3934508"/>
                <a:gd name="connsiteY2" fmla="*/ 1 h 3954381"/>
                <a:gd name="connsiteX3" fmla="*/ 3934508 w 3934508"/>
                <a:gd name="connsiteY3" fmla="*/ 0 h 3954381"/>
              </a:gdLst>
              <a:ahLst/>
              <a:cxnLst>
                <a:cxn ang="0">
                  <a:pos x="connsiteX0" y="connsiteY0"/>
                </a:cxn>
                <a:cxn ang="0">
                  <a:pos x="connsiteX1" y="connsiteY1"/>
                </a:cxn>
                <a:cxn ang="0">
                  <a:pos x="connsiteX2" y="connsiteY2"/>
                </a:cxn>
                <a:cxn ang="0">
                  <a:pos x="connsiteX3" y="connsiteY3"/>
                </a:cxn>
              </a:cxnLst>
              <a:rect l="l" t="t" r="r" b="b"/>
              <a:pathLst>
                <a:path w="3934508" h="3954381">
                  <a:moveTo>
                    <a:pt x="3934507" y="3118182"/>
                  </a:moveTo>
                  <a:lnTo>
                    <a:pt x="2717880" y="3954381"/>
                  </a:lnTo>
                  <a:lnTo>
                    <a:pt x="0" y="1"/>
                  </a:lnTo>
                  <a:lnTo>
                    <a:pt x="3934508" y="0"/>
                  </a:lnTo>
                  <a:close/>
                </a:path>
              </a:pathLst>
            </a:custGeom>
          </p:spPr>
        </p:pic>
        <p:sp>
          <p:nvSpPr>
            <p:cNvPr id="19" name="Freeform 18">
              <a:extLst>
                <a:ext uri="{FF2B5EF4-FFF2-40B4-BE49-F238E27FC236}">
                  <a16:creationId xmlns:a16="http://schemas.microsoft.com/office/drawing/2014/main" id="{B0EDF79F-D66B-BF50-EFAB-6016521F4627}"/>
                </a:ext>
              </a:extLst>
            </p:cNvPr>
            <p:cNvSpPr/>
            <p:nvPr userDrawn="1"/>
          </p:nvSpPr>
          <p:spPr>
            <a:xfrm>
              <a:off x="10014787" y="2697387"/>
              <a:ext cx="1974015" cy="1699525"/>
            </a:xfrm>
            <a:custGeom>
              <a:avLst/>
              <a:gdLst>
                <a:gd name="connsiteX0" fmla="*/ 869034 w 1974015"/>
                <a:gd name="connsiteY0" fmla="*/ 0 h 1699525"/>
                <a:gd name="connsiteX1" fmla="*/ 1974015 w 1974015"/>
                <a:gd name="connsiteY1" fmla="*/ 1104981 h 1699525"/>
                <a:gd name="connsiteX2" fmla="*/ 1840650 w 1974015"/>
                <a:gd name="connsiteY2" fmla="*/ 1631680 h 1699525"/>
                <a:gd name="connsiteX3" fmla="*/ 1799434 w 1974015"/>
                <a:gd name="connsiteY3" fmla="*/ 1699525 h 1699525"/>
                <a:gd name="connsiteX4" fmla="*/ 1606478 w 1974015"/>
                <a:gd name="connsiteY4" fmla="*/ 1613737 h 1699525"/>
                <a:gd name="connsiteX5" fmla="*/ 128750 w 1974015"/>
                <a:gd name="connsiteY5" fmla="*/ 560018 h 1699525"/>
                <a:gd name="connsiteX6" fmla="*/ 33303 w 1974015"/>
                <a:gd name="connsiteY6" fmla="*/ 462804 h 1699525"/>
                <a:gd name="connsiteX7" fmla="*/ 0 w 1974015"/>
                <a:gd name="connsiteY7" fmla="*/ 424012 h 1699525"/>
                <a:gd name="connsiteX8" fmla="*/ 16377 w 1974015"/>
                <a:gd name="connsiteY8" fmla="*/ 402111 h 1699525"/>
                <a:gd name="connsiteX9" fmla="*/ 869034 w 1974015"/>
                <a:gd name="connsiteY9" fmla="*/ 0 h 169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015" h="1699525">
                  <a:moveTo>
                    <a:pt x="869034" y="0"/>
                  </a:moveTo>
                  <a:cubicBezTo>
                    <a:pt x="1479298" y="0"/>
                    <a:pt x="1974015" y="494717"/>
                    <a:pt x="1974015" y="1104981"/>
                  </a:cubicBezTo>
                  <a:cubicBezTo>
                    <a:pt x="1974015" y="1295689"/>
                    <a:pt x="1925703" y="1475112"/>
                    <a:pt x="1840650" y="1631680"/>
                  </a:cubicBezTo>
                  <a:lnTo>
                    <a:pt x="1799434" y="1699525"/>
                  </a:lnTo>
                  <a:lnTo>
                    <a:pt x="1606478" y="1613737"/>
                  </a:lnTo>
                  <a:cubicBezTo>
                    <a:pt x="890569" y="1266593"/>
                    <a:pt x="263807" y="687374"/>
                    <a:pt x="128750" y="560018"/>
                  </a:cubicBezTo>
                  <a:cubicBezTo>
                    <a:pt x="98992" y="530755"/>
                    <a:pt x="66617" y="498490"/>
                    <a:pt x="33303" y="462804"/>
                  </a:cubicBezTo>
                  <a:lnTo>
                    <a:pt x="0" y="424012"/>
                  </a:lnTo>
                  <a:lnTo>
                    <a:pt x="16377" y="402111"/>
                  </a:lnTo>
                  <a:cubicBezTo>
                    <a:pt x="219047" y="156532"/>
                    <a:pt x="525761" y="0"/>
                    <a:pt x="86903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TextBox 6">
            <a:extLst>
              <a:ext uri="{FF2B5EF4-FFF2-40B4-BE49-F238E27FC236}">
                <a16:creationId xmlns:a16="http://schemas.microsoft.com/office/drawing/2014/main" id="{53B8B631-228D-3D70-889D-F321DAC6964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67682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genda Light, 4 items">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611444"/>
            <a:ext cx="5328558" cy="598232"/>
          </a:xfrm>
          <a:prstGeom prst="rect">
            <a:avLst/>
          </a:prstGeom>
        </p:spPr>
        <p:txBody>
          <a:bodyPr vert="horz" lIns="0" anchor="t" anchorCtr="0">
            <a:noAutofit/>
          </a:bodyPr>
          <a:lstStyle>
            <a:lvl1pPr algn="l">
              <a:defRPr sz="3600" b="0" i="0" baseline="0">
                <a:solidFill>
                  <a:schemeClr val="tx1"/>
                </a:solidFill>
                <a:latin typeface="+mj-lt"/>
                <a:cs typeface="Arial" panose="020B0604020202020204" pitchFamily="34" charset="0"/>
              </a:defRPr>
            </a:lvl1pPr>
          </a:lstStyle>
          <a:p>
            <a:r>
              <a:rPr lang="en-US"/>
              <a:t>Agenda, 4 items</a:t>
            </a:r>
          </a:p>
        </p:txBody>
      </p:sp>
      <p:sp>
        <p:nvSpPr>
          <p:cNvPr id="4" name="Text Placeholder 11">
            <a:extLst>
              <a:ext uri="{FF2B5EF4-FFF2-40B4-BE49-F238E27FC236}">
                <a16:creationId xmlns:a16="http://schemas.microsoft.com/office/drawing/2014/main" id="{D01220DB-4A22-0635-7B90-9550DC2E0AC2}"/>
              </a:ext>
            </a:extLst>
          </p:cNvPr>
          <p:cNvSpPr>
            <a:spLocks noGrp="1"/>
          </p:cNvSpPr>
          <p:nvPr>
            <p:ph type="body" sz="quarter" idx="10" hasCustomPrompt="1"/>
          </p:nvPr>
        </p:nvSpPr>
        <p:spPr>
          <a:xfrm>
            <a:off x="615042" y="2079145"/>
            <a:ext cx="1042308" cy="823912"/>
          </a:xfrm>
        </p:spPr>
        <p:txBody>
          <a:bodyPr anchor="ctr" anchorCtr="0"/>
          <a:lstStyle>
            <a:lvl1pPr>
              <a:spcAft>
                <a:spcPts val="0"/>
              </a:spcAft>
              <a:defRPr sz="6400">
                <a:solidFill>
                  <a:schemeClr val="tx2"/>
                </a:solidFill>
                <a:latin typeface="+mj-lt"/>
              </a:defRPr>
            </a:lvl1pPr>
          </a:lstStyle>
          <a:p>
            <a:pPr lvl="0"/>
            <a:r>
              <a:rPr lang="en-US"/>
              <a:t>01</a:t>
            </a:r>
          </a:p>
        </p:txBody>
      </p:sp>
      <p:sp>
        <p:nvSpPr>
          <p:cNvPr id="5" name="Text Placeholder 15">
            <a:extLst>
              <a:ext uri="{FF2B5EF4-FFF2-40B4-BE49-F238E27FC236}">
                <a16:creationId xmlns:a16="http://schemas.microsoft.com/office/drawing/2014/main" id="{76404906-FA4D-9AE6-F7CC-AC7112C3267D}"/>
              </a:ext>
            </a:extLst>
          </p:cNvPr>
          <p:cNvSpPr>
            <a:spLocks noGrp="1"/>
          </p:cNvSpPr>
          <p:nvPr>
            <p:ph type="body" sz="quarter" idx="11" hasCustomPrompt="1"/>
          </p:nvPr>
        </p:nvSpPr>
        <p:spPr>
          <a:xfrm>
            <a:off x="1879569"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7" name="Text Placeholder 11">
            <a:extLst>
              <a:ext uri="{FF2B5EF4-FFF2-40B4-BE49-F238E27FC236}">
                <a16:creationId xmlns:a16="http://schemas.microsoft.com/office/drawing/2014/main" id="{9956389A-62F4-B54C-81BB-C449E07FD2EE}"/>
              </a:ext>
            </a:extLst>
          </p:cNvPr>
          <p:cNvSpPr>
            <a:spLocks noGrp="1"/>
          </p:cNvSpPr>
          <p:nvPr>
            <p:ph type="body" sz="quarter" idx="12" hasCustomPrompt="1"/>
          </p:nvPr>
        </p:nvSpPr>
        <p:spPr>
          <a:xfrm>
            <a:off x="5143501" y="2079145"/>
            <a:ext cx="1042308" cy="823912"/>
          </a:xfrm>
        </p:spPr>
        <p:txBody>
          <a:bodyPr anchor="ctr" anchorCtr="0"/>
          <a:lstStyle>
            <a:lvl1pPr>
              <a:spcAft>
                <a:spcPts val="0"/>
              </a:spcAft>
              <a:defRPr sz="6400">
                <a:solidFill>
                  <a:schemeClr val="tx2"/>
                </a:solidFill>
                <a:latin typeface="+mj-lt"/>
              </a:defRPr>
            </a:lvl1pPr>
          </a:lstStyle>
          <a:p>
            <a:pPr lvl="0"/>
            <a:r>
              <a:rPr lang="en-US"/>
              <a:t>02</a:t>
            </a:r>
          </a:p>
        </p:txBody>
      </p:sp>
      <p:sp>
        <p:nvSpPr>
          <p:cNvPr id="8" name="Text Placeholder 15">
            <a:extLst>
              <a:ext uri="{FF2B5EF4-FFF2-40B4-BE49-F238E27FC236}">
                <a16:creationId xmlns:a16="http://schemas.microsoft.com/office/drawing/2014/main" id="{6BB134E3-F1EB-A95E-48C2-D25646AAC254}"/>
              </a:ext>
            </a:extLst>
          </p:cNvPr>
          <p:cNvSpPr>
            <a:spLocks noGrp="1"/>
          </p:cNvSpPr>
          <p:nvPr>
            <p:ph type="body" sz="quarter" idx="13" hasCustomPrompt="1"/>
          </p:nvPr>
        </p:nvSpPr>
        <p:spPr>
          <a:xfrm>
            <a:off x="6408028"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9" name="Text Placeholder 11">
            <a:extLst>
              <a:ext uri="{FF2B5EF4-FFF2-40B4-BE49-F238E27FC236}">
                <a16:creationId xmlns:a16="http://schemas.microsoft.com/office/drawing/2014/main" id="{DF005748-42CA-8252-2346-388F064FDDCC}"/>
              </a:ext>
            </a:extLst>
          </p:cNvPr>
          <p:cNvSpPr>
            <a:spLocks noGrp="1"/>
          </p:cNvSpPr>
          <p:nvPr>
            <p:ph type="body" sz="quarter" idx="14" hasCustomPrompt="1"/>
          </p:nvPr>
        </p:nvSpPr>
        <p:spPr>
          <a:xfrm>
            <a:off x="615040" y="3279295"/>
            <a:ext cx="1042308" cy="823912"/>
          </a:xfrm>
        </p:spPr>
        <p:txBody>
          <a:bodyPr anchor="ctr" anchorCtr="0"/>
          <a:lstStyle>
            <a:lvl1pPr>
              <a:spcAft>
                <a:spcPts val="0"/>
              </a:spcAft>
              <a:defRPr sz="6400">
                <a:solidFill>
                  <a:schemeClr val="tx2"/>
                </a:solidFill>
                <a:latin typeface="+mj-lt"/>
              </a:defRPr>
            </a:lvl1pPr>
          </a:lstStyle>
          <a:p>
            <a:pPr lvl="0"/>
            <a:r>
              <a:rPr lang="en-US"/>
              <a:t>03</a:t>
            </a:r>
          </a:p>
        </p:txBody>
      </p:sp>
      <p:sp>
        <p:nvSpPr>
          <p:cNvPr id="10" name="Text Placeholder 15">
            <a:extLst>
              <a:ext uri="{FF2B5EF4-FFF2-40B4-BE49-F238E27FC236}">
                <a16:creationId xmlns:a16="http://schemas.microsoft.com/office/drawing/2014/main" id="{D64B805D-370A-E1EC-4E4B-4FC008AB7B88}"/>
              </a:ext>
            </a:extLst>
          </p:cNvPr>
          <p:cNvSpPr>
            <a:spLocks noGrp="1"/>
          </p:cNvSpPr>
          <p:nvPr>
            <p:ph type="body" sz="quarter" idx="15" hasCustomPrompt="1"/>
          </p:nvPr>
        </p:nvSpPr>
        <p:spPr>
          <a:xfrm>
            <a:off x="1879567" y="3279295"/>
            <a:ext cx="2955049" cy="823912"/>
          </a:xfrm>
        </p:spPr>
        <p:txBody>
          <a:bodyPr anchor="ctr" anchorCtr="0"/>
          <a:lstStyle>
            <a:lvl1pPr algn="l">
              <a:defRPr sz="2200">
                <a:solidFill>
                  <a:schemeClr val="tx1"/>
                </a:solidFill>
              </a:defRPr>
            </a:lvl1pPr>
          </a:lstStyle>
          <a:p>
            <a:pPr lvl="0"/>
            <a:r>
              <a:rPr lang="en-US"/>
              <a:t>Insert text here</a:t>
            </a:r>
          </a:p>
        </p:txBody>
      </p:sp>
      <p:sp>
        <p:nvSpPr>
          <p:cNvPr id="11" name="Text Placeholder 11">
            <a:extLst>
              <a:ext uri="{FF2B5EF4-FFF2-40B4-BE49-F238E27FC236}">
                <a16:creationId xmlns:a16="http://schemas.microsoft.com/office/drawing/2014/main" id="{AF735DB0-2792-9FF4-BA70-EB654854DBED}"/>
              </a:ext>
            </a:extLst>
          </p:cNvPr>
          <p:cNvSpPr>
            <a:spLocks noGrp="1"/>
          </p:cNvSpPr>
          <p:nvPr>
            <p:ph type="body" sz="quarter" idx="16" hasCustomPrompt="1"/>
          </p:nvPr>
        </p:nvSpPr>
        <p:spPr>
          <a:xfrm>
            <a:off x="5143499" y="3279295"/>
            <a:ext cx="1042308" cy="823912"/>
          </a:xfrm>
        </p:spPr>
        <p:txBody>
          <a:bodyPr anchor="ctr" anchorCtr="0"/>
          <a:lstStyle>
            <a:lvl1pPr>
              <a:spcAft>
                <a:spcPts val="0"/>
              </a:spcAft>
              <a:defRPr sz="6400">
                <a:solidFill>
                  <a:schemeClr val="tx2"/>
                </a:solidFill>
                <a:latin typeface="+mj-lt"/>
              </a:defRPr>
            </a:lvl1pPr>
          </a:lstStyle>
          <a:p>
            <a:pPr lvl="0"/>
            <a:r>
              <a:rPr lang="en-US"/>
              <a:t>04</a:t>
            </a:r>
          </a:p>
        </p:txBody>
      </p:sp>
      <p:sp>
        <p:nvSpPr>
          <p:cNvPr id="12" name="Text Placeholder 15">
            <a:extLst>
              <a:ext uri="{FF2B5EF4-FFF2-40B4-BE49-F238E27FC236}">
                <a16:creationId xmlns:a16="http://schemas.microsoft.com/office/drawing/2014/main" id="{0F764166-DDD3-3435-0AAB-F255B54FF9D1}"/>
              </a:ext>
            </a:extLst>
          </p:cNvPr>
          <p:cNvSpPr>
            <a:spLocks noGrp="1"/>
          </p:cNvSpPr>
          <p:nvPr>
            <p:ph type="body" sz="quarter" idx="17" hasCustomPrompt="1"/>
          </p:nvPr>
        </p:nvSpPr>
        <p:spPr>
          <a:xfrm>
            <a:off x="6408026" y="3279295"/>
            <a:ext cx="2955049" cy="823912"/>
          </a:xfrm>
        </p:spPr>
        <p:txBody>
          <a:bodyPr anchor="ctr" anchorCtr="0"/>
          <a:lstStyle>
            <a:lvl1pPr algn="l">
              <a:defRPr sz="2200">
                <a:solidFill>
                  <a:schemeClr val="tx1"/>
                </a:solidFill>
              </a:defRPr>
            </a:lvl1pPr>
          </a:lstStyle>
          <a:p>
            <a:pPr lvl="0"/>
            <a:r>
              <a:rPr lang="en-US"/>
              <a:t>Insert text here</a:t>
            </a:r>
          </a:p>
        </p:txBody>
      </p:sp>
      <p:grpSp>
        <p:nvGrpSpPr>
          <p:cNvPr id="26" name="Group 25">
            <a:extLst>
              <a:ext uri="{FF2B5EF4-FFF2-40B4-BE49-F238E27FC236}">
                <a16:creationId xmlns:a16="http://schemas.microsoft.com/office/drawing/2014/main" id="{B7F88B2C-BCD3-9694-C43B-343D0F4BE762}"/>
              </a:ext>
            </a:extLst>
          </p:cNvPr>
          <p:cNvGrpSpPr/>
          <p:nvPr userDrawn="1"/>
        </p:nvGrpSpPr>
        <p:grpSpPr>
          <a:xfrm>
            <a:off x="8014226" y="3541013"/>
            <a:ext cx="4563967" cy="3838820"/>
            <a:chOff x="8014226" y="3541013"/>
            <a:chExt cx="4563967" cy="3838820"/>
          </a:xfrm>
        </p:grpSpPr>
        <p:pic>
          <p:nvPicPr>
            <p:cNvPr id="25" name="Graphic 24">
              <a:extLst>
                <a:ext uri="{FF2B5EF4-FFF2-40B4-BE49-F238E27FC236}">
                  <a16:creationId xmlns:a16="http://schemas.microsoft.com/office/drawing/2014/main" id="{BEB36A12-E3FE-E7FC-5F3F-C681CFBC32C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0631" b="39485"/>
            <a:stretch>
              <a:fillRect/>
            </a:stretch>
          </p:blipFill>
          <p:spPr>
            <a:xfrm rot="768367">
              <a:off x="8018828" y="4445170"/>
              <a:ext cx="4333954" cy="2934663"/>
            </a:xfrm>
            <a:custGeom>
              <a:avLst/>
              <a:gdLst>
                <a:gd name="connsiteX0" fmla="*/ 0 w 4333954"/>
                <a:gd name="connsiteY0" fmla="*/ 1 h 2934663"/>
                <a:gd name="connsiteX1" fmla="*/ 3890813 w 4333954"/>
                <a:gd name="connsiteY1" fmla="*/ 0 h 2934663"/>
                <a:gd name="connsiteX2" fmla="*/ 4333954 w 4333954"/>
                <a:gd name="connsiteY2" fmla="*/ 1949527 h 2934663"/>
                <a:gd name="connsiteX3" fmla="*/ 0 w 4333954"/>
                <a:gd name="connsiteY3" fmla="*/ 2934663 h 2934663"/>
              </a:gdLst>
              <a:ahLst/>
              <a:cxnLst>
                <a:cxn ang="0">
                  <a:pos x="connsiteX0" y="connsiteY0"/>
                </a:cxn>
                <a:cxn ang="0">
                  <a:pos x="connsiteX1" y="connsiteY1"/>
                </a:cxn>
                <a:cxn ang="0">
                  <a:pos x="connsiteX2" y="connsiteY2"/>
                </a:cxn>
                <a:cxn ang="0">
                  <a:pos x="connsiteX3" y="connsiteY3"/>
                </a:cxn>
              </a:cxnLst>
              <a:rect l="l" t="t" r="r" b="b"/>
              <a:pathLst>
                <a:path w="4333954" h="2934663">
                  <a:moveTo>
                    <a:pt x="0" y="1"/>
                  </a:moveTo>
                  <a:lnTo>
                    <a:pt x="3890813" y="0"/>
                  </a:lnTo>
                  <a:lnTo>
                    <a:pt x="4333954" y="1949527"/>
                  </a:lnTo>
                  <a:lnTo>
                    <a:pt x="0" y="2934663"/>
                  </a:lnTo>
                  <a:close/>
                </a:path>
              </a:pathLst>
            </a:custGeom>
          </p:spPr>
        </p:pic>
        <p:pic>
          <p:nvPicPr>
            <p:cNvPr id="20" name="Graphic 19">
              <a:extLst>
                <a:ext uri="{FF2B5EF4-FFF2-40B4-BE49-F238E27FC236}">
                  <a16:creationId xmlns:a16="http://schemas.microsoft.com/office/drawing/2014/main" id="{B716DD19-FFD1-F3B1-70D1-F9BD4BCAB80A}"/>
                </a:ext>
              </a:extLst>
            </p:cNvPr>
            <p:cNvPicPr>
              <a:picLocks noChangeAspect="1"/>
            </p:cNvPicPr>
            <p:nvPr userDrawn="1"/>
          </p:nvPicPr>
          <p:blipFill>
            <a:blip r:embed="rId4">
              <a:extLst>
                <a:ext uri="{96DAC541-7B7A-43D3-8B79-37D633B846F1}">
                  <asvg:svgBlip xmlns:asvg="http://schemas.microsoft.com/office/drawing/2016/SVG/main" r:embed="rId5"/>
                </a:ext>
              </a:extLst>
            </a:blip>
            <a:srcRect r="14687" b="42675"/>
            <a:stretch>
              <a:fillRect/>
            </a:stretch>
          </p:blipFill>
          <p:spPr>
            <a:xfrm rot="20849620">
              <a:off x="8014226" y="4174508"/>
              <a:ext cx="4563967" cy="3066731"/>
            </a:xfrm>
            <a:custGeom>
              <a:avLst/>
              <a:gdLst>
                <a:gd name="connsiteX0" fmla="*/ 4563967 w 4563967"/>
                <a:gd name="connsiteY0" fmla="*/ 1 h 3066731"/>
                <a:gd name="connsiteX1" fmla="*/ 3883733 w 4563967"/>
                <a:gd name="connsiteY1" fmla="*/ 3066731 h 3066731"/>
                <a:gd name="connsiteX2" fmla="*/ 0 w 4563967"/>
                <a:gd name="connsiteY2" fmla="*/ 2205277 h 3066731"/>
                <a:gd name="connsiteX3" fmla="*/ 0 w 4563967"/>
                <a:gd name="connsiteY3" fmla="*/ 0 h 3066731"/>
              </a:gdLst>
              <a:ahLst/>
              <a:cxnLst>
                <a:cxn ang="0">
                  <a:pos x="connsiteX0" y="connsiteY0"/>
                </a:cxn>
                <a:cxn ang="0">
                  <a:pos x="connsiteX1" y="connsiteY1"/>
                </a:cxn>
                <a:cxn ang="0">
                  <a:pos x="connsiteX2" y="connsiteY2"/>
                </a:cxn>
                <a:cxn ang="0">
                  <a:pos x="connsiteX3" y="connsiteY3"/>
                </a:cxn>
              </a:cxnLst>
              <a:rect l="l" t="t" r="r" b="b"/>
              <a:pathLst>
                <a:path w="4563967" h="3066731">
                  <a:moveTo>
                    <a:pt x="4563967" y="1"/>
                  </a:moveTo>
                  <a:lnTo>
                    <a:pt x="3883733" y="3066731"/>
                  </a:lnTo>
                  <a:lnTo>
                    <a:pt x="0" y="2205277"/>
                  </a:lnTo>
                  <a:lnTo>
                    <a:pt x="0" y="0"/>
                  </a:lnTo>
                  <a:close/>
                </a:path>
              </a:pathLst>
            </a:custGeom>
          </p:spPr>
        </p:pic>
        <p:sp>
          <p:nvSpPr>
            <p:cNvPr id="14" name="Oval 13">
              <a:extLst>
                <a:ext uri="{FF2B5EF4-FFF2-40B4-BE49-F238E27FC236}">
                  <a16:creationId xmlns:a16="http://schemas.microsoft.com/office/drawing/2014/main" id="{DC72384C-FDBC-B34C-B5C4-095545B5C341}"/>
                </a:ext>
              </a:extLst>
            </p:cNvPr>
            <p:cNvSpPr/>
            <p:nvPr userDrawn="1"/>
          </p:nvSpPr>
          <p:spPr>
            <a:xfrm rot="9498302">
              <a:off x="9768922" y="3541013"/>
              <a:ext cx="2209961" cy="220996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5F28267F-3EEB-179B-EC50-882AC517B9A0}"/>
                </a:ext>
              </a:extLst>
            </p:cNvPr>
            <p:cNvSpPr/>
            <p:nvPr userDrawn="1"/>
          </p:nvSpPr>
          <p:spPr>
            <a:xfrm rot="9498302">
              <a:off x="9871623" y="4076982"/>
              <a:ext cx="1974015" cy="1699525"/>
            </a:xfrm>
            <a:custGeom>
              <a:avLst/>
              <a:gdLst>
                <a:gd name="connsiteX0" fmla="*/ 869034 w 1974015"/>
                <a:gd name="connsiteY0" fmla="*/ 0 h 1699525"/>
                <a:gd name="connsiteX1" fmla="*/ 1974015 w 1974015"/>
                <a:gd name="connsiteY1" fmla="*/ 1104981 h 1699525"/>
                <a:gd name="connsiteX2" fmla="*/ 1840650 w 1974015"/>
                <a:gd name="connsiteY2" fmla="*/ 1631680 h 1699525"/>
                <a:gd name="connsiteX3" fmla="*/ 1799434 w 1974015"/>
                <a:gd name="connsiteY3" fmla="*/ 1699525 h 1699525"/>
                <a:gd name="connsiteX4" fmla="*/ 1606478 w 1974015"/>
                <a:gd name="connsiteY4" fmla="*/ 1613737 h 1699525"/>
                <a:gd name="connsiteX5" fmla="*/ 128750 w 1974015"/>
                <a:gd name="connsiteY5" fmla="*/ 560018 h 1699525"/>
                <a:gd name="connsiteX6" fmla="*/ 33303 w 1974015"/>
                <a:gd name="connsiteY6" fmla="*/ 462804 h 1699525"/>
                <a:gd name="connsiteX7" fmla="*/ 0 w 1974015"/>
                <a:gd name="connsiteY7" fmla="*/ 424012 h 1699525"/>
                <a:gd name="connsiteX8" fmla="*/ 16377 w 1974015"/>
                <a:gd name="connsiteY8" fmla="*/ 402111 h 1699525"/>
                <a:gd name="connsiteX9" fmla="*/ 869034 w 1974015"/>
                <a:gd name="connsiteY9" fmla="*/ 0 h 169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015" h="1699525">
                  <a:moveTo>
                    <a:pt x="869034" y="0"/>
                  </a:moveTo>
                  <a:cubicBezTo>
                    <a:pt x="1479298" y="0"/>
                    <a:pt x="1974015" y="494717"/>
                    <a:pt x="1974015" y="1104981"/>
                  </a:cubicBezTo>
                  <a:cubicBezTo>
                    <a:pt x="1974015" y="1295689"/>
                    <a:pt x="1925703" y="1475112"/>
                    <a:pt x="1840650" y="1631680"/>
                  </a:cubicBezTo>
                  <a:lnTo>
                    <a:pt x="1799434" y="1699525"/>
                  </a:lnTo>
                  <a:lnTo>
                    <a:pt x="1606478" y="1613737"/>
                  </a:lnTo>
                  <a:cubicBezTo>
                    <a:pt x="890569" y="1266593"/>
                    <a:pt x="263807" y="687374"/>
                    <a:pt x="128750" y="560018"/>
                  </a:cubicBezTo>
                  <a:cubicBezTo>
                    <a:pt x="98992" y="530755"/>
                    <a:pt x="66617" y="498490"/>
                    <a:pt x="33303" y="462804"/>
                  </a:cubicBezTo>
                  <a:lnTo>
                    <a:pt x="0" y="424012"/>
                  </a:lnTo>
                  <a:lnTo>
                    <a:pt x="16377" y="402111"/>
                  </a:lnTo>
                  <a:cubicBezTo>
                    <a:pt x="219047" y="156532"/>
                    <a:pt x="525761" y="0"/>
                    <a:pt x="869034" y="0"/>
                  </a:cubicBezTo>
                  <a:close/>
                </a:path>
              </a:pathLst>
            </a:cu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extBox 1">
            <a:extLst>
              <a:ext uri="{FF2B5EF4-FFF2-40B4-BE49-F238E27FC236}">
                <a16:creationId xmlns:a16="http://schemas.microsoft.com/office/drawing/2014/main" id="{BC956F15-DC7F-0193-05CA-86D2CF70103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29386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genda Light, 6 items">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A6F0FBCA-3ECF-31FC-ACDF-E87538E023E2}"/>
              </a:ext>
            </a:extLst>
          </p:cNvPr>
          <p:cNvGrpSpPr/>
          <p:nvPr userDrawn="1"/>
        </p:nvGrpSpPr>
        <p:grpSpPr>
          <a:xfrm>
            <a:off x="9244064" y="-180418"/>
            <a:ext cx="4311277" cy="4829352"/>
            <a:chOff x="9244064" y="-180418"/>
            <a:chExt cx="4311277" cy="4829352"/>
          </a:xfrm>
        </p:grpSpPr>
        <p:pic>
          <p:nvPicPr>
            <p:cNvPr id="19" name="Graphic 18">
              <a:extLst>
                <a:ext uri="{FF2B5EF4-FFF2-40B4-BE49-F238E27FC236}">
                  <a16:creationId xmlns:a16="http://schemas.microsoft.com/office/drawing/2014/main" id="{C93F23E6-26CE-30EA-CF1B-453B409CAC06}"/>
                </a:ext>
              </a:extLst>
            </p:cNvPr>
            <p:cNvPicPr>
              <a:picLocks noChangeAspect="1"/>
            </p:cNvPicPr>
            <p:nvPr userDrawn="1"/>
          </p:nvPicPr>
          <p:blipFill>
            <a:blip r:embed="rId2">
              <a:extLst>
                <a:ext uri="{96DAC541-7B7A-43D3-8B79-37D633B846F1}">
                  <asvg:svgBlip xmlns:asvg="http://schemas.microsoft.com/office/drawing/2016/SVG/main" r:embed="rId3"/>
                </a:ext>
              </a:extLst>
            </a:blip>
            <a:srcRect l="31896" b="10776"/>
            <a:stretch>
              <a:fillRect/>
            </a:stretch>
          </p:blipFill>
          <p:spPr>
            <a:xfrm rot="11351318">
              <a:off x="9244064" y="-180418"/>
              <a:ext cx="3316086" cy="4344460"/>
            </a:xfrm>
            <a:custGeom>
              <a:avLst/>
              <a:gdLst>
                <a:gd name="connsiteX0" fmla="*/ 3316086 w 3316086"/>
                <a:gd name="connsiteY0" fmla="*/ 3921727 h 4344460"/>
                <a:gd name="connsiteX1" fmla="*/ 702765 w 3316086"/>
                <a:gd name="connsiteY1" fmla="*/ 4344460 h 4344460"/>
                <a:gd name="connsiteX2" fmla="*/ 0 w 3316086"/>
                <a:gd name="connsiteY2" fmla="*/ 0 h 4344460"/>
                <a:gd name="connsiteX3" fmla="*/ 3316085 w 3316086"/>
                <a:gd name="connsiteY3" fmla="*/ 1 h 4344460"/>
              </a:gdLst>
              <a:ahLst/>
              <a:cxnLst>
                <a:cxn ang="0">
                  <a:pos x="connsiteX0" y="connsiteY0"/>
                </a:cxn>
                <a:cxn ang="0">
                  <a:pos x="connsiteX1" y="connsiteY1"/>
                </a:cxn>
                <a:cxn ang="0">
                  <a:pos x="connsiteX2" y="connsiteY2"/>
                </a:cxn>
                <a:cxn ang="0">
                  <a:pos x="connsiteX3" y="connsiteY3"/>
                </a:cxn>
              </a:cxnLst>
              <a:rect l="l" t="t" r="r" b="b"/>
              <a:pathLst>
                <a:path w="3316086" h="4344460">
                  <a:moveTo>
                    <a:pt x="3316086" y="3921727"/>
                  </a:moveTo>
                  <a:lnTo>
                    <a:pt x="702765" y="4344460"/>
                  </a:lnTo>
                  <a:lnTo>
                    <a:pt x="0" y="0"/>
                  </a:lnTo>
                  <a:lnTo>
                    <a:pt x="3316085" y="1"/>
                  </a:lnTo>
                  <a:close/>
                </a:path>
              </a:pathLst>
            </a:custGeom>
          </p:spPr>
        </p:pic>
        <p:sp>
          <p:nvSpPr>
            <p:cNvPr id="23" name="Oval 22">
              <a:extLst>
                <a:ext uri="{FF2B5EF4-FFF2-40B4-BE49-F238E27FC236}">
                  <a16:creationId xmlns:a16="http://schemas.microsoft.com/office/drawing/2014/main" id="{5BABA39B-5661-4E8B-3F8E-B3E84A3107D3}"/>
                </a:ext>
              </a:extLst>
            </p:cNvPr>
            <p:cNvSpPr/>
            <p:nvPr userDrawn="1"/>
          </p:nvSpPr>
          <p:spPr>
            <a:xfrm>
              <a:off x="10046083" y="2637489"/>
              <a:ext cx="2011445" cy="201144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a:extLst>
                <a:ext uri="{FF2B5EF4-FFF2-40B4-BE49-F238E27FC236}">
                  <a16:creationId xmlns:a16="http://schemas.microsoft.com/office/drawing/2014/main" id="{FE57AC2C-0A41-61D8-1B2C-E479B17AFD23}"/>
                </a:ext>
              </a:extLst>
            </p:cNvPr>
            <p:cNvPicPr>
              <a:picLocks noChangeAspect="1"/>
            </p:cNvPicPr>
            <p:nvPr userDrawn="1"/>
          </p:nvPicPr>
          <p:blipFill>
            <a:blip r:embed="rId4">
              <a:extLst>
                <a:ext uri="{96DAC541-7B7A-43D3-8B79-37D633B846F1}">
                  <asvg:svgBlip xmlns:asvg="http://schemas.microsoft.com/office/drawing/2016/SVG/main" r:embed="rId5"/>
                </a:ext>
              </a:extLst>
            </a:blip>
            <a:srcRect l="20256" b="15700"/>
            <a:stretch>
              <a:fillRect/>
            </a:stretch>
          </p:blipFill>
          <p:spPr>
            <a:xfrm rot="12870065">
              <a:off x="10035508" y="124493"/>
              <a:ext cx="3519833" cy="3720898"/>
            </a:xfrm>
            <a:custGeom>
              <a:avLst/>
              <a:gdLst>
                <a:gd name="connsiteX0" fmla="*/ 3519832 w 3519833"/>
                <a:gd name="connsiteY0" fmla="*/ 3059414 h 3720898"/>
                <a:gd name="connsiteX1" fmla="*/ 2557406 w 3519833"/>
                <a:gd name="connsiteY1" fmla="*/ 3720898 h 3720898"/>
                <a:gd name="connsiteX2" fmla="*/ 0 w 3519833"/>
                <a:gd name="connsiteY2" fmla="*/ 1 h 3720898"/>
                <a:gd name="connsiteX3" fmla="*/ 3519833 w 3519833"/>
                <a:gd name="connsiteY3" fmla="*/ 0 h 3720898"/>
              </a:gdLst>
              <a:ahLst/>
              <a:cxnLst>
                <a:cxn ang="0">
                  <a:pos x="connsiteX0" y="connsiteY0"/>
                </a:cxn>
                <a:cxn ang="0">
                  <a:pos x="connsiteX1" y="connsiteY1"/>
                </a:cxn>
                <a:cxn ang="0">
                  <a:pos x="connsiteX2" y="connsiteY2"/>
                </a:cxn>
                <a:cxn ang="0">
                  <a:pos x="connsiteX3" y="connsiteY3"/>
                </a:cxn>
              </a:cxnLst>
              <a:rect l="l" t="t" r="r" b="b"/>
              <a:pathLst>
                <a:path w="3519833" h="3720898">
                  <a:moveTo>
                    <a:pt x="3519832" y="3059414"/>
                  </a:moveTo>
                  <a:lnTo>
                    <a:pt x="2557406" y="3720898"/>
                  </a:lnTo>
                  <a:lnTo>
                    <a:pt x="0" y="1"/>
                  </a:lnTo>
                  <a:lnTo>
                    <a:pt x="3519833" y="0"/>
                  </a:lnTo>
                  <a:close/>
                </a:path>
              </a:pathLst>
            </a:custGeom>
          </p:spPr>
        </p:pic>
        <p:sp>
          <p:nvSpPr>
            <p:cNvPr id="24" name="Freeform 23">
              <a:extLst>
                <a:ext uri="{FF2B5EF4-FFF2-40B4-BE49-F238E27FC236}">
                  <a16:creationId xmlns:a16="http://schemas.microsoft.com/office/drawing/2014/main" id="{D533FAA9-6684-F39E-CFB9-8F654DE4C13E}"/>
                </a:ext>
              </a:extLst>
            </p:cNvPr>
            <p:cNvSpPr/>
            <p:nvPr userDrawn="1"/>
          </p:nvSpPr>
          <p:spPr>
            <a:xfrm>
              <a:off x="10260835" y="2637489"/>
              <a:ext cx="1796693" cy="1546860"/>
            </a:xfrm>
            <a:custGeom>
              <a:avLst/>
              <a:gdLst>
                <a:gd name="connsiteX0" fmla="*/ 869034 w 1974015"/>
                <a:gd name="connsiteY0" fmla="*/ 0 h 1699525"/>
                <a:gd name="connsiteX1" fmla="*/ 1974015 w 1974015"/>
                <a:gd name="connsiteY1" fmla="*/ 1104981 h 1699525"/>
                <a:gd name="connsiteX2" fmla="*/ 1840650 w 1974015"/>
                <a:gd name="connsiteY2" fmla="*/ 1631680 h 1699525"/>
                <a:gd name="connsiteX3" fmla="*/ 1799434 w 1974015"/>
                <a:gd name="connsiteY3" fmla="*/ 1699525 h 1699525"/>
                <a:gd name="connsiteX4" fmla="*/ 1606478 w 1974015"/>
                <a:gd name="connsiteY4" fmla="*/ 1613737 h 1699525"/>
                <a:gd name="connsiteX5" fmla="*/ 128750 w 1974015"/>
                <a:gd name="connsiteY5" fmla="*/ 560018 h 1699525"/>
                <a:gd name="connsiteX6" fmla="*/ 33303 w 1974015"/>
                <a:gd name="connsiteY6" fmla="*/ 462804 h 1699525"/>
                <a:gd name="connsiteX7" fmla="*/ 0 w 1974015"/>
                <a:gd name="connsiteY7" fmla="*/ 424012 h 1699525"/>
                <a:gd name="connsiteX8" fmla="*/ 16377 w 1974015"/>
                <a:gd name="connsiteY8" fmla="*/ 402111 h 1699525"/>
                <a:gd name="connsiteX9" fmla="*/ 869034 w 1974015"/>
                <a:gd name="connsiteY9" fmla="*/ 0 h 169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015" h="1699525">
                  <a:moveTo>
                    <a:pt x="869034" y="0"/>
                  </a:moveTo>
                  <a:cubicBezTo>
                    <a:pt x="1479298" y="0"/>
                    <a:pt x="1974015" y="494717"/>
                    <a:pt x="1974015" y="1104981"/>
                  </a:cubicBezTo>
                  <a:cubicBezTo>
                    <a:pt x="1974015" y="1295689"/>
                    <a:pt x="1925703" y="1475112"/>
                    <a:pt x="1840650" y="1631680"/>
                  </a:cubicBezTo>
                  <a:lnTo>
                    <a:pt x="1799434" y="1699525"/>
                  </a:lnTo>
                  <a:lnTo>
                    <a:pt x="1606478" y="1613737"/>
                  </a:lnTo>
                  <a:cubicBezTo>
                    <a:pt x="890569" y="1266593"/>
                    <a:pt x="263807" y="687374"/>
                    <a:pt x="128750" y="560018"/>
                  </a:cubicBezTo>
                  <a:cubicBezTo>
                    <a:pt x="98992" y="530755"/>
                    <a:pt x="66617" y="498490"/>
                    <a:pt x="33303" y="462804"/>
                  </a:cubicBezTo>
                  <a:lnTo>
                    <a:pt x="0" y="424012"/>
                  </a:lnTo>
                  <a:lnTo>
                    <a:pt x="16377" y="402111"/>
                  </a:lnTo>
                  <a:cubicBezTo>
                    <a:pt x="219047" y="156532"/>
                    <a:pt x="525761" y="0"/>
                    <a:pt x="86903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itle 10">
            <a:extLst>
              <a:ext uri="{FF2B5EF4-FFF2-40B4-BE49-F238E27FC236}">
                <a16:creationId xmlns:a16="http://schemas.microsoft.com/office/drawing/2014/main" id="{B7A6ACE2-85BA-FE97-A9CE-0BF9DB03B3CF}"/>
              </a:ext>
            </a:extLst>
          </p:cNvPr>
          <p:cNvSpPr>
            <a:spLocks noGrp="1"/>
          </p:cNvSpPr>
          <p:nvPr userDrawn="1">
            <p:ph type="title" hasCustomPrompt="1"/>
          </p:nvPr>
        </p:nvSpPr>
        <p:spPr>
          <a:xfrm>
            <a:off x="615042" y="611444"/>
            <a:ext cx="5328558" cy="598232"/>
          </a:xfrm>
          <a:prstGeom prst="rect">
            <a:avLst/>
          </a:prstGeom>
        </p:spPr>
        <p:txBody>
          <a:bodyPr vert="horz" lIns="0" anchor="t" anchorCtr="0">
            <a:noAutofit/>
          </a:bodyPr>
          <a:lstStyle>
            <a:lvl1pPr algn="l">
              <a:defRPr sz="3600" b="0" i="0" baseline="0">
                <a:solidFill>
                  <a:schemeClr val="tx1"/>
                </a:solidFill>
                <a:latin typeface="+mj-lt"/>
                <a:cs typeface="Arial" panose="020B0604020202020204" pitchFamily="34" charset="0"/>
              </a:defRPr>
            </a:lvl1pPr>
          </a:lstStyle>
          <a:p>
            <a:r>
              <a:rPr lang="en-US" dirty="0"/>
              <a:t>Agenda, 6 items</a:t>
            </a:r>
          </a:p>
        </p:txBody>
      </p:sp>
      <p:sp>
        <p:nvSpPr>
          <p:cNvPr id="4" name="Text Placeholder 11">
            <a:extLst>
              <a:ext uri="{FF2B5EF4-FFF2-40B4-BE49-F238E27FC236}">
                <a16:creationId xmlns:a16="http://schemas.microsoft.com/office/drawing/2014/main" id="{D01220DB-4A22-0635-7B90-9550DC2E0AC2}"/>
              </a:ext>
            </a:extLst>
          </p:cNvPr>
          <p:cNvSpPr>
            <a:spLocks noGrp="1"/>
          </p:cNvSpPr>
          <p:nvPr userDrawn="1">
            <p:ph type="body" sz="quarter" idx="10" hasCustomPrompt="1"/>
          </p:nvPr>
        </p:nvSpPr>
        <p:spPr>
          <a:xfrm>
            <a:off x="615042" y="2079145"/>
            <a:ext cx="1042308" cy="823912"/>
          </a:xfrm>
        </p:spPr>
        <p:txBody>
          <a:bodyPr anchor="ctr" anchorCtr="0"/>
          <a:lstStyle>
            <a:lvl1pPr>
              <a:spcAft>
                <a:spcPts val="0"/>
              </a:spcAft>
              <a:defRPr sz="6400">
                <a:solidFill>
                  <a:schemeClr val="tx2"/>
                </a:solidFill>
                <a:latin typeface="+mj-lt"/>
              </a:defRPr>
            </a:lvl1pPr>
          </a:lstStyle>
          <a:p>
            <a:pPr lvl="0"/>
            <a:r>
              <a:rPr lang="en-US"/>
              <a:t>01</a:t>
            </a:r>
          </a:p>
        </p:txBody>
      </p:sp>
      <p:sp>
        <p:nvSpPr>
          <p:cNvPr id="5" name="Text Placeholder 15">
            <a:extLst>
              <a:ext uri="{FF2B5EF4-FFF2-40B4-BE49-F238E27FC236}">
                <a16:creationId xmlns:a16="http://schemas.microsoft.com/office/drawing/2014/main" id="{76404906-FA4D-9AE6-F7CC-AC7112C3267D}"/>
              </a:ext>
            </a:extLst>
          </p:cNvPr>
          <p:cNvSpPr>
            <a:spLocks noGrp="1"/>
          </p:cNvSpPr>
          <p:nvPr userDrawn="1">
            <p:ph type="body" sz="quarter" idx="11" hasCustomPrompt="1"/>
          </p:nvPr>
        </p:nvSpPr>
        <p:spPr>
          <a:xfrm>
            <a:off x="1879569"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7" name="Text Placeholder 11">
            <a:extLst>
              <a:ext uri="{FF2B5EF4-FFF2-40B4-BE49-F238E27FC236}">
                <a16:creationId xmlns:a16="http://schemas.microsoft.com/office/drawing/2014/main" id="{9956389A-62F4-B54C-81BB-C449E07FD2EE}"/>
              </a:ext>
            </a:extLst>
          </p:cNvPr>
          <p:cNvSpPr>
            <a:spLocks noGrp="1"/>
          </p:cNvSpPr>
          <p:nvPr userDrawn="1">
            <p:ph type="body" sz="quarter" idx="12" hasCustomPrompt="1"/>
          </p:nvPr>
        </p:nvSpPr>
        <p:spPr>
          <a:xfrm>
            <a:off x="5143501" y="2079145"/>
            <a:ext cx="1042308" cy="823912"/>
          </a:xfrm>
        </p:spPr>
        <p:txBody>
          <a:bodyPr anchor="ctr" anchorCtr="0"/>
          <a:lstStyle>
            <a:lvl1pPr>
              <a:spcAft>
                <a:spcPts val="0"/>
              </a:spcAft>
              <a:defRPr sz="6400">
                <a:solidFill>
                  <a:schemeClr val="tx2"/>
                </a:solidFill>
                <a:latin typeface="+mj-lt"/>
              </a:defRPr>
            </a:lvl1pPr>
          </a:lstStyle>
          <a:p>
            <a:pPr lvl="0"/>
            <a:r>
              <a:rPr lang="en-US"/>
              <a:t>02</a:t>
            </a:r>
          </a:p>
        </p:txBody>
      </p:sp>
      <p:sp>
        <p:nvSpPr>
          <p:cNvPr id="8" name="Text Placeholder 15">
            <a:extLst>
              <a:ext uri="{FF2B5EF4-FFF2-40B4-BE49-F238E27FC236}">
                <a16:creationId xmlns:a16="http://schemas.microsoft.com/office/drawing/2014/main" id="{6BB134E3-F1EB-A95E-48C2-D25646AAC254}"/>
              </a:ext>
            </a:extLst>
          </p:cNvPr>
          <p:cNvSpPr>
            <a:spLocks noGrp="1"/>
          </p:cNvSpPr>
          <p:nvPr userDrawn="1">
            <p:ph type="body" sz="quarter" idx="13" hasCustomPrompt="1"/>
          </p:nvPr>
        </p:nvSpPr>
        <p:spPr>
          <a:xfrm>
            <a:off x="6408028"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9" name="Text Placeholder 11">
            <a:extLst>
              <a:ext uri="{FF2B5EF4-FFF2-40B4-BE49-F238E27FC236}">
                <a16:creationId xmlns:a16="http://schemas.microsoft.com/office/drawing/2014/main" id="{DF005748-42CA-8252-2346-388F064FDDCC}"/>
              </a:ext>
            </a:extLst>
          </p:cNvPr>
          <p:cNvSpPr>
            <a:spLocks noGrp="1"/>
          </p:cNvSpPr>
          <p:nvPr userDrawn="1">
            <p:ph type="body" sz="quarter" idx="14" hasCustomPrompt="1"/>
          </p:nvPr>
        </p:nvSpPr>
        <p:spPr>
          <a:xfrm>
            <a:off x="615040" y="3279295"/>
            <a:ext cx="1042308" cy="823912"/>
          </a:xfrm>
        </p:spPr>
        <p:txBody>
          <a:bodyPr anchor="ctr" anchorCtr="0"/>
          <a:lstStyle>
            <a:lvl1pPr>
              <a:spcAft>
                <a:spcPts val="0"/>
              </a:spcAft>
              <a:defRPr sz="6400">
                <a:solidFill>
                  <a:schemeClr val="tx2"/>
                </a:solidFill>
                <a:latin typeface="+mj-lt"/>
              </a:defRPr>
            </a:lvl1pPr>
          </a:lstStyle>
          <a:p>
            <a:pPr lvl="0"/>
            <a:r>
              <a:rPr lang="en-US"/>
              <a:t>03</a:t>
            </a:r>
          </a:p>
        </p:txBody>
      </p:sp>
      <p:sp>
        <p:nvSpPr>
          <p:cNvPr id="10" name="Text Placeholder 15">
            <a:extLst>
              <a:ext uri="{FF2B5EF4-FFF2-40B4-BE49-F238E27FC236}">
                <a16:creationId xmlns:a16="http://schemas.microsoft.com/office/drawing/2014/main" id="{D64B805D-370A-E1EC-4E4B-4FC008AB7B88}"/>
              </a:ext>
            </a:extLst>
          </p:cNvPr>
          <p:cNvSpPr>
            <a:spLocks noGrp="1"/>
          </p:cNvSpPr>
          <p:nvPr userDrawn="1">
            <p:ph type="body" sz="quarter" idx="15" hasCustomPrompt="1"/>
          </p:nvPr>
        </p:nvSpPr>
        <p:spPr>
          <a:xfrm>
            <a:off x="1879567" y="3279295"/>
            <a:ext cx="2955049" cy="823912"/>
          </a:xfrm>
        </p:spPr>
        <p:txBody>
          <a:bodyPr anchor="ctr" anchorCtr="0"/>
          <a:lstStyle>
            <a:lvl1pPr algn="l">
              <a:defRPr sz="2200">
                <a:solidFill>
                  <a:schemeClr val="tx1"/>
                </a:solidFill>
              </a:defRPr>
            </a:lvl1pPr>
          </a:lstStyle>
          <a:p>
            <a:pPr lvl="0"/>
            <a:r>
              <a:rPr lang="en-US"/>
              <a:t>Insert text here</a:t>
            </a:r>
          </a:p>
        </p:txBody>
      </p:sp>
      <p:sp>
        <p:nvSpPr>
          <p:cNvPr id="11" name="Text Placeholder 11">
            <a:extLst>
              <a:ext uri="{FF2B5EF4-FFF2-40B4-BE49-F238E27FC236}">
                <a16:creationId xmlns:a16="http://schemas.microsoft.com/office/drawing/2014/main" id="{AF735DB0-2792-9FF4-BA70-EB654854DBED}"/>
              </a:ext>
            </a:extLst>
          </p:cNvPr>
          <p:cNvSpPr>
            <a:spLocks noGrp="1"/>
          </p:cNvSpPr>
          <p:nvPr userDrawn="1">
            <p:ph type="body" sz="quarter" idx="16" hasCustomPrompt="1"/>
          </p:nvPr>
        </p:nvSpPr>
        <p:spPr>
          <a:xfrm>
            <a:off x="5143499" y="3279295"/>
            <a:ext cx="1042308" cy="823912"/>
          </a:xfrm>
        </p:spPr>
        <p:txBody>
          <a:bodyPr anchor="ctr" anchorCtr="0"/>
          <a:lstStyle>
            <a:lvl1pPr>
              <a:spcAft>
                <a:spcPts val="0"/>
              </a:spcAft>
              <a:defRPr sz="6400">
                <a:solidFill>
                  <a:schemeClr val="tx2"/>
                </a:solidFill>
                <a:latin typeface="+mj-lt"/>
              </a:defRPr>
            </a:lvl1pPr>
          </a:lstStyle>
          <a:p>
            <a:pPr lvl="0"/>
            <a:r>
              <a:rPr lang="en-US"/>
              <a:t>04</a:t>
            </a:r>
          </a:p>
        </p:txBody>
      </p:sp>
      <p:sp>
        <p:nvSpPr>
          <p:cNvPr id="12" name="Text Placeholder 15">
            <a:extLst>
              <a:ext uri="{FF2B5EF4-FFF2-40B4-BE49-F238E27FC236}">
                <a16:creationId xmlns:a16="http://schemas.microsoft.com/office/drawing/2014/main" id="{0F764166-DDD3-3435-0AAB-F255B54FF9D1}"/>
              </a:ext>
            </a:extLst>
          </p:cNvPr>
          <p:cNvSpPr>
            <a:spLocks noGrp="1"/>
          </p:cNvSpPr>
          <p:nvPr userDrawn="1">
            <p:ph type="body" sz="quarter" idx="17" hasCustomPrompt="1"/>
          </p:nvPr>
        </p:nvSpPr>
        <p:spPr>
          <a:xfrm>
            <a:off x="6408026" y="3279295"/>
            <a:ext cx="2955049" cy="823912"/>
          </a:xfrm>
        </p:spPr>
        <p:txBody>
          <a:bodyPr anchor="ctr" anchorCtr="0"/>
          <a:lstStyle>
            <a:lvl1pPr algn="l">
              <a:defRPr sz="2200">
                <a:solidFill>
                  <a:schemeClr val="tx1"/>
                </a:solidFill>
              </a:defRPr>
            </a:lvl1pPr>
          </a:lstStyle>
          <a:p>
            <a:pPr lvl="0"/>
            <a:r>
              <a:rPr lang="en-US"/>
              <a:t>Insert text here</a:t>
            </a:r>
          </a:p>
        </p:txBody>
      </p:sp>
      <p:sp>
        <p:nvSpPr>
          <p:cNvPr id="2" name="Text Placeholder 11">
            <a:extLst>
              <a:ext uri="{FF2B5EF4-FFF2-40B4-BE49-F238E27FC236}">
                <a16:creationId xmlns:a16="http://schemas.microsoft.com/office/drawing/2014/main" id="{26AF6E33-9C67-3BF8-50B0-67783BDB7AB9}"/>
              </a:ext>
            </a:extLst>
          </p:cNvPr>
          <p:cNvSpPr>
            <a:spLocks noGrp="1"/>
          </p:cNvSpPr>
          <p:nvPr userDrawn="1">
            <p:ph type="body" sz="quarter" idx="18" hasCustomPrompt="1"/>
          </p:nvPr>
        </p:nvSpPr>
        <p:spPr>
          <a:xfrm>
            <a:off x="615040" y="4479445"/>
            <a:ext cx="1042308" cy="823912"/>
          </a:xfrm>
        </p:spPr>
        <p:txBody>
          <a:bodyPr anchor="ctr" anchorCtr="0"/>
          <a:lstStyle>
            <a:lvl1pPr>
              <a:spcAft>
                <a:spcPts val="0"/>
              </a:spcAft>
              <a:defRPr sz="6400">
                <a:solidFill>
                  <a:schemeClr val="tx2"/>
                </a:solidFill>
                <a:latin typeface="+mj-lt"/>
              </a:defRPr>
            </a:lvl1pPr>
          </a:lstStyle>
          <a:p>
            <a:pPr lvl="0"/>
            <a:r>
              <a:rPr lang="en-US"/>
              <a:t>05</a:t>
            </a:r>
          </a:p>
        </p:txBody>
      </p:sp>
      <p:sp>
        <p:nvSpPr>
          <p:cNvPr id="3" name="Text Placeholder 15">
            <a:extLst>
              <a:ext uri="{FF2B5EF4-FFF2-40B4-BE49-F238E27FC236}">
                <a16:creationId xmlns:a16="http://schemas.microsoft.com/office/drawing/2014/main" id="{3A72040B-2438-135C-D9B2-9C010727BC7D}"/>
              </a:ext>
            </a:extLst>
          </p:cNvPr>
          <p:cNvSpPr>
            <a:spLocks noGrp="1"/>
          </p:cNvSpPr>
          <p:nvPr userDrawn="1">
            <p:ph type="body" sz="quarter" idx="19" hasCustomPrompt="1"/>
          </p:nvPr>
        </p:nvSpPr>
        <p:spPr>
          <a:xfrm>
            <a:off x="1879567" y="4479445"/>
            <a:ext cx="2955049" cy="823912"/>
          </a:xfrm>
        </p:spPr>
        <p:txBody>
          <a:bodyPr anchor="ctr" anchorCtr="0"/>
          <a:lstStyle>
            <a:lvl1pPr algn="l">
              <a:defRPr sz="2200">
                <a:solidFill>
                  <a:schemeClr val="tx1"/>
                </a:solidFill>
              </a:defRPr>
            </a:lvl1pPr>
          </a:lstStyle>
          <a:p>
            <a:pPr lvl="0"/>
            <a:r>
              <a:rPr lang="en-US"/>
              <a:t>Insert text here</a:t>
            </a:r>
          </a:p>
        </p:txBody>
      </p:sp>
      <p:sp>
        <p:nvSpPr>
          <p:cNvPr id="14" name="Text Placeholder 11">
            <a:extLst>
              <a:ext uri="{FF2B5EF4-FFF2-40B4-BE49-F238E27FC236}">
                <a16:creationId xmlns:a16="http://schemas.microsoft.com/office/drawing/2014/main" id="{9BD939DB-D7F9-9F0F-0DDF-2AC66138DECD}"/>
              </a:ext>
            </a:extLst>
          </p:cNvPr>
          <p:cNvSpPr>
            <a:spLocks noGrp="1"/>
          </p:cNvSpPr>
          <p:nvPr userDrawn="1">
            <p:ph type="body" sz="quarter" idx="20" hasCustomPrompt="1"/>
          </p:nvPr>
        </p:nvSpPr>
        <p:spPr>
          <a:xfrm>
            <a:off x="5143499" y="4479445"/>
            <a:ext cx="1042308" cy="823912"/>
          </a:xfrm>
        </p:spPr>
        <p:txBody>
          <a:bodyPr anchor="ctr" anchorCtr="0"/>
          <a:lstStyle>
            <a:lvl1pPr>
              <a:spcAft>
                <a:spcPts val="0"/>
              </a:spcAft>
              <a:defRPr sz="6400">
                <a:solidFill>
                  <a:schemeClr val="tx2"/>
                </a:solidFill>
                <a:latin typeface="+mj-lt"/>
              </a:defRPr>
            </a:lvl1pPr>
          </a:lstStyle>
          <a:p>
            <a:pPr lvl="0"/>
            <a:r>
              <a:rPr lang="en-US"/>
              <a:t>06</a:t>
            </a:r>
          </a:p>
        </p:txBody>
      </p:sp>
      <p:sp>
        <p:nvSpPr>
          <p:cNvPr id="15" name="Text Placeholder 15">
            <a:extLst>
              <a:ext uri="{FF2B5EF4-FFF2-40B4-BE49-F238E27FC236}">
                <a16:creationId xmlns:a16="http://schemas.microsoft.com/office/drawing/2014/main" id="{C610717F-3D19-484E-6443-EF684915559A}"/>
              </a:ext>
            </a:extLst>
          </p:cNvPr>
          <p:cNvSpPr>
            <a:spLocks noGrp="1"/>
          </p:cNvSpPr>
          <p:nvPr userDrawn="1">
            <p:ph type="body" sz="quarter" idx="21" hasCustomPrompt="1"/>
          </p:nvPr>
        </p:nvSpPr>
        <p:spPr>
          <a:xfrm>
            <a:off x="6408026" y="4479445"/>
            <a:ext cx="2955049" cy="823912"/>
          </a:xfrm>
        </p:spPr>
        <p:txBody>
          <a:bodyPr anchor="ctr" anchorCtr="0"/>
          <a:lstStyle>
            <a:lvl1pPr algn="l">
              <a:defRPr sz="2200">
                <a:solidFill>
                  <a:schemeClr val="tx1"/>
                </a:solidFill>
              </a:defRPr>
            </a:lvl1pPr>
          </a:lstStyle>
          <a:p>
            <a:pPr lvl="0"/>
            <a:r>
              <a:rPr lang="en-US"/>
              <a:t>Insert text here</a:t>
            </a:r>
          </a:p>
        </p:txBody>
      </p:sp>
      <p:sp>
        <p:nvSpPr>
          <p:cNvPr id="13" name="TextBox 12">
            <a:extLst>
              <a:ext uri="{FF2B5EF4-FFF2-40B4-BE49-F238E27FC236}">
                <a16:creationId xmlns:a16="http://schemas.microsoft.com/office/drawing/2014/main" id="{A5022891-5889-2E1C-5FFE-922943A3111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11867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Section_Title_1">
    <p:bg>
      <p:bgPr>
        <a:solidFill>
          <a:schemeClr val="tx2"/>
        </a:solidFill>
        <a:effectLst/>
      </p:bgPr>
    </p:bg>
    <p:spTree>
      <p:nvGrpSpPr>
        <p:cNvPr id="1" name=""/>
        <p:cNvGrpSpPr/>
        <p:nvPr/>
      </p:nvGrpSpPr>
      <p:grpSpPr>
        <a:xfrm>
          <a:off x="0" y="0"/>
          <a:ext cx="0" cy="0"/>
          <a:chOff x="0" y="0"/>
          <a:chExt cx="0" cy="0"/>
        </a:xfrm>
      </p:grpSpPr>
      <p:sp>
        <p:nvSpPr>
          <p:cNvPr id="5" name="Title 10">
            <a:extLst>
              <a:ext uri="{FF2B5EF4-FFF2-40B4-BE49-F238E27FC236}">
                <a16:creationId xmlns:a16="http://schemas.microsoft.com/office/drawing/2014/main" id="{7B774C67-0882-845E-B3CA-47CE91747A0B}"/>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2" name="Text Placeholder 11">
            <a:extLst>
              <a:ext uri="{FF2B5EF4-FFF2-40B4-BE49-F238E27FC236}">
                <a16:creationId xmlns:a16="http://schemas.microsoft.com/office/drawing/2014/main" id="{C8639FD5-49E1-796E-A1F5-E191C4334B60}"/>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9EF5EF"/>
                </a:solidFill>
                <a:latin typeface="+mj-lt"/>
              </a:defRPr>
            </a:lvl1pPr>
          </a:lstStyle>
          <a:p>
            <a:pPr lvl="0"/>
            <a:r>
              <a:rPr lang="en-US"/>
              <a:t>01</a:t>
            </a:r>
          </a:p>
        </p:txBody>
      </p:sp>
      <p:grpSp>
        <p:nvGrpSpPr>
          <p:cNvPr id="20" name="Group 19">
            <a:extLst>
              <a:ext uri="{FF2B5EF4-FFF2-40B4-BE49-F238E27FC236}">
                <a16:creationId xmlns:a16="http://schemas.microsoft.com/office/drawing/2014/main" id="{C0D33397-8717-3410-66E3-61A0F91DDCE3}"/>
              </a:ext>
            </a:extLst>
          </p:cNvPr>
          <p:cNvGrpSpPr/>
          <p:nvPr userDrawn="1"/>
        </p:nvGrpSpPr>
        <p:grpSpPr>
          <a:xfrm>
            <a:off x="6650109" y="-636910"/>
            <a:ext cx="6383337" cy="4484120"/>
            <a:chOff x="6650109" y="-636910"/>
            <a:chExt cx="6383337" cy="4484120"/>
          </a:xfrm>
        </p:grpSpPr>
        <p:pic>
          <p:nvPicPr>
            <p:cNvPr id="19" name="Graphic 18">
              <a:extLst>
                <a:ext uri="{FF2B5EF4-FFF2-40B4-BE49-F238E27FC236}">
                  <a16:creationId xmlns:a16="http://schemas.microsoft.com/office/drawing/2014/main" id="{607F854E-9CC5-1692-D61A-EC23FE27B105}"/>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3ACA5833-E717-E8F0-AFDE-B2B3AAA74582}"/>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E73D0692-25E4-4302-4CAC-665E10D7657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086214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2_Section_Title_1">
    <p:bg>
      <p:bgPr>
        <a:solidFill>
          <a:schemeClr val="tx2"/>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9BA86E98-A879-164F-FCD6-F8B568532659}"/>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AB7344DA-442D-02FE-E811-8AD1273BFB37}"/>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23" name="Graphic 22">
              <a:extLst>
                <a:ext uri="{FF2B5EF4-FFF2-40B4-BE49-F238E27FC236}">
                  <a16:creationId xmlns:a16="http://schemas.microsoft.com/office/drawing/2014/main" id="{6FA22C0B-AA4F-B464-A1FD-F9CBDA910E67}"/>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3"/>
            </a:solidFill>
            <a:ln w="24357" cap="flat">
              <a:noFill/>
              <a:prstDash val="solid"/>
              <a:miter/>
            </a:ln>
          </p:spPr>
          <p:txBody>
            <a:bodyPr rtlCol="0" anchor="ctr"/>
            <a:lstStyle/>
            <a:p>
              <a:endParaRPr lang="en-US"/>
            </a:p>
          </p:txBody>
        </p:sp>
      </p:grpSp>
      <p:sp>
        <p:nvSpPr>
          <p:cNvPr id="28" name="Title 10">
            <a:extLst>
              <a:ext uri="{FF2B5EF4-FFF2-40B4-BE49-F238E27FC236}">
                <a16:creationId xmlns:a16="http://schemas.microsoft.com/office/drawing/2014/main" id="{21B16B60-E592-4F1A-6D88-21C0B69883BB}"/>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9" name="Text Placeholder 11">
            <a:extLst>
              <a:ext uri="{FF2B5EF4-FFF2-40B4-BE49-F238E27FC236}">
                <a16:creationId xmlns:a16="http://schemas.microsoft.com/office/drawing/2014/main" id="{3AE09951-BE70-9543-72B0-B37077E67F5F}"/>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3" name="TextBox 2">
            <a:extLst>
              <a:ext uri="{FF2B5EF4-FFF2-40B4-BE49-F238E27FC236}">
                <a16:creationId xmlns:a16="http://schemas.microsoft.com/office/drawing/2014/main" id="{408AE8F2-9F01-3EDF-AECE-DB8DBD91534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81047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_Section_Title_1">
    <p:bg>
      <p:bgPr>
        <a:solidFill>
          <a:srgbClr val="CFF7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1D91AC2-F267-EE35-FD4B-04950B0F8127}"/>
              </a:ext>
            </a:extLst>
          </p:cNvPr>
          <p:cNvGrpSpPr/>
          <p:nvPr userDrawn="1"/>
        </p:nvGrpSpPr>
        <p:grpSpPr>
          <a:xfrm>
            <a:off x="6650109" y="-636910"/>
            <a:ext cx="6383337" cy="4484120"/>
            <a:chOff x="6650109" y="-636910"/>
            <a:chExt cx="6383337" cy="4484120"/>
          </a:xfrm>
        </p:grpSpPr>
        <p:pic>
          <p:nvPicPr>
            <p:cNvPr id="21" name="Graphic 20">
              <a:extLst>
                <a:ext uri="{FF2B5EF4-FFF2-40B4-BE49-F238E27FC236}">
                  <a16:creationId xmlns:a16="http://schemas.microsoft.com/office/drawing/2014/main" id="{CD83A2F7-B318-15C8-B83D-09BFB190A868}"/>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6" name="Graphic 15">
              <a:extLst>
                <a:ext uri="{FF2B5EF4-FFF2-40B4-BE49-F238E27FC236}">
                  <a16:creationId xmlns:a16="http://schemas.microsoft.com/office/drawing/2014/main" id="{22429465-89E9-DE62-336B-B41FB892FB03}"/>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0F68EA87-D283-A7FB-C473-077AEA7BBB33}"/>
              </a:ext>
            </a:extLst>
          </p:cNvPr>
          <p:cNvSpPr>
            <a:spLocks noGrp="1"/>
          </p:cNvSpPr>
          <p:nvPr userDrawn="1">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212E6CA6-08DB-2156-82B5-99CCF14DECE4}"/>
              </a:ext>
            </a:extLst>
          </p:cNvPr>
          <p:cNvSpPr>
            <a:spLocks noGrp="1"/>
          </p:cNvSpPr>
          <p:nvPr userDrawn="1">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3" name="TextBox 2">
            <a:extLst>
              <a:ext uri="{FF2B5EF4-FFF2-40B4-BE49-F238E27FC236}">
                <a16:creationId xmlns:a16="http://schemas.microsoft.com/office/drawing/2014/main" id="{8D99FA72-BA25-E74B-BDBB-43C6876CA3B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1337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4_Section_Title_1">
    <p:bg>
      <p:bgPr>
        <a:solidFill>
          <a:srgbClr val="DEF3FF"/>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3" name="TextBox 2">
            <a:extLst>
              <a:ext uri="{FF2B5EF4-FFF2-40B4-BE49-F238E27FC236}">
                <a16:creationId xmlns:a16="http://schemas.microsoft.com/office/drawing/2014/main" id="{58B5A0E4-BB86-F560-9F1F-AD64EB6B1FC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761855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5_Section_Title_1">
    <p:bg>
      <p:bgPr>
        <a:solidFill>
          <a:schemeClr val="accent4"/>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accent4">
                    <a:lumMod val="20000"/>
                    <a:lumOff val="80000"/>
                  </a:schemeClr>
                </a:solidFill>
                <a:latin typeface="+mj-lt"/>
              </a:defRPr>
            </a:lvl1pPr>
          </a:lstStyle>
          <a:p>
            <a:pPr lvl="0"/>
            <a:r>
              <a:rPr lang="en-US"/>
              <a:t>01</a:t>
            </a:r>
          </a:p>
        </p:txBody>
      </p:sp>
      <p:sp>
        <p:nvSpPr>
          <p:cNvPr id="3" name="TextBox 2">
            <a:extLst>
              <a:ext uri="{FF2B5EF4-FFF2-40B4-BE49-F238E27FC236}">
                <a16:creationId xmlns:a16="http://schemas.microsoft.com/office/drawing/2014/main" id="{4E05C19C-8D96-15DA-D1EF-1CDBA6FDDA8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73608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6_Section_Title_1">
    <p:bg>
      <p:bgPr>
        <a:solidFill>
          <a:schemeClr val="accent6"/>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accent6">
                    <a:lumMod val="20000"/>
                    <a:lumOff val="80000"/>
                  </a:schemeClr>
                </a:solidFill>
                <a:latin typeface="+mj-lt"/>
              </a:defRPr>
            </a:lvl1pPr>
          </a:lstStyle>
          <a:p>
            <a:pPr lvl="0"/>
            <a:r>
              <a:rPr lang="en-US"/>
              <a:t>01</a:t>
            </a:r>
          </a:p>
        </p:txBody>
      </p:sp>
      <p:sp>
        <p:nvSpPr>
          <p:cNvPr id="3" name="TextBox 2">
            <a:extLst>
              <a:ext uri="{FF2B5EF4-FFF2-40B4-BE49-F238E27FC236}">
                <a16:creationId xmlns:a16="http://schemas.microsoft.com/office/drawing/2014/main" id="{676A5C3C-FD1C-BAB8-BCBD-374A7F5B169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25878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7_Section_Title_1">
    <p:bg>
      <p:bgPr>
        <a:solidFill>
          <a:schemeClr val="accent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C7E5FF"/>
                </a:solidFill>
                <a:latin typeface="+mj-lt"/>
              </a:defRPr>
            </a:lvl1pPr>
          </a:lstStyle>
          <a:p>
            <a:pPr lvl="0"/>
            <a:r>
              <a:rPr lang="en-US"/>
              <a:t>01</a:t>
            </a:r>
          </a:p>
        </p:txBody>
      </p:sp>
      <p:sp>
        <p:nvSpPr>
          <p:cNvPr id="3" name="TextBox 2">
            <a:extLst>
              <a:ext uri="{FF2B5EF4-FFF2-40B4-BE49-F238E27FC236}">
                <a16:creationId xmlns:a16="http://schemas.microsoft.com/office/drawing/2014/main" id="{2B703975-DFA6-1D02-F228-ECCA2D3D5A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1238192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8_Section_Title_1">
    <p:bg>
      <p:bgPr>
        <a:solidFill>
          <a:schemeClr val="accent3"/>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accent3">
                    <a:lumMod val="20000"/>
                    <a:lumOff val="80000"/>
                  </a:schemeClr>
                </a:solidFill>
                <a:latin typeface="+mj-lt"/>
              </a:defRPr>
            </a:lvl1pPr>
          </a:lstStyle>
          <a:p>
            <a:pPr lvl="0"/>
            <a:r>
              <a:rPr lang="en-US"/>
              <a:t>01</a:t>
            </a:r>
          </a:p>
        </p:txBody>
      </p:sp>
      <p:sp>
        <p:nvSpPr>
          <p:cNvPr id="3" name="TextBox 2">
            <a:extLst>
              <a:ext uri="{FF2B5EF4-FFF2-40B4-BE49-F238E27FC236}">
                <a16:creationId xmlns:a16="http://schemas.microsoft.com/office/drawing/2014/main" id="{EEF023C2-CA2E-B7B0-2858-D9863B9F9071}"/>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69608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9_Section_Title_1">
    <p:bg>
      <p:bgPr>
        <a:solidFill>
          <a:schemeClr val="accent2"/>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27945"/>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3" name="TextBox 2">
            <a:extLst>
              <a:ext uri="{FF2B5EF4-FFF2-40B4-BE49-F238E27FC236}">
                <a16:creationId xmlns:a16="http://schemas.microsoft.com/office/drawing/2014/main" id="{5608007A-844A-2844-656C-6D2AEDC6160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880718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Section_Title_3">
    <p:bg>
      <p:bgPr>
        <a:solidFill>
          <a:schemeClr val="tx2"/>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6A2153CC-A032-E401-04AF-54A07D9A629F}"/>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3" name="TextBox 2">
            <a:extLst>
              <a:ext uri="{FF2B5EF4-FFF2-40B4-BE49-F238E27FC236}">
                <a16:creationId xmlns:a16="http://schemas.microsoft.com/office/drawing/2014/main" id="{05AE8C57-ED0D-DCCC-87DC-584DEB9D3F4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89224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4_Section_Title_3">
    <p:bg>
      <p:bgPr>
        <a:solidFill>
          <a:schemeClr val="tx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rgbClr val="00D8CD"/>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4" name="TextBox 3">
            <a:extLst>
              <a:ext uri="{FF2B5EF4-FFF2-40B4-BE49-F238E27FC236}">
                <a16:creationId xmlns:a16="http://schemas.microsoft.com/office/drawing/2014/main" id="{07FD1372-7BDB-A1E0-E8FB-1CA0E869DE0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53994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3_Section_Title_3">
    <p:bg>
      <p:bgPr>
        <a:solidFill>
          <a:srgbClr val="CFF7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ED4F2FC-291A-0287-AEF6-24E8BB9173E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4" name="TextBox 3">
            <a:extLst>
              <a:ext uri="{FF2B5EF4-FFF2-40B4-BE49-F238E27FC236}">
                <a16:creationId xmlns:a16="http://schemas.microsoft.com/office/drawing/2014/main" id="{27E4A5D9-9A56-6C5D-AEB7-DB3F2A39197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2397388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5_Section_Title_3">
    <p:bg>
      <p:bgPr>
        <a:solidFill>
          <a:srgbClr val="DEF3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F9941E3-8C47-1567-DB86-393EEFAEFD01}"/>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rgbClr val="3067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4" name="TextBox 3">
            <a:extLst>
              <a:ext uri="{FF2B5EF4-FFF2-40B4-BE49-F238E27FC236}">
                <a16:creationId xmlns:a16="http://schemas.microsoft.com/office/drawing/2014/main" id="{A3900AF2-715C-A780-26E8-5A11B215954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747614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6_Section_Title_3">
    <p:bg>
      <p:bgPr>
        <a:solidFill>
          <a:schemeClr val="accent4"/>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accent4">
                    <a:lumMod val="20000"/>
                    <a:lumOff val="80000"/>
                  </a:schemeClr>
                </a:solidFill>
                <a:latin typeface="+mj-lt"/>
              </a:defRPr>
            </a:lvl1pPr>
          </a:lstStyle>
          <a:p>
            <a:pPr lvl="0"/>
            <a:r>
              <a:rPr lang="en-US"/>
              <a:t>01</a:t>
            </a:r>
          </a:p>
        </p:txBody>
      </p:sp>
      <p:sp>
        <p:nvSpPr>
          <p:cNvPr id="4" name="TextBox 3">
            <a:extLst>
              <a:ext uri="{FF2B5EF4-FFF2-40B4-BE49-F238E27FC236}">
                <a16:creationId xmlns:a16="http://schemas.microsoft.com/office/drawing/2014/main" id="{FF5E71BB-5DA9-9862-D17A-5ED9ECF7FBF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21640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7_Section_Title_3">
    <p:bg>
      <p:bgPr>
        <a:solidFill>
          <a:schemeClr val="accent6"/>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accent6">
                    <a:lumMod val="20000"/>
                    <a:lumOff val="80000"/>
                  </a:schemeClr>
                </a:solidFill>
                <a:latin typeface="+mj-lt"/>
              </a:defRPr>
            </a:lvl1pPr>
          </a:lstStyle>
          <a:p>
            <a:pPr lvl="0"/>
            <a:r>
              <a:rPr lang="en-US"/>
              <a:t>01</a:t>
            </a:r>
          </a:p>
        </p:txBody>
      </p:sp>
      <p:sp>
        <p:nvSpPr>
          <p:cNvPr id="4" name="TextBox 3">
            <a:extLst>
              <a:ext uri="{FF2B5EF4-FFF2-40B4-BE49-F238E27FC236}">
                <a16:creationId xmlns:a16="http://schemas.microsoft.com/office/drawing/2014/main" id="{B2CC0D4A-CE2C-0CF3-664D-8B2164A00FF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67367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Section_Title_3">
    <p:bg>
      <p:bgPr>
        <a:solidFill>
          <a:schemeClr val="accent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rgbClr val="C7E5FF"/>
                </a:solidFill>
                <a:latin typeface="+mj-lt"/>
              </a:defRPr>
            </a:lvl1pPr>
          </a:lstStyle>
          <a:p>
            <a:pPr lvl="0"/>
            <a:r>
              <a:rPr lang="en-US"/>
              <a:t>01</a:t>
            </a:r>
          </a:p>
        </p:txBody>
      </p:sp>
      <p:sp>
        <p:nvSpPr>
          <p:cNvPr id="4" name="TextBox 3">
            <a:extLst>
              <a:ext uri="{FF2B5EF4-FFF2-40B4-BE49-F238E27FC236}">
                <a16:creationId xmlns:a16="http://schemas.microsoft.com/office/drawing/2014/main" id="{4BB278E6-D0B3-C502-21C3-776F027460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26969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9_Section_Title_3">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bg1"/>
                </a:solidFill>
                <a:latin typeface="+mj-lt"/>
              </a:defRPr>
            </a:lvl1pPr>
          </a:lstStyle>
          <a:p>
            <a:pPr lvl="0"/>
            <a:r>
              <a:rPr lang="en-US"/>
              <a:t>01</a:t>
            </a:r>
          </a:p>
        </p:txBody>
      </p:sp>
      <p:sp>
        <p:nvSpPr>
          <p:cNvPr id="4" name="TextBox 3">
            <a:extLst>
              <a:ext uri="{FF2B5EF4-FFF2-40B4-BE49-F238E27FC236}">
                <a16:creationId xmlns:a16="http://schemas.microsoft.com/office/drawing/2014/main" id="{329EE8BE-7825-F597-BC3E-77E2DBC916D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68161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Section_Title_3">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ED4F2FC-291A-0287-AEF6-24E8BB9173E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4" name="TextBox 3">
            <a:extLst>
              <a:ext uri="{FF2B5EF4-FFF2-40B4-BE49-F238E27FC236}">
                <a16:creationId xmlns:a16="http://schemas.microsoft.com/office/drawing/2014/main" id="{053613AE-FC87-E08B-EB9C-1C14F377F9C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1515403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Section_Title_2">
    <p:bg>
      <p:bgPr>
        <a:solidFill>
          <a:schemeClr val="tx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49803731-27E8-56B7-F347-BB8F724AB852}"/>
              </a:ext>
            </a:extLst>
          </p:cNvPr>
          <p:cNvSpPr/>
          <p:nvPr userDrawn="1"/>
        </p:nvSpPr>
        <p:spPr>
          <a:xfrm rot="5400000">
            <a:off x="7464833" y="797211"/>
            <a:ext cx="5524375" cy="3929956"/>
          </a:xfrm>
          <a:custGeom>
            <a:avLst/>
            <a:gdLst>
              <a:gd name="connsiteX0" fmla="*/ 0 w 5524375"/>
              <a:gd name="connsiteY0" fmla="*/ 3735468 h 3929956"/>
              <a:gd name="connsiteX1" fmla="*/ 0 w 5524375"/>
              <a:gd name="connsiteY1" fmla="*/ 0 h 3929956"/>
              <a:gd name="connsiteX2" fmla="*/ 5513553 w 5524375"/>
              <a:gd name="connsiteY2" fmla="*/ 0 h 3929956"/>
              <a:gd name="connsiteX3" fmla="*/ 5518017 w 5524375"/>
              <a:gd name="connsiteY3" fmla="*/ 57498 h 3929956"/>
              <a:gd name="connsiteX4" fmla="*/ 5366085 w 5524375"/>
              <a:gd name="connsiteY4" fmla="*/ 1688907 h 3929956"/>
              <a:gd name="connsiteX5" fmla="*/ 3029666 w 5524375"/>
              <a:gd name="connsiteY5" fmla="*/ 3844217 h 3929956"/>
              <a:gd name="connsiteX6" fmla="*/ 3008203 w 5524375"/>
              <a:gd name="connsiteY6" fmla="*/ 3846698 h 3929956"/>
              <a:gd name="connsiteX7" fmla="*/ 3008202 w 5524375"/>
              <a:gd name="connsiteY7" fmla="*/ 3846699 h 3929956"/>
              <a:gd name="connsiteX8" fmla="*/ 2858806 w 5524375"/>
              <a:gd name="connsiteY8" fmla="*/ 3863973 h 3929956"/>
              <a:gd name="connsiteX9" fmla="*/ 1874689 w 5524375"/>
              <a:gd name="connsiteY9" fmla="*/ 3929898 h 3929956"/>
              <a:gd name="connsiteX10" fmla="*/ 185502 w 5524375"/>
              <a:gd name="connsiteY10" fmla="*/ 3784824 h 39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4375" h="3929956">
                <a:moveTo>
                  <a:pt x="0" y="3735468"/>
                </a:moveTo>
                <a:lnTo>
                  <a:pt x="0" y="0"/>
                </a:lnTo>
                <a:lnTo>
                  <a:pt x="5513553" y="0"/>
                </a:lnTo>
                <a:lnTo>
                  <a:pt x="5518017" y="57498"/>
                </a:lnTo>
                <a:cubicBezTo>
                  <a:pt x="5543637" y="629224"/>
                  <a:pt x="5491603" y="1165222"/>
                  <a:pt x="5366085" y="1688907"/>
                </a:cubicBezTo>
                <a:cubicBezTo>
                  <a:pt x="5010880" y="3170675"/>
                  <a:pt x="4475101" y="3661483"/>
                  <a:pt x="3029666" y="3844217"/>
                </a:cubicBezTo>
                <a:lnTo>
                  <a:pt x="3008203" y="3846698"/>
                </a:lnTo>
                <a:lnTo>
                  <a:pt x="3008202" y="3846699"/>
                </a:lnTo>
                <a:lnTo>
                  <a:pt x="2858806" y="3863973"/>
                </a:lnTo>
                <a:cubicBezTo>
                  <a:pt x="2567173" y="3894752"/>
                  <a:pt x="2240863" y="3915108"/>
                  <a:pt x="1874689" y="3929898"/>
                </a:cubicBezTo>
                <a:cubicBezTo>
                  <a:pt x="1186269" y="3931806"/>
                  <a:pt x="633515" y="3886962"/>
                  <a:pt x="185502" y="3784824"/>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7" name="Freeform 6">
            <a:extLst>
              <a:ext uri="{FF2B5EF4-FFF2-40B4-BE49-F238E27FC236}">
                <a16:creationId xmlns:a16="http://schemas.microsoft.com/office/drawing/2014/main" id="{1E553404-B099-D343-71EF-43517D8B1769}"/>
              </a:ext>
            </a:extLst>
          </p:cNvPr>
          <p:cNvSpPr/>
          <p:nvPr userDrawn="1"/>
        </p:nvSpPr>
        <p:spPr>
          <a:xfrm rot="5400000">
            <a:off x="7228834" y="115192"/>
            <a:ext cx="5078353" cy="4847975"/>
          </a:xfrm>
          <a:custGeom>
            <a:avLst/>
            <a:gdLst>
              <a:gd name="connsiteX0" fmla="*/ 0 w 5078353"/>
              <a:gd name="connsiteY0" fmla="*/ 4783541 h 4847975"/>
              <a:gd name="connsiteX1" fmla="*/ 0 w 5078353"/>
              <a:gd name="connsiteY1" fmla="*/ 0 h 4847975"/>
              <a:gd name="connsiteX2" fmla="*/ 4828605 w 5078353"/>
              <a:gd name="connsiteY2" fmla="*/ 0 h 4847975"/>
              <a:gd name="connsiteX3" fmla="*/ 4914311 w 5078353"/>
              <a:gd name="connsiteY3" fmla="*/ 269010 h 4847975"/>
              <a:gd name="connsiteX4" fmla="*/ 3178495 w 5078353"/>
              <a:gd name="connsiteY4" fmla="*/ 3727741 h 4847975"/>
              <a:gd name="connsiteX5" fmla="*/ 3008202 w 5078353"/>
              <a:gd name="connsiteY5" fmla="*/ 3846698 h 4847975"/>
              <a:gd name="connsiteX6" fmla="*/ 3008200 w 5078353"/>
              <a:gd name="connsiteY6" fmla="*/ 3846698 h 4847975"/>
              <a:gd name="connsiteX7" fmla="*/ 2995214 w 5078353"/>
              <a:gd name="connsiteY7" fmla="*/ 3855770 h 4847975"/>
              <a:gd name="connsiteX8" fmla="*/ 14831 w 5078353"/>
              <a:gd name="connsiteY8" fmla="*/ 4788166 h 484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8353" h="4847975">
                <a:moveTo>
                  <a:pt x="0" y="4783541"/>
                </a:moveTo>
                <a:lnTo>
                  <a:pt x="0" y="0"/>
                </a:lnTo>
                <a:lnTo>
                  <a:pt x="4828605" y="0"/>
                </a:lnTo>
                <a:lnTo>
                  <a:pt x="4914311" y="269010"/>
                </a:lnTo>
                <a:cubicBezTo>
                  <a:pt x="5367766" y="1821373"/>
                  <a:pt x="4910063" y="2506458"/>
                  <a:pt x="3178495" y="3727741"/>
                </a:cubicBezTo>
                <a:lnTo>
                  <a:pt x="3008202" y="3846698"/>
                </a:lnTo>
                <a:lnTo>
                  <a:pt x="3008200" y="3846698"/>
                </a:lnTo>
                <a:lnTo>
                  <a:pt x="2995214" y="3855770"/>
                </a:lnTo>
                <a:cubicBezTo>
                  <a:pt x="1668666" y="4702261"/>
                  <a:pt x="792335" y="4984811"/>
                  <a:pt x="14831" y="4788166"/>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35" name="Picture Placeholder 34">
            <a:extLst>
              <a:ext uri="{FF2B5EF4-FFF2-40B4-BE49-F238E27FC236}">
                <a16:creationId xmlns:a16="http://schemas.microsoft.com/office/drawing/2014/main" id="{E81EA9A0-82E8-0B58-57C4-373BEED458D8}"/>
              </a:ext>
            </a:extLst>
          </p:cNvPr>
          <p:cNvSpPr>
            <a:spLocks noGrp="1"/>
          </p:cNvSpPr>
          <p:nvPr userDrawn="1">
            <p:ph type="pic" sz="quarter" idx="11"/>
          </p:nvPr>
        </p:nvSpPr>
        <p:spPr>
          <a:xfrm>
            <a:off x="8262043" y="0"/>
            <a:ext cx="3929958" cy="5078356"/>
          </a:xfrm>
          <a:custGeom>
            <a:avLst/>
            <a:gdLst>
              <a:gd name="connsiteX0" fmla="*/ 194489 w 3929958"/>
              <a:gd name="connsiteY0" fmla="*/ 0 h 5078356"/>
              <a:gd name="connsiteX1" fmla="*/ 3929958 w 3929958"/>
              <a:gd name="connsiteY1" fmla="*/ 0 h 5078356"/>
              <a:gd name="connsiteX2" fmla="*/ 3929958 w 3929958"/>
              <a:gd name="connsiteY2" fmla="*/ 4828607 h 5078356"/>
              <a:gd name="connsiteX3" fmla="*/ 3660945 w 3929958"/>
              <a:gd name="connsiteY3" fmla="*/ 4914314 h 5078356"/>
              <a:gd name="connsiteX4" fmla="*/ 202214 w 3929958"/>
              <a:gd name="connsiteY4" fmla="*/ 3178498 h 5078356"/>
              <a:gd name="connsiteX5" fmla="*/ 83257 w 3929958"/>
              <a:gd name="connsiteY5" fmla="*/ 3008204 h 5078356"/>
              <a:gd name="connsiteX6" fmla="*/ 65983 w 3929958"/>
              <a:gd name="connsiteY6" fmla="*/ 2858809 h 5078356"/>
              <a:gd name="connsiteX7" fmla="*/ 58 w 3929958"/>
              <a:gd name="connsiteY7" fmla="*/ 1874692 h 5078356"/>
              <a:gd name="connsiteX8" fmla="*/ 145132 w 3929958"/>
              <a:gd name="connsiteY8" fmla="*/ 185504 h 50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9958" h="5078356">
                <a:moveTo>
                  <a:pt x="194489" y="0"/>
                </a:moveTo>
                <a:lnTo>
                  <a:pt x="3929958" y="0"/>
                </a:lnTo>
                <a:lnTo>
                  <a:pt x="3929958" y="4828607"/>
                </a:lnTo>
                <a:lnTo>
                  <a:pt x="3660945" y="4914314"/>
                </a:lnTo>
                <a:cubicBezTo>
                  <a:pt x="2108583" y="5367769"/>
                  <a:pt x="1423497" y="4910066"/>
                  <a:pt x="202214" y="3178498"/>
                </a:cubicBezTo>
                <a:lnTo>
                  <a:pt x="83257" y="3008204"/>
                </a:lnTo>
                <a:lnTo>
                  <a:pt x="65983" y="2858809"/>
                </a:lnTo>
                <a:cubicBezTo>
                  <a:pt x="35205" y="2567177"/>
                  <a:pt x="14848" y="2240866"/>
                  <a:pt x="58" y="1874692"/>
                </a:cubicBezTo>
                <a:cubicBezTo>
                  <a:pt x="-1850" y="1186272"/>
                  <a:pt x="42995" y="633518"/>
                  <a:pt x="145132" y="185504"/>
                </a:cubicBezTo>
                <a:close/>
              </a:path>
            </a:pathLst>
          </a:custGeom>
          <a:solidFill>
            <a:schemeClr val="accent1"/>
          </a:solidFill>
        </p:spPr>
        <p:txBody>
          <a:bodyPr wrap="square">
            <a:noAutofit/>
          </a:bodyPr>
          <a:lstStyle/>
          <a:p>
            <a:endParaRPr lang="en-US"/>
          </a:p>
        </p:txBody>
      </p:sp>
      <p:sp>
        <p:nvSpPr>
          <p:cNvPr id="2" name="Title 10">
            <a:extLst>
              <a:ext uri="{FF2B5EF4-FFF2-40B4-BE49-F238E27FC236}">
                <a16:creationId xmlns:a16="http://schemas.microsoft.com/office/drawing/2014/main" id="{4AA63187-ACD1-8F68-96AA-123F06EF958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3" name="Text Placeholder 11">
            <a:extLst>
              <a:ext uri="{FF2B5EF4-FFF2-40B4-BE49-F238E27FC236}">
                <a16:creationId xmlns:a16="http://schemas.microsoft.com/office/drawing/2014/main" id="{B61EDDAA-DF59-F606-C09A-D43DB6612848}"/>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5" name="TextBox 4">
            <a:extLst>
              <a:ext uri="{FF2B5EF4-FFF2-40B4-BE49-F238E27FC236}">
                <a16:creationId xmlns:a16="http://schemas.microsoft.com/office/drawing/2014/main" id="{D2121B2B-960B-AF7D-745B-23E2A4611F85}"/>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EF6FE"/>
                </a:solidFill>
                <a:latin typeface="Clarika Grotesque" pitchFamily="2" charset="77"/>
              </a:rPr>
              <a:t>© Dayforce</a:t>
            </a:r>
          </a:p>
        </p:txBody>
      </p:sp>
    </p:spTree>
    <p:extLst>
      <p:ext uri="{BB962C8B-B14F-4D97-AF65-F5344CB8AC3E}">
        <p14:creationId xmlns:p14="http://schemas.microsoft.com/office/powerpoint/2010/main" val="277420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Section_Title_2">
    <p:bg>
      <p:bgPr>
        <a:solidFill>
          <a:srgbClr val="DEF3FF"/>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18F4EFF8-CABD-2E67-00FF-7E9BA440252F}"/>
              </a:ext>
            </a:extLst>
          </p:cNvPr>
          <p:cNvSpPr/>
          <p:nvPr userDrawn="1"/>
        </p:nvSpPr>
        <p:spPr>
          <a:xfrm rot="5400000">
            <a:off x="7464833" y="797211"/>
            <a:ext cx="5524375" cy="3929956"/>
          </a:xfrm>
          <a:custGeom>
            <a:avLst/>
            <a:gdLst>
              <a:gd name="connsiteX0" fmla="*/ 0 w 5524375"/>
              <a:gd name="connsiteY0" fmla="*/ 3735468 h 3929956"/>
              <a:gd name="connsiteX1" fmla="*/ 0 w 5524375"/>
              <a:gd name="connsiteY1" fmla="*/ 0 h 3929956"/>
              <a:gd name="connsiteX2" fmla="*/ 5513553 w 5524375"/>
              <a:gd name="connsiteY2" fmla="*/ 0 h 3929956"/>
              <a:gd name="connsiteX3" fmla="*/ 5518017 w 5524375"/>
              <a:gd name="connsiteY3" fmla="*/ 57498 h 3929956"/>
              <a:gd name="connsiteX4" fmla="*/ 5366085 w 5524375"/>
              <a:gd name="connsiteY4" fmla="*/ 1688907 h 3929956"/>
              <a:gd name="connsiteX5" fmla="*/ 3029666 w 5524375"/>
              <a:gd name="connsiteY5" fmla="*/ 3844217 h 3929956"/>
              <a:gd name="connsiteX6" fmla="*/ 3008203 w 5524375"/>
              <a:gd name="connsiteY6" fmla="*/ 3846698 h 3929956"/>
              <a:gd name="connsiteX7" fmla="*/ 3008202 w 5524375"/>
              <a:gd name="connsiteY7" fmla="*/ 3846699 h 3929956"/>
              <a:gd name="connsiteX8" fmla="*/ 2858806 w 5524375"/>
              <a:gd name="connsiteY8" fmla="*/ 3863973 h 3929956"/>
              <a:gd name="connsiteX9" fmla="*/ 1874689 w 5524375"/>
              <a:gd name="connsiteY9" fmla="*/ 3929898 h 3929956"/>
              <a:gd name="connsiteX10" fmla="*/ 185502 w 5524375"/>
              <a:gd name="connsiteY10" fmla="*/ 3784824 h 39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4375" h="3929956">
                <a:moveTo>
                  <a:pt x="0" y="3735468"/>
                </a:moveTo>
                <a:lnTo>
                  <a:pt x="0" y="0"/>
                </a:lnTo>
                <a:lnTo>
                  <a:pt x="5513553" y="0"/>
                </a:lnTo>
                <a:lnTo>
                  <a:pt x="5518017" y="57498"/>
                </a:lnTo>
                <a:cubicBezTo>
                  <a:pt x="5543637" y="629224"/>
                  <a:pt x="5491603" y="1165222"/>
                  <a:pt x="5366085" y="1688907"/>
                </a:cubicBezTo>
                <a:cubicBezTo>
                  <a:pt x="5010880" y="3170675"/>
                  <a:pt x="4475101" y="3661483"/>
                  <a:pt x="3029666" y="3844217"/>
                </a:cubicBezTo>
                <a:lnTo>
                  <a:pt x="3008203" y="3846698"/>
                </a:lnTo>
                <a:lnTo>
                  <a:pt x="3008202" y="3846699"/>
                </a:lnTo>
                <a:lnTo>
                  <a:pt x="2858806" y="3863973"/>
                </a:lnTo>
                <a:cubicBezTo>
                  <a:pt x="2567173" y="3894752"/>
                  <a:pt x="2240863" y="3915108"/>
                  <a:pt x="1874689" y="3929898"/>
                </a:cubicBezTo>
                <a:cubicBezTo>
                  <a:pt x="1186269" y="3931806"/>
                  <a:pt x="633515" y="3886962"/>
                  <a:pt x="185502" y="3784824"/>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7" name="Freeform 6">
            <a:extLst>
              <a:ext uri="{FF2B5EF4-FFF2-40B4-BE49-F238E27FC236}">
                <a16:creationId xmlns:a16="http://schemas.microsoft.com/office/drawing/2014/main" id="{3228F10B-E481-E6D0-EAF2-151AA2EE8DC7}"/>
              </a:ext>
            </a:extLst>
          </p:cNvPr>
          <p:cNvSpPr/>
          <p:nvPr userDrawn="1"/>
        </p:nvSpPr>
        <p:spPr>
          <a:xfrm rot="5400000">
            <a:off x="7228834" y="115192"/>
            <a:ext cx="5078353" cy="4847975"/>
          </a:xfrm>
          <a:custGeom>
            <a:avLst/>
            <a:gdLst>
              <a:gd name="connsiteX0" fmla="*/ 0 w 5078353"/>
              <a:gd name="connsiteY0" fmla="*/ 4783541 h 4847975"/>
              <a:gd name="connsiteX1" fmla="*/ 0 w 5078353"/>
              <a:gd name="connsiteY1" fmla="*/ 0 h 4847975"/>
              <a:gd name="connsiteX2" fmla="*/ 4828605 w 5078353"/>
              <a:gd name="connsiteY2" fmla="*/ 0 h 4847975"/>
              <a:gd name="connsiteX3" fmla="*/ 4914311 w 5078353"/>
              <a:gd name="connsiteY3" fmla="*/ 269010 h 4847975"/>
              <a:gd name="connsiteX4" fmla="*/ 3178495 w 5078353"/>
              <a:gd name="connsiteY4" fmla="*/ 3727741 h 4847975"/>
              <a:gd name="connsiteX5" fmla="*/ 3008202 w 5078353"/>
              <a:gd name="connsiteY5" fmla="*/ 3846698 h 4847975"/>
              <a:gd name="connsiteX6" fmla="*/ 3008200 w 5078353"/>
              <a:gd name="connsiteY6" fmla="*/ 3846698 h 4847975"/>
              <a:gd name="connsiteX7" fmla="*/ 2995214 w 5078353"/>
              <a:gd name="connsiteY7" fmla="*/ 3855770 h 4847975"/>
              <a:gd name="connsiteX8" fmla="*/ 14831 w 5078353"/>
              <a:gd name="connsiteY8" fmla="*/ 4788166 h 484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8353" h="4847975">
                <a:moveTo>
                  <a:pt x="0" y="4783541"/>
                </a:moveTo>
                <a:lnTo>
                  <a:pt x="0" y="0"/>
                </a:lnTo>
                <a:lnTo>
                  <a:pt x="4828605" y="0"/>
                </a:lnTo>
                <a:lnTo>
                  <a:pt x="4914311" y="269010"/>
                </a:lnTo>
                <a:cubicBezTo>
                  <a:pt x="5367766" y="1821373"/>
                  <a:pt x="4910063" y="2506458"/>
                  <a:pt x="3178495" y="3727741"/>
                </a:cubicBezTo>
                <a:lnTo>
                  <a:pt x="3008202" y="3846698"/>
                </a:lnTo>
                <a:lnTo>
                  <a:pt x="3008200" y="3846698"/>
                </a:lnTo>
                <a:lnTo>
                  <a:pt x="2995214" y="3855770"/>
                </a:lnTo>
                <a:cubicBezTo>
                  <a:pt x="1668666" y="4702261"/>
                  <a:pt x="792335" y="4984811"/>
                  <a:pt x="14831" y="4788166"/>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35" name="Picture Placeholder 34">
            <a:extLst>
              <a:ext uri="{FF2B5EF4-FFF2-40B4-BE49-F238E27FC236}">
                <a16:creationId xmlns:a16="http://schemas.microsoft.com/office/drawing/2014/main" id="{E81EA9A0-82E8-0B58-57C4-373BEED458D8}"/>
              </a:ext>
            </a:extLst>
          </p:cNvPr>
          <p:cNvSpPr>
            <a:spLocks noGrp="1"/>
          </p:cNvSpPr>
          <p:nvPr userDrawn="1">
            <p:ph type="pic" sz="quarter" idx="11"/>
          </p:nvPr>
        </p:nvSpPr>
        <p:spPr>
          <a:xfrm>
            <a:off x="8262043" y="0"/>
            <a:ext cx="3929958" cy="5078356"/>
          </a:xfrm>
          <a:custGeom>
            <a:avLst/>
            <a:gdLst>
              <a:gd name="connsiteX0" fmla="*/ 194489 w 3929958"/>
              <a:gd name="connsiteY0" fmla="*/ 0 h 5078356"/>
              <a:gd name="connsiteX1" fmla="*/ 3929958 w 3929958"/>
              <a:gd name="connsiteY1" fmla="*/ 0 h 5078356"/>
              <a:gd name="connsiteX2" fmla="*/ 3929958 w 3929958"/>
              <a:gd name="connsiteY2" fmla="*/ 4828607 h 5078356"/>
              <a:gd name="connsiteX3" fmla="*/ 3660945 w 3929958"/>
              <a:gd name="connsiteY3" fmla="*/ 4914314 h 5078356"/>
              <a:gd name="connsiteX4" fmla="*/ 202214 w 3929958"/>
              <a:gd name="connsiteY4" fmla="*/ 3178498 h 5078356"/>
              <a:gd name="connsiteX5" fmla="*/ 83257 w 3929958"/>
              <a:gd name="connsiteY5" fmla="*/ 3008204 h 5078356"/>
              <a:gd name="connsiteX6" fmla="*/ 65983 w 3929958"/>
              <a:gd name="connsiteY6" fmla="*/ 2858809 h 5078356"/>
              <a:gd name="connsiteX7" fmla="*/ 58 w 3929958"/>
              <a:gd name="connsiteY7" fmla="*/ 1874692 h 5078356"/>
              <a:gd name="connsiteX8" fmla="*/ 145132 w 3929958"/>
              <a:gd name="connsiteY8" fmla="*/ 185504 h 50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9958" h="5078356">
                <a:moveTo>
                  <a:pt x="194489" y="0"/>
                </a:moveTo>
                <a:lnTo>
                  <a:pt x="3929958" y="0"/>
                </a:lnTo>
                <a:lnTo>
                  <a:pt x="3929958" y="4828607"/>
                </a:lnTo>
                <a:lnTo>
                  <a:pt x="3660945" y="4914314"/>
                </a:lnTo>
                <a:cubicBezTo>
                  <a:pt x="2108583" y="5367769"/>
                  <a:pt x="1423497" y="4910066"/>
                  <a:pt x="202214" y="3178498"/>
                </a:cubicBezTo>
                <a:lnTo>
                  <a:pt x="83257" y="3008204"/>
                </a:lnTo>
                <a:lnTo>
                  <a:pt x="65983" y="2858809"/>
                </a:lnTo>
                <a:cubicBezTo>
                  <a:pt x="35205" y="2567177"/>
                  <a:pt x="14848" y="2240866"/>
                  <a:pt x="58" y="1874692"/>
                </a:cubicBezTo>
                <a:cubicBezTo>
                  <a:pt x="-1850" y="1186272"/>
                  <a:pt x="42995" y="633518"/>
                  <a:pt x="145132" y="185504"/>
                </a:cubicBezTo>
                <a:close/>
              </a:path>
            </a:pathLst>
          </a:custGeom>
          <a:solidFill>
            <a:schemeClr val="accent1"/>
          </a:solidFill>
        </p:spPr>
        <p:txBody>
          <a:bodyPr wrap="square">
            <a:noAutofit/>
          </a:bodyPr>
          <a:lstStyle/>
          <a:p>
            <a:endParaRPr lang="en-US"/>
          </a:p>
        </p:txBody>
      </p:sp>
      <p:sp>
        <p:nvSpPr>
          <p:cNvPr id="2" name="Title 10">
            <a:extLst>
              <a:ext uri="{FF2B5EF4-FFF2-40B4-BE49-F238E27FC236}">
                <a16:creationId xmlns:a16="http://schemas.microsoft.com/office/drawing/2014/main" id="{8A31AB83-7C06-B140-22ED-862A9B76400E}"/>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3" name="Text Placeholder 11">
            <a:extLst>
              <a:ext uri="{FF2B5EF4-FFF2-40B4-BE49-F238E27FC236}">
                <a16:creationId xmlns:a16="http://schemas.microsoft.com/office/drawing/2014/main" id="{A1F31032-3B74-0C92-D1C7-5F50A3244D14}"/>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5" name="TextBox 4">
            <a:extLst>
              <a:ext uri="{FF2B5EF4-FFF2-40B4-BE49-F238E27FC236}">
                <a16:creationId xmlns:a16="http://schemas.microsoft.com/office/drawing/2014/main" id="{B45500A0-E3B5-BCC6-B6A5-1D994C65ED0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830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Header">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5042" y="611443"/>
            <a:ext cx="10961916" cy="784800"/>
          </a:xfrm>
          <a:prstGeom prst="rect">
            <a:avLst/>
          </a:prstGeom>
        </p:spPr>
        <p:txBody>
          <a:bodyPr/>
          <a:lstStyle>
            <a:lvl1pPr algn="l">
              <a:defRPr b="0"/>
            </a:lvl1pPr>
          </a:lstStyle>
          <a:p>
            <a:r>
              <a:rPr lang="en-US"/>
              <a:t>Click to edit Master title style</a:t>
            </a:r>
          </a:p>
        </p:txBody>
      </p:sp>
      <p:sp>
        <p:nvSpPr>
          <p:cNvPr id="3" name="TextBox 2">
            <a:extLst>
              <a:ext uri="{FF2B5EF4-FFF2-40B4-BE49-F238E27FC236}">
                <a16:creationId xmlns:a16="http://schemas.microsoft.com/office/drawing/2014/main" id="{4FE39563-393C-D2EA-7307-E87FA094D6A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677064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Header | Subheader">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5041" y="611443"/>
            <a:ext cx="10961915" cy="546100"/>
          </a:xfrm>
          <a:prstGeom prst="rect">
            <a:avLst/>
          </a:prstGeom>
        </p:spPr>
        <p:txBody>
          <a:bodyPr>
            <a:noAutofit/>
          </a:bodyPr>
          <a:lstStyle>
            <a:lvl1pPr algn="l">
              <a:defRPr b="0">
                <a:latin typeface="+mj-lt"/>
              </a:defRPr>
            </a:lvl1pPr>
          </a:lstStyle>
          <a:p>
            <a:r>
              <a:rPr lang="en-US"/>
              <a:t>Click to edit Master title style</a:t>
            </a:r>
          </a:p>
        </p:txBody>
      </p:sp>
      <p:sp>
        <p:nvSpPr>
          <p:cNvPr id="3" name="Text Placeholder 2">
            <a:extLst>
              <a:ext uri="{FF2B5EF4-FFF2-40B4-BE49-F238E27FC236}">
                <a16:creationId xmlns:a16="http://schemas.microsoft.com/office/drawing/2014/main" id="{B634C921-4876-B673-D8F9-B35CD3B7D085}"/>
              </a:ext>
            </a:extLst>
          </p:cNvPr>
          <p:cNvSpPr>
            <a:spLocks noGrp="1"/>
          </p:cNvSpPr>
          <p:nvPr>
            <p:ph type="body" sz="quarter" idx="10" hasCustomPrompt="1"/>
          </p:nvPr>
        </p:nvSpPr>
        <p:spPr>
          <a:xfrm>
            <a:off x="614958" y="1217503"/>
            <a:ext cx="10962147" cy="307777"/>
          </a:xfrm>
        </p:spPr>
        <p:txBody>
          <a:bodyPr>
            <a:noAutofit/>
          </a:bodyPr>
          <a:lstStyle>
            <a:lvl1pPr algn="l">
              <a:lnSpc>
                <a:spcPct val="100000"/>
              </a:lnSpc>
              <a:defRPr sz="2000" b="1" i="0">
                <a:solidFill>
                  <a:schemeClr val="tx2"/>
                </a:solidFill>
                <a:latin typeface="Clarika Geometric DemiBold" pitchFamily="2" charset="77"/>
              </a:defRPr>
            </a:lvl1pPr>
          </a:lstStyle>
          <a:p>
            <a:pPr lvl="0"/>
            <a:r>
              <a:rPr lang="en-US"/>
              <a:t>Subhead</a:t>
            </a:r>
          </a:p>
        </p:txBody>
      </p:sp>
      <p:sp>
        <p:nvSpPr>
          <p:cNvPr id="4" name="TextBox 3">
            <a:extLst>
              <a:ext uri="{FF2B5EF4-FFF2-40B4-BE49-F238E27FC236}">
                <a16:creationId xmlns:a16="http://schemas.microsoft.com/office/drawing/2014/main" id="{5ABAEDDA-16DF-1E33-A6B2-CAA74AB69FF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911770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Header | Cop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4EF82C01-36F7-BD57-619E-4B6547447935}"/>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266235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Header, Copy, Patter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grpSp>
        <p:nvGrpSpPr>
          <p:cNvPr id="18" name="Group 17">
            <a:extLst>
              <a:ext uri="{FF2B5EF4-FFF2-40B4-BE49-F238E27FC236}">
                <a16:creationId xmlns:a16="http://schemas.microsoft.com/office/drawing/2014/main" id="{39131C8E-B5A7-89D2-D9E1-CEE448D609BF}"/>
              </a:ext>
            </a:extLst>
          </p:cNvPr>
          <p:cNvGrpSpPr/>
          <p:nvPr userDrawn="1"/>
        </p:nvGrpSpPr>
        <p:grpSpPr>
          <a:xfrm>
            <a:off x="9239485" y="1911848"/>
            <a:ext cx="4385083" cy="5217584"/>
            <a:chOff x="9239485" y="1911848"/>
            <a:chExt cx="4385083" cy="5217584"/>
          </a:xfrm>
        </p:grpSpPr>
        <p:pic>
          <p:nvPicPr>
            <p:cNvPr id="17" name="Graphic 16">
              <a:extLst>
                <a:ext uri="{FF2B5EF4-FFF2-40B4-BE49-F238E27FC236}">
                  <a16:creationId xmlns:a16="http://schemas.microsoft.com/office/drawing/2014/main" id="{269FFCE4-0885-82E7-415F-6F8EDEAD4C59}"/>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14" name="Graphic 13">
              <a:extLst>
                <a:ext uri="{FF2B5EF4-FFF2-40B4-BE49-F238E27FC236}">
                  <a16:creationId xmlns:a16="http://schemas.microsoft.com/office/drawing/2014/main" id="{7FBC5121-0057-8421-3BBB-9AAFE39E8A91}"/>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62" t="22420"/>
            <a:stretch>
              <a:fillRect/>
            </a:stretch>
          </p:blipFill>
          <p:spPr>
            <a:xfrm rot="9752680">
              <a:off x="9239485" y="3320314"/>
              <a:ext cx="3620513" cy="3809118"/>
            </a:xfrm>
            <a:custGeom>
              <a:avLst/>
              <a:gdLst>
                <a:gd name="connsiteX0" fmla="*/ 0 w 3620513"/>
                <a:gd name="connsiteY0" fmla="*/ 3809118 h 3809118"/>
                <a:gd name="connsiteX1" fmla="*/ 1197747 w 3620513"/>
                <a:gd name="connsiteY1" fmla="*/ 0 h 3809118"/>
                <a:gd name="connsiteX2" fmla="*/ 3620513 w 3620513"/>
                <a:gd name="connsiteY2" fmla="*/ 761820 h 3809118"/>
                <a:gd name="connsiteX3" fmla="*/ 3620513 w 3620513"/>
                <a:gd name="connsiteY3" fmla="*/ 3809118 h 3809118"/>
              </a:gdLst>
              <a:ahLst/>
              <a:cxnLst>
                <a:cxn ang="0">
                  <a:pos x="connsiteX0" y="connsiteY0"/>
                </a:cxn>
                <a:cxn ang="0">
                  <a:pos x="connsiteX1" y="connsiteY1"/>
                </a:cxn>
                <a:cxn ang="0">
                  <a:pos x="connsiteX2" y="connsiteY2"/>
                </a:cxn>
                <a:cxn ang="0">
                  <a:pos x="connsiteX3" y="connsiteY3"/>
                </a:cxn>
              </a:cxnLst>
              <a:rect l="l" t="t" r="r" b="b"/>
              <a:pathLst>
                <a:path w="3620513" h="3809118">
                  <a:moveTo>
                    <a:pt x="0" y="3809118"/>
                  </a:moveTo>
                  <a:lnTo>
                    <a:pt x="1197747" y="0"/>
                  </a:lnTo>
                  <a:lnTo>
                    <a:pt x="3620513" y="761820"/>
                  </a:lnTo>
                  <a:lnTo>
                    <a:pt x="3620513" y="3809118"/>
                  </a:lnTo>
                  <a:close/>
                </a:path>
              </a:pathLst>
            </a:custGeom>
          </p:spPr>
        </p:pic>
        <p:sp>
          <p:nvSpPr>
            <p:cNvPr id="7" name="Oval 6">
              <a:extLst>
                <a:ext uri="{FF2B5EF4-FFF2-40B4-BE49-F238E27FC236}">
                  <a16:creationId xmlns:a16="http://schemas.microsoft.com/office/drawing/2014/main" id="{24A696BC-AEA8-1935-1241-4B415D498A45}"/>
                </a:ext>
              </a:extLst>
            </p:cNvPr>
            <p:cNvSpPr/>
            <p:nvPr userDrawn="1"/>
          </p:nvSpPr>
          <p:spPr>
            <a:xfrm rot="11359244">
              <a:off x="9771623" y="1911848"/>
              <a:ext cx="2141446" cy="21414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A10DF3AB-4B85-58C4-1479-1E5034A5BABE}"/>
                </a:ext>
              </a:extLst>
            </p:cNvPr>
            <p:cNvSpPr/>
            <p:nvPr/>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chemeClr val="accent4"/>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C10BD8BA-D678-1242-E28D-21EA4F63879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85846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5" name="Group 14">
            <a:extLst>
              <a:ext uri="{FF2B5EF4-FFF2-40B4-BE49-F238E27FC236}">
                <a16:creationId xmlns:a16="http://schemas.microsoft.com/office/drawing/2014/main" id="{5C0CB934-85F3-2CC9-B0DC-7D2C9611753E}"/>
              </a:ext>
            </a:extLst>
          </p:cNvPr>
          <p:cNvGrpSpPr/>
          <p:nvPr userDrawn="1"/>
        </p:nvGrpSpPr>
        <p:grpSpPr>
          <a:xfrm>
            <a:off x="9239485" y="1911848"/>
            <a:ext cx="4385083" cy="5217584"/>
            <a:chOff x="9239485" y="1911848"/>
            <a:chExt cx="4385083" cy="5217584"/>
          </a:xfrm>
        </p:grpSpPr>
        <p:pic>
          <p:nvPicPr>
            <p:cNvPr id="14" name="Graphic 13">
              <a:extLst>
                <a:ext uri="{FF2B5EF4-FFF2-40B4-BE49-F238E27FC236}">
                  <a16:creationId xmlns:a16="http://schemas.microsoft.com/office/drawing/2014/main" id="{C0EDE87A-62BC-532A-C4F1-1047291AD2AA}"/>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9" name="Graphic 8">
              <a:extLst>
                <a:ext uri="{FF2B5EF4-FFF2-40B4-BE49-F238E27FC236}">
                  <a16:creationId xmlns:a16="http://schemas.microsoft.com/office/drawing/2014/main" id="{3B113E83-C9A0-1388-FC98-14D39F50F35D}"/>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62" t="22420"/>
            <a:stretch>
              <a:fillRect/>
            </a:stretch>
          </p:blipFill>
          <p:spPr>
            <a:xfrm rot="9752680">
              <a:off x="9239485" y="3320314"/>
              <a:ext cx="3620513" cy="3809118"/>
            </a:xfrm>
            <a:custGeom>
              <a:avLst/>
              <a:gdLst>
                <a:gd name="connsiteX0" fmla="*/ 0 w 3620513"/>
                <a:gd name="connsiteY0" fmla="*/ 3809118 h 3809118"/>
                <a:gd name="connsiteX1" fmla="*/ 1197747 w 3620513"/>
                <a:gd name="connsiteY1" fmla="*/ 0 h 3809118"/>
                <a:gd name="connsiteX2" fmla="*/ 3620513 w 3620513"/>
                <a:gd name="connsiteY2" fmla="*/ 761820 h 3809118"/>
                <a:gd name="connsiteX3" fmla="*/ 3620513 w 3620513"/>
                <a:gd name="connsiteY3" fmla="*/ 3809118 h 3809118"/>
              </a:gdLst>
              <a:ahLst/>
              <a:cxnLst>
                <a:cxn ang="0">
                  <a:pos x="connsiteX0" y="connsiteY0"/>
                </a:cxn>
                <a:cxn ang="0">
                  <a:pos x="connsiteX1" y="connsiteY1"/>
                </a:cxn>
                <a:cxn ang="0">
                  <a:pos x="connsiteX2" y="connsiteY2"/>
                </a:cxn>
                <a:cxn ang="0">
                  <a:pos x="connsiteX3" y="connsiteY3"/>
                </a:cxn>
              </a:cxnLst>
              <a:rect l="l" t="t" r="r" b="b"/>
              <a:pathLst>
                <a:path w="3620513" h="3809118">
                  <a:moveTo>
                    <a:pt x="0" y="3809118"/>
                  </a:moveTo>
                  <a:lnTo>
                    <a:pt x="1197747" y="0"/>
                  </a:lnTo>
                  <a:lnTo>
                    <a:pt x="3620513" y="761820"/>
                  </a:lnTo>
                  <a:lnTo>
                    <a:pt x="3620513" y="3809118"/>
                  </a:lnTo>
                  <a:close/>
                </a:path>
              </a:pathLst>
            </a:custGeom>
          </p:spPr>
        </p:pic>
        <p:sp>
          <p:nvSpPr>
            <p:cNvPr id="4" name="Oval 3">
              <a:extLst>
                <a:ext uri="{FF2B5EF4-FFF2-40B4-BE49-F238E27FC236}">
                  <a16:creationId xmlns:a16="http://schemas.microsoft.com/office/drawing/2014/main" id="{CA7BC8A4-66A0-47EB-B9DC-7BCA7AF844FD}"/>
                </a:ext>
              </a:extLst>
            </p:cNvPr>
            <p:cNvSpPr/>
            <p:nvPr userDrawn="1"/>
          </p:nvSpPr>
          <p:spPr>
            <a:xfrm rot="11359244">
              <a:off x="9771623" y="1911848"/>
              <a:ext cx="2141446" cy="214144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CF8A4A22-129D-676C-032E-CEDC6B194B9F}"/>
                </a:ext>
              </a:extLst>
            </p:cNvPr>
            <p:cNvSpPr/>
            <p:nvPr userDrawn="1"/>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chemeClr val="accent1"/>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0F616811-A9CD-9F0C-D8AA-0B0D243715E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714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2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9" name="Group 18">
            <a:extLst>
              <a:ext uri="{FF2B5EF4-FFF2-40B4-BE49-F238E27FC236}">
                <a16:creationId xmlns:a16="http://schemas.microsoft.com/office/drawing/2014/main" id="{9DDE0891-10B1-E629-DCC5-E6B1F0FC6B7D}"/>
              </a:ext>
            </a:extLst>
          </p:cNvPr>
          <p:cNvGrpSpPr/>
          <p:nvPr userDrawn="1"/>
        </p:nvGrpSpPr>
        <p:grpSpPr>
          <a:xfrm>
            <a:off x="9240057" y="1911848"/>
            <a:ext cx="4384511" cy="5217733"/>
            <a:chOff x="9240057" y="1911848"/>
            <a:chExt cx="4384511" cy="5217733"/>
          </a:xfrm>
        </p:grpSpPr>
        <p:pic>
          <p:nvPicPr>
            <p:cNvPr id="18" name="Graphic 17">
              <a:extLst>
                <a:ext uri="{FF2B5EF4-FFF2-40B4-BE49-F238E27FC236}">
                  <a16:creationId xmlns:a16="http://schemas.microsoft.com/office/drawing/2014/main" id="{5510A28E-162A-F1C4-5E86-B78B857DE040}"/>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16" name="Graphic 15">
              <a:extLst>
                <a:ext uri="{FF2B5EF4-FFF2-40B4-BE49-F238E27FC236}">
                  <a16:creationId xmlns:a16="http://schemas.microsoft.com/office/drawing/2014/main" id="{F203D62B-B7CE-28A5-ED19-C0D6C98AC6E0}"/>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89" t="22520"/>
            <a:stretch>
              <a:fillRect/>
            </a:stretch>
          </p:blipFill>
          <p:spPr>
            <a:xfrm rot="9752680">
              <a:off x="9240057" y="3325362"/>
              <a:ext cx="3619175" cy="3804219"/>
            </a:xfrm>
            <a:custGeom>
              <a:avLst/>
              <a:gdLst>
                <a:gd name="connsiteX0" fmla="*/ 0 w 3619175"/>
                <a:gd name="connsiteY0" fmla="*/ 3804219 h 3804219"/>
                <a:gd name="connsiteX1" fmla="*/ 1196206 w 3619175"/>
                <a:gd name="connsiteY1" fmla="*/ 0 h 3804219"/>
                <a:gd name="connsiteX2" fmla="*/ 3619175 w 3619175"/>
                <a:gd name="connsiteY2" fmla="*/ 761883 h 3804219"/>
                <a:gd name="connsiteX3" fmla="*/ 3619175 w 3619175"/>
                <a:gd name="connsiteY3" fmla="*/ 3804219 h 3804219"/>
              </a:gdLst>
              <a:ahLst/>
              <a:cxnLst>
                <a:cxn ang="0">
                  <a:pos x="connsiteX0" y="connsiteY0"/>
                </a:cxn>
                <a:cxn ang="0">
                  <a:pos x="connsiteX1" y="connsiteY1"/>
                </a:cxn>
                <a:cxn ang="0">
                  <a:pos x="connsiteX2" y="connsiteY2"/>
                </a:cxn>
                <a:cxn ang="0">
                  <a:pos x="connsiteX3" y="connsiteY3"/>
                </a:cxn>
              </a:cxnLst>
              <a:rect l="l" t="t" r="r" b="b"/>
              <a:pathLst>
                <a:path w="3619175" h="3804219">
                  <a:moveTo>
                    <a:pt x="0" y="3804219"/>
                  </a:moveTo>
                  <a:lnTo>
                    <a:pt x="1196206" y="0"/>
                  </a:lnTo>
                  <a:lnTo>
                    <a:pt x="3619175" y="761883"/>
                  </a:lnTo>
                  <a:lnTo>
                    <a:pt x="3619175" y="3804219"/>
                  </a:lnTo>
                  <a:close/>
                </a:path>
              </a:pathLst>
            </a:custGeom>
          </p:spPr>
        </p:pic>
        <p:sp>
          <p:nvSpPr>
            <p:cNvPr id="4" name="Oval 3">
              <a:extLst>
                <a:ext uri="{FF2B5EF4-FFF2-40B4-BE49-F238E27FC236}">
                  <a16:creationId xmlns:a16="http://schemas.microsoft.com/office/drawing/2014/main" id="{27C836CE-438C-E9D2-F127-8D4CBEB062A5}"/>
                </a:ext>
              </a:extLst>
            </p:cNvPr>
            <p:cNvSpPr/>
            <p:nvPr userDrawn="1"/>
          </p:nvSpPr>
          <p:spPr>
            <a:xfrm rot="11359244">
              <a:off x="9771623" y="1911848"/>
              <a:ext cx="2141446" cy="214144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91DDD75E-B595-80EC-78B9-C478B86BFE6C}"/>
                </a:ext>
              </a:extLst>
            </p:cNvPr>
            <p:cNvSpPr/>
            <p:nvPr userDrawn="1"/>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rgbClr val="BCF76C"/>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E2063161-9363-A111-4BCB-95EBD640046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1085987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5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2" name="Group 11">
            <a:extLst>
              <a:ext uri="{FF2B5EF4-FFF2-40B4-BE49-F238E27FC236}">
                <a16:creationId xmlns:a16="http://schemas.microsoft.com/office/drawing/2014/main" id="{FCDD2150-D3A9-1E60-E06E-BF66CE304789}"/>
              </a:ext>
            </a:extLst>
          </p:cNvPr>
          <p:cNvGrpSpPr/>
          <p:nvPr userDrawn="1"/>
        </p:nvGrpSpPr>
        <p:grpSpPr>
          <a:xfrm>
            <a:off x="9239485" y="1911848"/>
            <a:ext cx="4385083" cy="5217584"/>
            <a:chOff x="9239485" y="1911848"/>
            <a:chExt cx="4385083" cy="5217584"/>
          </a:xfrm>
        </p:grpSpPr>
        <p:pic>
          <p:nvPicPr>
            <p:cNvPr id="11" name="Graphic 10">
              <a:extLst>
                <a:ext uri="{FF2B5EF4-FFF2-40B4-BE49-F238E27FC236}">
                  <a16:creationId xmlns:a16="http://schemas.microsoft.com/office/drawing/2014/main" id="{E96684F4-C860-1363-0A68-03AECCE36579}"/>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9" name="Graphic 8">
              <a:extLst>
                <a:ext uri="{FF2B5EF4-FFF2-40B4-BE49-F238E27FC236}">
                  <a16:creationId xmlns:a16="http://schemas.microsoft.com/office/drawing/2014/main" id="{777FCE4C-2324-8C1B-CF51-A82C954FCDE4}"/>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62" t="22420"/>
            <a:stretch>
              <a:fillRect/>
            </a:stretch>
          </p:blipFill>
          <p:spPr>
            <a:xfrm rot="9752680">
              <a:off x="9239485" y="3320314"/>
              <a:ext cx="3620513" cy="3809118"/>
            </a:xfrm>
            <a:custGeom>
              <a:avLst/>
              <a:gdLst>
                <a:gd name="connsiteX0" fmla="*/ 0 w 3620513"/>
                <a:gd name="connsiteY0" fmla="*/ 3809118 h 3809118"/>
                <a:gd name="connsiteX1" fmla="*/ 1197747 w 3620513"/>
                <a:gd name="connsiteY1" fmla="*/ 0 h 3809118"/>
                <a:gd name="connsiteX2" fmla="*/ 3620513 w 3620513"/>
                <a:gd name="connsiteY2" fmla="*/ 761820 h 3809118"/>
                <a:gd name="connsiteX3" fmla="*/ 3620513 w 3620513"/>
                <a:gd name="connsiteY3" fmla="*/ 3809118 h 3809118"/>
              </a:gdLst>
              <a:ahLst/>
              <a:cxnLst>
                <a:cxn ang="0">
                  <a:pos x="connsiteX0" y="connsiteY0"/>
                </a:cxn>
                <a:cxn ang="0">
                  <a:pos x="connsiteX1" y="connsiteY1"/>
                </a:cxn>
                <a:cxn ang="0">
                  <a:pos x="connsiteX2" y="connsiteY2"/>
                </a:cxn>
                <a:cxn ang="0">
                  <a:pos x="connsiteX3" y="connsiteY3"/>
                </a:cxn>
              </a:cxnLst>
              <a:rect l="l" t="t" r="r" b="b"/>
              <a:pathLst>
                <a:path w="3620513" h="3809118">
                  <a:moveTo>
                    <a:pt x="0" y="3809118"/>
                  </a:moveTo>
                  <a:lnTo>
                    <a:pt x="1197747" y="0"/>
                  </a:lnTo>
                  <a:lnTo>
                    <a:pt x="3620513" y="761820"/>
                  </a:lnTo>
                  <a:lnTo>
                    <a:pt x="3620513" y="3809118"/>
                  </a:lnTo>
                  <a:close/>
                </a:path>
              </a:pathLst>
            </a:custGeom>
          </p:spPr>
        </p:pic>
        <p:sp>
          <p:nvSpPr>
            <p:cNvPr id="4" name="Oval 3">
              <a:extLst>
                <a:ext uri="{FF2B5EF4-FFF2-40B4-BE49-F238E27FC236}">
                  <a16:creationId xmlns:a16="http://schemas.microsoft.com/office/drawing/2014/main" id="{27C836CE-438C-E9D2-F127-8D4CBEB062A5}"/>
                </a:ext>
              </a:extLst>
            </p:cNvPr>
            <p:cNvSpPr/>
            <p:nvPr userDrawn="1"/>
          </p:nvSpPr>
          <p:spPr>
            <a:xfrm rot="11359244">
              <a:off x="9771623" y="1911848"/>
              <a:ext cx="2141446" cy="214144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91DDD75E-B595-80EC-78B9-C478B86BFE6C}"/>
                </a:ext>
              </a:extLst>
            </p:cNvPr>
            <p:cNvSpPr/>
            <p:nvPr userDrawn="1"/>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rgbClr val="9EF5EF"/>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2A510123-051C-16C9-1D17-E9F9041180B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31154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Header, Copy, Patter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BD0EB0AB-8AEC-7BEB-3BBB-DEC91A01FA85}"/>
              </a:ext>
            </a:extLst>
          </p:cNvPr>
          <p:cNvGrpSpPr/>
          <p:nvPr userDrawn="1"/>
        </p:nvGrpSpPr>
        <p:grpSpPr>
          <a:xfrm>
            <a:off x="8373239" y="3567248"/>
            <a:ext cx="4332310" cy="4081529"/>
            <a:chOff x="8373239" y="3567248"/>
            <a:chExt cx="4332310" cy="4081529"/>
          </a:xfrm>
        </p:grpSpPr>
        <p:pic>
          <p:nvPicPr>
            <p:cNvPr id="11" name="Graphic 10">
              <a:extLst>
                <a:ext uri="{FF2B5EF4-FFF2-40B4-BE49-F238E27FC236}">
                  <a16:creationId xmlns:a16="http://schemas.microsoft.com/office/drawing/2014/main" id="{6B26BDCC-A20E-0261-DAB7-3A10BDAB8019}"/>
                </a:ext>
              </a:extLst>
            </p:cNvPr>
            <p:cNvPicPr>
              <a:picLocks noChangeAspect="1"/>
            </p:cNvPicPr>
            <p:nvPr userDrawn="1"/>
          </p:nvPicPr>
          <p:blipFill>
            <a:blip r:embed="rId2">
              <a:extLst>
                <a:ext uri="{96DAC541-7B7A-43D3-8B79-37D633B846F1}">
                  <asvg:svgBlip xmlns:asvg="http://schemas.microsoft.com/office/drawing/2016/SVG/main" r:embed="rId3"/>
                </a:ext>
              </a:extLst>
            </a:blip>
            <a:srcRect t="32741"/>
            <a:stretch>
              <a:fillRect/>
            </a:stretch>
          </p:blipFill>
          <p:spPr>
            <a:xfrm rot="7285253">
              <a:off x="9385214" y="4328442"/>
              <a:ext cx="3970289" cy="2670381"/>
            </a:xfrm>
            <a:custGeom>
              <a:avLst/>
              <a:gdLst>
                <a:gd name="connsiteX0" fmla="*/ 0 w 3970289"/>
                <a:gd name="connsiteY0" fmla="*/ 2670381 h 2670381"/>
                <a:gd name="connsiteX1" fmla="*/ 0 w 3970289"/>
                <a:gd name="connsiteY1" fmla="*/ 1569456 h 2670381"/>
                <a:gd name="connsiteX2" fmla="*/ 2569077 w 3970289"/>
                <a:gd name="connsiteY2" fmla="*/ 0 h 2670381"/>
                <a:gd name="connsiteX3" fmla="*/ 3970289 w 3970289"/>
                <a:gd name="connsiteY3" fmla="*/ 2293674 h 2670381"/>
                <a:gd name="connsiteX4" fmla="*/ 3970289 w 3970289"/>
                <a:gd name="connsiteY4" fmla="*/ 2670381 h 2670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0289" h="2670381">
                  <a:moveTo>
                    <a:pt x="0" y="2670381"/>
                  </a:moveTo>
                  <a:lnTo>
                    <a:pt x="0" y="1569456"/>
                  </a:lnTo>
                  <a:lnTo>
                    <a:pt x="2569077" y="0"/>
                  </a:lnTo>
                  <a:lnTo>
                    <a:pt x="3970289" y="2293674"/>
                  </a:lnTo>
                  <a:lnTo>
                    <a:pt x="3970289" y="2670381"/>
                  </a:lnTo>
                  <a:close/>
                </a:path>
              </a:pathLst>
            </a:custGeom>
          </p:spPr>
        </p:pic>
        <p:pic>
          <p:nvPicPr>
            <p:cNvPr id="9" name="Graphic 8">
              <a:extLst>
                <a:ext uri="{FF2B5EF4-FFF2-40B4-BE49-F238E27FC236}">
                  <a16:creationId xmlns:a16="http://schemas.microsoft.com/office/drawing/2014/main" id="{B8DBDCFB-CE25-8BD4-36B3-F915E8C18DAD}"/>
                </a:ext>
              </a:extLst>
            </p:cNvPr>
            <p:cNvPicPr>
              <a:picLocks noChangeAspect="1"/>
            </p:cNvPicPr>
            <p:nvPr userDrawn="1"/>
          </p:nvPicPr>
          <p:blipFill>
            <a:blip r:embed="rId4">
              <a:extLst>
                <a:ext uri="{96DAC541-7B7A-43D3-8B79-37D633B846F1}">
                  <asvg:svgBlip xmlns:asvg="http://schemas.microsoft.com/office/drawing/2016/SVG/main" r:embed="rId5"/>
                </a:ext>
              </a:extLst>
            </a:blip>
            <a:srcRect l="23878" t="16921"/>
            <a:stretch>
              <a:fillRect/>
            </a:stretch>
          </p:blipFill>
          <p:spPr>
            <a:xfrm rot="10110311">
              <a:off x="9376245" y="3567248"/>
              <a:ext cx="3210409" cy="3503782"/>
            </a:xfrm>
            <a:custGeom>
              <a:avLst/>
              <a:gdLst>
                <a:gd name="connsiteX0" fmla="*/ 0 w 3210409"/>
                <a:gd name="connsiteY0" fmla="*/ 3503782 h 3503782"/>
                <a:gd name="connsiteX1" fmla="*/ 712522 w 3210409"/>
                <a:gd name="connsiteY1" fmla="*/ 0 h 3503782"/>
                <a:gd name="connsiteX2" fmla="*/ 3210409 w 3210409"/>
                <a:gd name="connsiteY2" fmla="*/ 507965 h 3503782"/>
                <a:gd name="connsiteX3" fmla="*/ 3210409 w 3210409"/>
                <a:gd name="connsiteY3" fmla="*/ 3503782 h 3503782"/>
              </a:gdLst>
              <a:ahLst/>
              <a:cxnLst>
                <a:cxn ang="0">
                  <a:pos x="connsiteX0" y="connsiteY0"/>
                </a:cxn>
                <a:cxn ang="0">
                  <a:pos x="connsiteX1" y="connsiteY1"/>
                </a:cxn>
                <a:cxn ang="0">
                  <a:pos x="connsiteX2" y="connsiteY2"/>
                </a:cxn>
                <a:cxn ang="0">
                  <a:pos x="connsiteX3" y="connsiteY3"/>
                </a:cxn>
              </a:cxnLst>
              <a:rect l="l" t="t" r="r" b="b"/>
              <a:pathLst>
                <a:path w="3210409" h="3503782">
                  <a:moveTo>
                    <a:pt x="0" y="3503782"/>
                  </a:moveTo>
                  <a:lnTo>
                    <a:pt x="712522" y="0"/>
                  </a:lnTo>
                  <a:lnTo>
                    <a:pt x="3210409" y="507965"/>
                  </a:lnTo>
                  <a:lnTo>
                    <a:pt x="3210409" y="3503782"/>
                  </a:lnTo>
                  <a:close/>
                </a:path>
              </a:pathLst>
            </a:custGeom>
          </p:spPr>
        </p:pic>
        <p:sp>
          <p:nvSpPr>
            <p:cNvPr id="13" name="Freeform 12">
              <a:extLst>
                <a:ext uri="{FF2B5EF4-FFF2-40B4-BE49-F238E27FC236}">
                  <a16:creationId xmlns:a16="http://schemas.microsoft.com/office/drawing/2014/main" id="{7D9B8CA5-DACD-FC43-BECE-EEFED5EBA635}"/>
                </a:ext>
              </a:extLst>
            </p:cNvPr>
            <p:cNvSpPr/>
            <p:nvPr userDrawn="1"/>
          </p:nvSpPr>
          <p:spPr>
            <a:xfrm rot="4440426">
              <a:off x="8534890" y="5052590"/>
              <a:ext cx="1896069" cy="2219372"/>
            </a:xfrm>
            <a:custGeom>
              <a:avLst/>
              <a:gdLst>
                <a:gd name="connsiteX0" fmla="*/ 49889 w 1896069"/>
                <a:gd name="connsiteY0" fmla="*/ 779699 h 2219372"/>
                <a:gd name="connsiteX1" fmla="*/ 1109686 w 1896069"/>
                <a:gd name="connsiteY1" fmla="*/ 0 h 2219372"/>
                <a:gd name="connsiteX2" fmla="*/ 1894352 w 1896069"/>
                <a:gd name="connsiteY2" fmla="*/ 325019 h 2219372"/>
                <a:gd name="connsiteX3" fmla="*/ 1896069 w 1896069"/>
                <a:gd name="connsiteY3" fmla="*/ 327099 h 2219372"/>
                <a:gd name="connsiteX4" fmla="*/ 1362806 w 1896069"/>
                <a:gd name="connsiteY4" fmla="*/ 2187676 h 2219372"/>
                <a:gd name="connsiteX5" fmla="*/ 1333326 w 1896069"/>
                <a:gd name="connsiteY5" fmla="*/ 2196827 h 2219372"/>
                <a:gd name="connsiteX6" fmla="*/ 1109686 w 1896069"/>
                <a:gd name="connsiteY6" fmla="*/ 2219372 h 2219372"/>
                <a:gd name="connsiteX7" fmla="*/ 0 w 1896069"/>
                <a:gd name="connsiteY7" fmla="*/ 1109686 h 2219372"/>
                <a:gd name="connsiteX8" fmla="*/ 49889 w 1896069"/>
                <a:gd name="connsiteY8" fmla="*/ 779699 h 221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69" h="2219372">
                  <a:moveTo>
                    <a:pt x="49889" y="779699"/>
                  </a:moveTo>
                  <a:cubicBezTo>
                    <a:pt x="190388" y="327981"/>
                    <a:pt x="611735" y="0"/>
                    <a:pt x="1109686" y="0"/>
                  </a:cubicBezTo>
                  <a:cubicBezTo>
                    <a:pt x="1416118" y="1"/>
                    <a:pt x="1693539" y="124206"/>
                    <a:pt x="1894352" y="325019"/>
                  </a:cubicBezTo>
                  <a:lnTo>
                    <a:pt x="1896069" y="327099"/>
                  </a:lnTo>
                  <a:lnTo>
                    <a:pt x="1362806" y="2187676"/>
                  </a:lnTo>
                  <a:lnTo>
                    <a:pt x="1333326" y="2196827"/>
                  </a:lnTo>
                  <a:cubicBezTo>
                    <a:pt x="1261089" y="2211609"/>
                    <a:pt x="1186294" y="2219372"/>
                    <a:pt x="1109686" y="2219372"/>
                  </a:cubicBezTo>
                  <a:cubicBezTo>
                    <a:pt x="496823" y="2219372"/>
                    <a:pt x="0" y="1722549"/>
                    <a:pt x="0" y="1109686"/>
                  </a:cubicBezTo>
                  <a:cubicBezTo>
                    <a:pt x="0" y="994774"/>
                    <a:pt x="17466" y="883942"/>
                    <a:pt x="49889" y="779699"/>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5A97D984-49C8-8EDC-7042-7E0199624569}"/>
                </a:ext>
              </a:extLst>
            </p:cNvPr>
            <p:cNvSpPr/>
            <p:nvPr userDrawn="1"/>
          </p:nvSpPr>
          <p:spPr>
            <a:xfrm rot="7285253">
              <a:off x="9538663" y="5629468"/>
              <a:ext cx="1333716" cy="1167002"/>
            </a:xfrm>
            <a:custGeom>
              <a:avLst/>
              <a:gdLst>
                <a:gd name="connsiteX0" fmla="*/ 2136 w 1333716"/>
                <a:gd name="connsiteY0" fmla="*/ 1167002 h 1167002"/>
                <a:gd name="connsiteX1" fmla="*/ 991 w 1333716"/>
                <a:gd name="connsiteY1" fmla="*/ 1154282 h 1167002"/>
                <a:gd name="connsiteX2" fmla="*/ 292675 w 1333716"/>
                <a:gd name="connsiteY2" fmla="*/ 356623 h 1167002"/>
                <a:gd name="connsiteX3" fmla="*/ 943711 w 1333716"/>
                <a:gd name="connsiteY3" fmla="*/ 10305 h 1167002"/>
                <a:gd name="connsiteX4" fmla="*/ 1066267 w 1333716"/>
                <a:gd name="connsiteY4" fmla="*/ 0 h 1167002"/>
                <a:gd name="connsiteX5" fmla="*/ 1333716 w 1333716"/>
                <a:gd name="connsiteY5" fmla="*/ 437794 h 1167002"/>
                <a:gd name="connsiteX6" fmla="*/ 1294696 w 1333716"/>
                <a:gd name="connsiteY6" fmla="*/ 523845 h 1167002"/>
                <a:gd name="connsiteX7" fmla="*/ 53213 w 1333716"/>
                <a:gd name="connsiteY7" fmla="*/ 1163290 h 116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3716" h="1167002">
                  <a:moveTo>
                    <a:pt x="2136" y="1167002"/>
                  </a:moveTo>
                  <a:lnTo>
                    <a:pt x="991" y="1154282"/>
                  </a:lnTo>
                  <a:cubicBezTo>
                    <a:pt x="-10970" y="870541"/>
                    <a:pt x="85313" y="582236"/>
                    <a:pt x="292675" y="356623"/>
                  </a:cubicBezTo>
                  <a:cubicBezTo>
                    <a:pt x="470877" y="162737"/>
                    <a:pt x="702117" y="46698"/>
                    <a:pt x="943711" y="10305"/>
                  </a:cubicBezTo>
                  <a:lnTo>
                    <a:pt x="1066267" y="0"/>
                  </a:lnTo>
                  <a:lnTo>
                    <a:pt x="1333716" y="437794"/>
                  </a:lnTo>
                  <a:lnTo>
                    <a:pt x="1294696" y="523845"/>
                  </a:lnTo>
                  <a:cubicBezTo>
                    <a:pt x="1079662" y="954810"/>
                    <a:pt x="734602" y="1103549"/>
                    <a:pt x="53213" y="1163290"/>
                  </a:cubicBezTo>
                  <a:close/>
                </a:path>
              </a:pathLst>
            </a:custGeom>
            <a:solidFill>
              <a:schemeClr val="accent4"/>
            </a:solidFill>
            <a:ln w="20346" cap="flat">
              <a:noFill/>
              <a:prstDash val="solid"/>
              <a:miter/>
            </a:ln>
          </p:spPr>
          <p:txBody>
            <a:bodyPr wrap="square" rtlCol="0" anchor="ctr">
              <a:noAutofit/>
            </a:bodyPr>
            <a:lstStyle/>
            <a:p>
              <a:endParaRPr lang="en-US"/>
            </a:p>
          </p:txBody>
        </p:sp>
      </p:grpSp>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47BB5527-9CA8-B5A0-3E64-C3108F9D0B0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56642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6_Header, Copy, Patter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0DCAC0B9-1899-8621-F2A1-8DBE31B22241}"/>
              </a:ext>
            </a:extLst>
          </p:cNvPr>
          <p:cNvGrpSpPr/>
          <p:nvPr userDrawn="1"/>
        </p:nvGrpSpPr>
        <p:grpSpPr>
          <a:xfrm>
            <a:off x="8373239" y="3567248"/>
            <a:ext cx="4332310" cy="4081529"/>
            <a:chOff x="8373239" y="3567248"/>
            <a:chExt cx="4332310" cy="4081529"/>
          </a:xfrm>
        </p:grpSpPr>
        <p:pic>
          <p:nvPicPr>
            <p:cNvPr id="12" name="Graphic 11">
              <a:extLst>
                <a:ext uri="{FF2B5EF4-FFF2-40B4-BE49-F238E27FC236}">
                  <a16:creationId xmlns:a16="http://schemas.microsoft.com/office/drawing/2014/main" id="{AC83D6BC-E04B-63B4-8671-0813286CC197}"/>
                </a:ext>
              </a:extLst>
            </p:cNvPr>
            <p:cNvPicPr>
              <a:picLocks noChangeAspect="1"/>
            </p:cNvPicPr>
            <p:nvPr userDrawn="1"/>
          </p:nvPicPr>
          <p:blipFill>
            <a:blip r:embed="rId2">
              <a:extLst>
                <a:ext uri="{96DAC541-7B7A-43D3-8B79-37D633B846F1}">
                  <asvg:svgBlip xmlns:asvg="http://schemas.microsoft.com/office/drawing/2016/SVG/main" r:embed="rId3"/>
                </a:ext>
              </a:extLst>
            </a:blip>
            <a:srcRect t="32741"/>
            <a:stretch>
              <a:fillRect/>
            </a:stretch>
          </p:blipFill>
          <p:spPr>
            <a:xfrm rot="7285253">
              <a:off x="9385214" y="4328442"/>
              <a:ext cx="3970289" cy="2670381"/>
            </a:xfrm>
            <a:custGeom>
              <a:avLst/>
              <a:gdLst>
                <a:gd name="connsiteX0" fmla="*/ 0 w 3970289"/>
                <a:gd name="connsiteY0" fmla="*/ 2670381 h 2670381"/>
                <a:gd name="connsiteX1" fmla="*/ 0 w 3970289"/>
                <a:gd name="connsiteY1" fmla="*/ 1569456 h 2670381"/>
                <a:gd name="connsiteX2" fmla="*/ 2569077 w 3970289"/>
                <a:gd name="connsiteY2" fmla="*/ 0 h 2670381"/>
                <a:gd name="connsiteX3" fmla="*/ 3970289 w 3970289"/>
                <a:gd name="connsiteY3" fmla="*/ 2293674 h 2670381"/>
                <a:gd name="connsiteX4" fmla="*/ 3970289 w 3970289"/>
                <a:gd name="connsiteY4" fmla="*/ 2670381 h 2670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0289" h="2670381">
                  <a:moveTo>
                    <a:pt x="0" y="2670381"/>
                  </a:moveTo>
                  <a:lnTo>
                    <a:pt x="0" y="1569456"/>
                  </a:lnTo>
                  <a:lnTo>
                    <a:pt x="2569077" y="0"/>
                  </a:lnTo>
                  <a:lnTo>
                    <a:pt x="3970289" y="2293674"/>
                  </a:lnTo>
                  <a:lnTo>
                    <a:pt x="3970289" y="2670381"/>
                  </a:lnTo>
                  <a:close/>
                </a:path>
              </a:pathLst>
            </a:custGeom>
          </p:spPr>
        </p:pic>
        <p:pic>
          <p:nvPicPr>
            <p:cNvPr id="9" name="Graphic 8">
              <a:extLst>
                <a:ext uri="{FF2B5EF4-FFF2-40B4-BE49-F238E27FC236}">
                  <a16:creationId xmlns:a16="http://schemas.microsoft.com/office/drawing/2014/main" id="{4212FC72-0494-6C99-EB00-ADB73E9ED3CD}"/>
                </a:ext>
              </a:extLst>
            </p:cNvPr>
            <p:cNvPicPr>
              <a:picLocks noChangeAspect="1"/>
            </p:cNvPicPr>
            <p:nvPr userDrawn="1"/>
          </p:nvPicPr>
          <p:blipFill>
            <a:blip r:embed="rId4">
              <a:extLst>
                <a:ext uri="{96DAC541-7B7A-43D3-8B79-37D633B846F1}">
                  <asvg:svgBlip xmlns:asvg="http://schemas.microsoft.com/office/drawing/2016/SVG/main" r:embed="rId5"/>
                </a:ext>
              </a:extLst>
            </a:blip>
            <a:srcRect l="23878" t="16921"/>
            <a:stretch>
              <a:fillRect/>
            </a:stretch>
          </p:blipFill>
          <p:spPr>
            <a:xfrm rot="10110311">
              <a:off x="9376245" y="3567248"/>
              <a:ext cx="3210409" cy="3503782"/>
            </a:xfrm>
            <a:custGeom>
              <a:avLst/>
              <a:gdLst>
                <a:gd name="connsiteX0" fmla="*/ 0 w 3210409"/>
                <a:gd name="connsiteY0" fmla="*/ 3503782 h 3503782"/>
                <a:gd name="connsiteX1" fmla="*/ 712522 w 3210409"/>
                <a:gd name="connsiteY1" fmla="*/ 0 h 3503782"/>
                <a:gd name="connsiteX2" fmla="*/ 3210409 w 3210409"/>
                <a:gd name="connsiteY2" fmla="*/ 507965 h 3503782"/>
                <a:gd name="connsiteX3" fmla="*/ 3210409 w 3210409"/>
                <a:gd name="connsiteY3" fmla="*/ 3503782 h 3503782"/>
              </a:gdLst>
              <a:ahLst/>
              <a:cxnLst>
                <a:cxn ang="0">
                  <a:pos x="connsiteX0" y="connsiteY0"/>
                </a:cxn>
                <a:cxn ang="0">
                  <a:pos x="connsiteX1" y="connsiteY1"/>
                </a:cxn>
                <a:cxn ang="0">
                  <a:pos x="connsiteX2" y="connsiteY2"/>
                </a:cxn>
                <a:cxn ang="0">
                  <a:pos x="connsiteX3" y="connsiteY3"/>
                </a:cxn>
              </a:cxnLst>
              <a:rect l="l" t="t" r="r" b="b"/>
              <a:pathLst>
                <a:path w="3210409" h="3503782">
                  <a:moveTo>
                    <a:pt x="0" y="3503782"/>
                  </a:moveTo>
                  <a:lnTo>
                    <a:pt x="712522" y="0"/>
                  </a:lnTo>
                  <a:lnTo>
                    <a:pt x="3210409" y="507965"/>
                  </a:lnTo>
                  <a:lnTo>
                    <a:pt x="3210409" y="3503782"/>
                  </a:lnTo>
                  <a:close/>
                </a:path>
              </a:pathLst>
            </a:custGeom>
          </p:spPr>
        </p:pic>
        <p:sp>
          <p:nvSpPr>
            <p:cNvPr id="14" name="Freeform 13">
              <a:extLst>
                <a:ext uri="{FF2B5EF4-FFF2-40B4-BE49-F238E27FC236}">
                  <a16:creationId xmlns:a16="http://schemas.microsoft.com/office/drawing/2014/main" id="{4758262D-5437-5CBE-F77D-9902215F0CA2}"/>
                </a:ext>
              </a:extLst>
            </p:cNvPr>
            <p:cNvSpPr/>
            <p:nvPr userDrawn="1"/>
          </p:nvSpPr>
          <p:spPr>
            <a:xfrm rot="4440426">
              <a:off x="8534890" y="5052590"/>
              <a:ext cx="1896069" cy="2219372"/>
            </a:xfrm>
            <a:custGeom>
              <a:avLst/>
              <a:gdLst>
                <a:gd name="connsiteX0" fmla="*/ 49889 w 1896069"/>
                <a:gd name="connsiteY0" fmla="*/ 779699 h 2219372"/>
                <a:gd name="connsiteX1" fmla="*/ 1109686 w 1896069"/>
                <a:gd name="connsiteY1" fmla="*/ 0 h 2219372"/>
                <a:gd name="connsiteX2" fmla="*/ 1894352 w 1896069"/>
                <a:gd name="connsiteY2" fmla="*/ 325019 h 2219372"/>
                <a:gd name="connsiteX3" fmla="*/ 1896069 w 1896069"/>
                <a:gd name="connsiteY3" fmla="*/ 327099 h 2219372"/>
                <a:gd name="connsiteX4" fmla="*/ 1362806 w 1896069"/>
                <a:gd name="connsiteY4" fmla="*/ 2187676 h 2219372"/>
                <a:gd name="connsiteX5" fmla="*/ 1333326 w 1896069"/>
                <a:gd name="connsiteY5" fmla="*/ 2196827 h 2219372"/>
                <a:gd name="connsiteX6" fmla="*/ 1109686 w 1896069"/>
                <a:gd name="connsiteY6" fmla="*/ 2219372 h 2219372"/>
                <a:gd name="connsiteX7" fmla="*/ 0 w 1896069"/>
                <a:gd name="connsiteY7" fmla="*/ 1109686 h 2219372"/>
                <a:gd name="connsiteX8" fmla="*/ 49889 w 1896069"/>
                <a:gd name="connsiteY8" fmla="*/ 779699 h 221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69" h="2219372">
                  <a:moveTo>
                    <a:pt x="49889" y="779699"/>
                  </a:moveTo>
                  <a:cubicBezTo>
                    <a:pt x="190388" y="327981"/>
                    <a:pt x="611735" y="0"/>
                    <a:pt x="1109686" y="0"/>
                  </a:cubicBezTo>
                  <a:cubicBezTo>
                    <a:pt x="1416118" y="1"/>
                    <a:pt x="1693539" y="124206"/>
                    <a:pt x="1894352" y="325019"/>
                  </a:cubicBezTo>
                  <a:lnTo>
                    <a:pt x="1896069" y="327099"/>
                  </a:lnTo>
                  <a:lnTo>
                    <a:pt x="1362806" y="2187676"/>
                  </a:lnTo>
                  <a:lnTo>
                    <a:pt x="1333326" y="2196827"/>
                  </a:lnTo>
                  <a:cubicBezTo>
                    <a:pt x="1261089" y="2211609"/>
                    <a:pt x="1186294" y="2219372"/>
                    <a:pt x="1109686" y="2219372"/>
                  </a:cubicBezTo>
                  <a:cubicBezTo>
                    <a:pt x="496823" y="2219372"/>
                    <a:pt x="0" y="1722549"/>
                    <a:pt x="0" y="1109686"/>
                  </a:cubicBezTo>
                  <a:cubicBezTo>
                    <a:pt x="0" y="994774"/>
                    <a:pt x="17466" y="883942"/>
                    <a:pt x="49889" y="779699"/>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73B6CB-74F8-1C87-BCB4-157EA6C42259}"/>
                </a:ext>
              </a:extLst>
            </p:cNvPr>
            <p:cNvSpPr/>
            <p:nvPr userDrawn="1"/>
          </p:nvSpPr>
          <p:spPr>
            <a:xfrm rot="7285253">
              <a:off x="9538663" y="5629468"/>
              <a:ext cx="1333716" cy="1167002"/>
            </a:xfrm>
            <a:custGeom>
              <a:avLst/>
              <a:gdLst>
                <a:gd name="connsiteX0" fmla="*/ 2136 w 1333716"/>
                <a:gd name="connsiteY0" fmla="*/ 1167002 h 1167002"/>
                <a:gd name="connsiteX1" fmla="*/ 991 w 1333716"/>
                <a:gd name="connsiteY1" fmla="*/ 1154282 h 1167002"/>
                <a:gd name="connsiteX2" fmla="*/ 292675 w 1333716"/>
                <a:gd name="connsiteY2" fmla="*/ 356623 h 1167002"/>
                <a:gd name="connsiteX3" fmla="*/ 943711 w 1333716"/>
                <a:gd name="connsiteY3" fmla="*/ 10305 h 1167002"/>
                <a:gd name="connsiteX4" fmla="*/ 1066267 w 1333716"/>
                <a:gd name="connsiteY4" fmla="*/ 0 h 1167002"/>
                <a:gd name="connsiteX5" fmla="*/ 1333716 w 1333716"/>
                <a:gd name="connsiteY5" fmla="*/ 437794 h 1167002"/>
                <a:gd name="connsiteX6" fmla="*/ 1294696 w 1333716"/>
                <a:gd name="connsiteY6" fmla="*/ 523845 h 1167002"/>
                <a:gd name="connsiteX7" fmla="*/ 53213 w 1333716"/>
                <a:gd name="connsiteY7" fmla="*/ 1163290 h 116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3716" h="1167002">
                  <a:moveTo>
                    <a:pt x="2136" y="1167002"/>
                  </a:moveTo>
                  <a:lnTo>
                    <a:pt x="991" y="1154282"/>
                  </a:lnTo>
                  <a:cubicBezTo>
                    <a:pt x="-10970" y="870541"/>
                    <a:pt x="85313" y="582236"/>
                    <a:pt x="292675" y="356623"/>
                  </a:cubicBezTo>
                  <a:cubicBezTo>
                    <a:pt x="470877" y="162737"/>
                    <a:pt x="702117" y="46698"/>
                    <a:pt x="943711" y="10305"/>
                  </a:cubicBezTo>
                  <a:lnTo>
                    <a:pt x="1066267" y="0"/>
                  </a:lnTo>
                  <a:lnTo>
                    <a:pt x="1333716" y="437794"/>
                  </a:lnTo>
                  <a:lnTo>
                    <a:pt x="1294696" y="523845"/>
                  </a:lnTo>
                  <a:cubicBezTo>
                    <a:pt x="1079662" y="954810"/>
                    <a:pt x="734602" y="1103549"/>
                    <a:pt x="53213" y="1163290"/>
                  </a:cubicBezTo>
                  <a:close/>
                </a:path>
              </a:pathLst>
            </a:custGeom>
            <a:solidFill>
              <a:schemeClr val="accent1"/>
            </a:solidFill>
            <a:ln w="20346" cap="flat">
              <a:noFill/>
              <a:prstDash val="solid"/>
              <a:miter/>
            </a:ln>
          </p:spPr>
          <p:txBody>
            <a:bodyPr wrap="square" rtlCol="0" anchor="ctr">
              <a:noAutofit/>
            </a:bodyPr>
            <a:lstStyle/>
            <a:p>
              <a:endParaRPr lang="en-US"/>
            </a:p>
          </p:txBody>
        </p:sp>
      </p:grpSp>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97C9414E-312E-EFF8-3106-C0F2B4BBF49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6819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grpSp>
        <p:nvGrpSpPr>
          <p:cNvPr id="15" name="Group 14">
            <a:extLst>
              <a:ext uri="{FF2B5EF4-FFF2-40B4-BE49-F238E27FC236}">
                <a16:creationId xmlns:a16="http://schemas.microsoft.com/office/drawing/2014/main" id="{41333072-2002-E8B7-3AD2-EE3BA6CF0B59}"/>
              </a:ext>
            </a:extLst>
          </p:cNvPr>
          <p:cNvGrpSpPr/>
          <p:nvPr userDrawn="1"/>
        </p:nvGrpSpPr>
        <p:grpSpPr>
          <a:xfrm>
            <a:off x="8373239" y="3567248"/>
            <a:ext cx="4332310" cy="4081529"/>
            <a:chOff x="8373239" y="3567248"/>
            <a:chExt cx="4332310" cy="4081529"/>
          </a:xfrm>
        </p:grpSpPr>
        <p:pic>
          <p:nvPicPr>
            <p:cNvPr id="7" name="Graphic 6">
              <a:extLst>
                <a:ext uri="{FF2B5EF4-FFF2-40B4-BE49-F238E27FC236}">
                  <a16:creationId xmlns:a16="http://schemas.microsoft.com/office/drawing/2014/main" id="{E747EE36-7E1D-6F53-44AD-2D805E7A7D27}"/>
                </a:ext>
              </a:extLst>
            </p:cNvPr>
            <p:cNvPicPr>
              <a:picLocks noChangeAspect="1"/>
            </p:cNvPicPr>
            <p:nvPr userDrawn="1"/>
          </p:nvPicPr>
          <p:blipFill>
            <a:blip r:embed="rId2">
              <a:extLst>
                <a:ext uri="{96DAC541-7B7A-43D3-8B79-37D633B846F1}">
                  <asvg:svgBlip xmlns:asvg="http://schemas.microsoft.com/office/drawing/2016/SVG/main" r:embed="rId3"/>
                </a:ext>
              </a:extLst>
            </a:blip>
            <a:srcRect t="32741"/>
            <a:stretch>
              <a:fillRect/>
            </a:stretch>
          </p:blipFill>
          <p:spPr>
            <a:xfrm rot="7285253">
              <a:off x="9385214" y="4328442"/>
              <a:ext cx="3970289" cy="2670381"/>
            </a:xfrm>
            <a:custGeom>
              <a:avLst/>
              <a:gdLst>
                <a:gd name="connsiteX0" fmla="*/ 0 w 3970289"/>
                <a:gd name="connsiteY0" fmla="*/ 2670381 h 2670381"/>
                <a:gd name="connsiteX1" fmla="*/ 0 w 3970289"/>
                <a:gd name="connsiteY1" fmla="*/ 1569456 h 2670381"/>
                <a:gd name="connsiteX2" fmla="*/ 2569077 w 3970289"/>
                <a:gd name="connsiteY2" fmla="*/ 0 h 2670381"/>
                <a:gd name="connsiteX3" fmla="*/ 3970289 w 3970289"/>
                <a:gd name="connsiteY3" fmla="*/ 2293674 h 2670381"/>
                <a:gd name="connsiteX4" fmla="*/ 3970289 w 3970289"/>
                <a:gd name="connsiteY4" fmla="*/ 2670381 h 2670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0289" h="2670381">
                  <a:moveTo>
                    <a:pt x="0" y="2670381"/>
                  </a:moveTo>
                  <a:lnTo>
                    <a:pt x="0" y="1569456"/>
                  </a:lnTo>
                  <a:lnTo>
                    <a:pt x="2569077" y="0"/>
                  </a:lnTo>
                  <a:lnTo>
                    <a:pt x="3970289" y="2293674"/>
                  </a:lnTo>
                  <a:lnTo>
                    <a:pt x="3970289" y="2670381"/>
                  </a:lnTo>
                  <a:close/>
                </a:path>
              </a:pathLst>
            </a:custGeom>
          </p:spPr>
        </p:pic>
        <p:pic>
          <p:nvPicPr>
            <p:cNvPr id="3" name="Graphic 2">
              <a:extLst>
                <a:ext uri="{FF2B5EF4-FFF2-40B4-BE49-F238E27FC236}">
                  <a16:creationId xmlns:a16="http://schemas.microsoft.com/office/drawing/2014/main" id="{6DAB2054-3871-2AC1-72AF-17F53AD31E45}"/>
                </a:ext>
              </a:extLst>
            </p:cNvPr>
            <p:cNvPicPr>
              <a:picLocks noChangeAspect="1"/>
            </p:cNvPicPr>
            <p:nvPr userDrawn="1"/>
          </p:nvPicPr>
          <p:blipFill>
            <a:blip r:embed="rId4">
              <a:extLst>
                <a:ext uri="{96DAC541-7B7A-43D3-8B79-37D633B846F1}">
                  <asvg:svgBlip xmlns:asvg="http://schemas.microsoft.com/office/drawing/2016/SVG/main" r:embed="rId5"/>
                </a:ext>
              </a:extLst>
            </a:blip>
            <a:srcRect l="23878" t="16921"/>
            <a:stretch>
              <a:fillRect/>
            </a:stretch>
          </p:blipFill>
          <p:spPr>
            <a:xfrm rot="10110311">
              <a:off x="9376245" y="3567248"/>
              <a:ext cx="3210409" cy="3503782"/>
            </a:xfrm>
            <a:custGeom>
              <a:avLst/>
              <a:gdLst>
                <a:gd name="connsiteX0" fmla="*/ 0 w 3210409"/>
                <a:gd name="connsiteY0" fmla="*/ 3503782 h 3503782"/>
                <a:gd name="connsiteX1" fmla="*/ 712522 w 3210409"/>
                <a:gd name="connsiteY1" fmla="*/ 0 h 3503782"/>
                <a:gd name="connsiteX2" fmla="*/ 3210409 w 3210409"/>
                <a:gd name="connsiteY2" fmla="*/ 507965 h 3503782"/>
                <a:gd name="connsiteX3" fmla="*/ 3210409 w 3210409"/>
                <a:gd name="connsiteY3" fmla="*/ 3503782 h 3503782"/>
              </a:gdLst>
              <a:ahLst/>
              <a:cxnLst>
                <a:cxn ang="0">
                  <a:pos x="connsiteX0" y="connsiteY0"/>
                </a:cxn>
                <a:cxn ang="0">
                  <a:pos x="connsiteX1" y="connsiteY1"/>
                </a:cxn>
                <a:cxn ang="0">
                  <a:pos x="connsiteX2" y="connsiteY2"/>
                </a:cxn>
                <a:cxn ang="0">
                  <a:pos x="connsiteX3" y="connsiteY3"/>
                </a:cxn>
              </a:cxnLst>
              <a:rect l="l" t="t" r="r" b="b"/>
              <a:pathLst>
                <a:path w="3210409" h="3503782">
                  <a:moveTo>
                    <a:pt x="0" y="3503782"/>
                  </a:moveTo>
                  <a:lnTo>
                    <a:pt x="712522" y="0"/>
                  </a:lnTo>
                  <a:lnTo>
                    <a:pt x="3210409" y="507965"/>
                  </a:lnTo>
                  <a:lnTo>
                    <a:pt x="3210409" y="3503782"/>
                  </a:lnTo>
                  <a:close/>
                </a:path>
              </a:pathLst>
            </a:custGeom>
          </p:spPr>
        </p:pic>
        <p:sp>
          <p:nvSpPr>
            <p:cNvPr id="14" name="Freeform 13">
              <a:extLst>
                <a:ext uri="{FF2B5EF4-FFF2-40B4-BE49-F238E27FC236}">
                  <a16:creationId xmlns:a16="http://schemas.microsoft.com/office/drawing/2014/main" id="{15195E17-B698-95EB-E683-E35B1D1C7848}"/>
                </a:ext>
              </a:extLst>
            </p:cNvPr>
            <p:cNvSpPr/>
            <p:nvPr userDrawn="1"/>
          </p:nvSpPr>
          <p:spPr>
            <a:xfrm rot="4440426">
              <a:off x="8534890" y="5052590"/>
              <a:ext cx="1896069" cy="2219372"/>
            </a:xfrm>
            <a:custGeom>
              <a:avLst/>
              <a:gdLst>
                <a:gd name="connsiteX0" fmla="*/ 49889 w 1896069"/>
                <a:gd name="connsiteY0" fmla="*/ 779699 h 2219372"/>
                <a:gd name="connsiteX1" fmla="*/ 1109686 w 1896069"/>
                <a:gd name="connsiteY1" fmla="*/ 0 h 2219372"/>
                <a:gd name="connsiteX2" fmla="*/ 1894352 w 1896069"/>
                <a:gd name="connsiteY2" fmla="*/ 325019 h 2219372"/>
                <a:gd name="connsiteX3" fmla="*/ 1896069 w 1896069"/>
                <a:gd name="connsiteY3" fmla="*/ 327099 h 2219372"/>
                <a:gd name="connsiteX4" fmla="*/ 1362806 w 1896069"/>
                <a:gd name="connsiteY4" fmla="*/ 2187676 h 2219372"/>
                <a:gd name="connsiteX5" fmla="*/ 1333326 w 1896069"/>
                <a:gd name="connsiteY5" fmla="*/ 2196827 h 2219372"/>
                <a:gd name="connsiteX6" fmla="*/ 1109686 w 1896069"/>
                <a:gd name="connsiteY6" fmla="*/ 2219372 h 2219372"/>
                <a:gd name="connsiteX7" fmla="*/ 0 w 1896069"/>
                <a:gd name="connsiteY7" fmla="*/ 1109686 h 2219372"/>
                <a:gd name="connsiteX8" fmla="*/ 49889 w 1896069"/>
                <a:gd name="connsiteY8" fmla="*/ 779699 h 221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69" h="2219372">
                  <a:moveTo>
                    <a:pt x="49889" y="779699"/>
                  </a:moveTo>
                  <a:cubicBezTo>
                    <a:pt x="190388" y="327981"/>
                    <a:pt x="611735" y="0"/>
                    <a:pt x="1109686" y="0"/>
                  </a:cubicBezTo>
                  <a:cubicBezTo>
                    <a:pt x="1416118" y="1"/>
                    <a:pt x="1693539" y="124206"/>
                    <a:pt x="1894352" y="325019"/>
                  </a:cubicBezTo>
                  <a:lnTo>
                    <a:pt x="1896069" y="327099"/>
                  </a:lnTo>
                  <a:lnTo>
                    <a:pt x="1362806" y="2187676"/>
                  </a:lnTo>
                  <a:lnTo>
                    <a:pt x="1333326" y="2196827"/>
                  </a:lnTo>
                  <a:cubicBezTo>
                    <a:pt x="1261089" y="2211609"/>
                    <a:pt x="1186294" y="2219372"/>
                    <a:pt x="1109686" y="2219372"/>
                  </a:cubicBezTo>
                  <a:cubicBezTo>
                    <a:pt x="496823" y="2219372"/>
                    <a:pt x="0" y="1722549"/>
                    <a:pt x="0" y="1109686"/>
                  </a:cubicBezTo>
                  <a:cubicBezTo>
                    <a:pt x="0" y="994774"/>
                    <a:pt x="17466" y="883942"/>
                    <a:pt x="49889" y="77969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36C18C40-D2A0-18BF-7361-ED999A12C6E5}"/>
                </a:ext>
              </a:extLst>
            </p:cNvPr>
            <p:cNvSpPr/>
            <p:nvPr/>
          </p:nvSpPr>
          <p:spPr>
            <a:xfrm rot="7285253">
              <a:off x="9538663" y="5629468"/>
              <a:ext cx="1333716" cy="1167002"/>
            </a:xfrm>
            <a:custGeom>
              <a:avLst/>
              <a:gdLst>
                <a:gd name="connsiteX0" fmla="*/ 2136 w 1333716"/>
                <a:gd name="connsiteY0" fmla="*/ 1167002 h 1167002"/>
                <a:gd name="connsiteX1" fmla="*/ 991 w 1333716"/>
                <a:gd name="connsiteY1" fmla="*/ 1154282 h 1167002"/>
                <a:gd name="connsiteX2" fmla="*/ 292675 w 1333716"/>
                <a:gd name="connsiteY2" fmla="*/ 356623 h 1167002"/>
                <a:gd name="connsiteX3" fmla="*/ 943711 w 1333716"/>
                <a:gd name="connsiteY3" fmla="*/ 10305 h 1167002"/>
                <a:gd name="connsiteX4" fmla="*/ 1066267 w 1333716"/>
                <a:gd name="connsiteY4" fmla="*/ 0 h 1167002"/>
                <a:gd name="connsiteX5" fmla="*/ 1333716 w 1333716"/>
                <a:gd name="connsiteY5" fmla="*/ 437794 h 1167002"/>
                <a:gd name="connsiteX6" fmla="*/ 1294696 w 1333716"/>
                <a:gd name="connsiteY6" fmla="*/ 523845 h 1167002"/>
                <a:gd name="connsiteX7" fmla="*/ 53213 w 1333716"/>
                <a:gd name="connsiteY7" fmla="*/ 1163290 h 116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3716" h="1167002">
                  <a:moveTo>
                    <a:pt x="2136" y="1167002"/>
                  </a:moveTo>
                  <a:lnTo>
                    <a:pt x="991" y="1154282"/>
                  </a:lnTo>
                  <a:cubicBezTo>
                    <a:pt x="-10970" y="870541"/>
                    <a:pt x="85313" y="582236"/>
                    <a:pt x="292675" y="356623"/>
                  </a:cubicBezTo>
                  <a:cubicBezTo>
                    <a:pt x="470877" y="162737"/>
                    <a:pt x="702117" y="46698"/>
                    <a:pt x="943711" y="10305"/>
                  </a:cubicBezTo>
                  <a:lnTo>
                    <a:pt x="1066267" y="0"/>
                  </a:lnTo>
                  <a:lnTo>
                    <a:pt x="1333716" y="437794"/>
                  </a:lnTo>
                  <a:lnTo>
                    <a:pt x="1294696" y="523845"/>
                  </a:lnTo>
                  <a:cubicBezTo>
                    <a:pt x="1079662" y="954810"/>
                    <a:pt x="734602" y="1103549"/>
                    <a:pt x="53213" y="1163290"/>
                  </a:cubicBezTo>
                  <a:close/>
                </a:path>
              </a:pathLst>
            </a:custGeom>
            <a:solidFill>
              <a:srgbClr val="BCF76C"/>
            </a:solidFill>
            <a:ln w="20346" cap="flat">
              <a:noFill/>
              <a:prstDash val="solid"/>
              <a:miter/>
            </a:ln>
          </p:spPr>
          <p:txBody>
            <a:bodyPr wrap="square" rtlCol="0" anchor="ctr">
              <a:noAutofit/>
            </a:bodyPr>
            <a:lstStyle/>
            <a:p>
              <a:endParaRPr lang="en-US"/>
            </a:p>
          </p:txBody>
        </p:sp>
      </p:gr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3F9D1C5F-8852-5490-C4E4-71270C2F743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229429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 points with icon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3" name="Circle 1">
            <a:extLst>
              <a:ext uri="{FF2B5EF4-FFF2-40B4-BE49-F238E27FC236}">
                <a16:creationId xmlns:a16="http://schemas.microsoft.com/office/drawing/2014/main" id="{2D2FEE4E-FBC5-B3DC-CD8B-8DC3FCAC42C9}"/>
              </a:ext>
              <a:ext uri="{C183D7F6-B498-43B3-948B-1728B52AA6E4}">
                <adec:decorative xmlns:adec="http://schemas.microsoft.com/office/drawing/2017/decorative" val="1"/>
              </a:ext>
            </a:extLst>
          </p:cNvPr>
          <p:cNvSpPr>
            <a:spLocks noChangeAspect="1"/>
          </p:cNvSpPr>
          <p:nvPr userDrawn="1"/>
        </p:nvSpPr>
        <p:spPr>
          <a:xfrm>
            <a:off x="1617510"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8" name="Circle 2">
            <a:extLst>
              <a:ext uri="{FF2B5EF4-FFF2-40B4-BE49-F238E27FC236}">
                <a16:creationId xmlns:a16="http://schemas.microsoft.com/office/drawing/2014/main" id="{7BAAD4BC-0817-8A5D-BF1C-5A19BBB08420}"/>
              </a:ext>
              <a:ext uri="{C183D7F6-B498-43B3-948B-1728B52AA6E4}">
                <adec:decorative xmlns:adec="http://schemas.microsoft.com/office/drawing/2017/decorative" val="1"/>
              </a:ext>
            </a:extLst>
          </p:cNvPr>
          <p:cNvSpPr>
            <a:spLocks noChangeAspect="1"/>
          </p:cNvSpPr>
          <p:nvPr userDrawn="1"/>
        </p:nvSpPr>
        <p:spPr>
          <a:xfrm>
            <a:off x="5273040" y="2148787"/>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0" name="Circle 3">
            <a:extLst>
              <a:ext uri="{FF2B5EF4-FFF2-40B4-BE49-F238E27FC236}">
                <a16:creationId xmlns:a16="http://schemas.microsoft.com/office/drawing/2014/main" id="{B9F0A1C2-9293-9ECB-5385-0B2AD64AD7A5}"/>
              </a:ext>
              <a:ext uri="{C183D7F6-B498-43B3-948B-1728B52AA6E4}">
                <adec:decorative xmlns:adec="http://schemas.microsoft.com/office/drawing/2017/decorative" val="1"/>
              </a:ext>
            </a:extLst>
          </p:cNvPr>
          <p:cNvSpPr>
            <a:spLocks noChangeAspect="1"/>
          </p:cNvSpPr>
          <p:nvPr userDrawn="1"/>
        </p:nvSpPr>
        <p:spPr>
          <a:xfrm>
            <a:off x="8928570"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6" name="Text Placeholder 15">
            <a:extLst>
              <a:ext uri="{FF2B5EF4-FFF2-40B4-BE49-F238E27FC236}">
                <a16:creationId xmlns:a16="http://schemas.microsoft.com/office/drawing/2014/main" id="{9EAB83EE-6A32-1369-F2F6-913B6A331327}"/>
              </a:ext>
            </a:extLst>
          </p:cNvPr>
          <p:cNvSpPr>
            <a:spLocks noGrp="1"/>
          </p:cNvSpPr>
          <p:nvPr>
            <p:ph type="body" sz="quarter" idx="10" hasCustomPrompt="1"/>
          </p:nvPr>
        </p:nvSpPr>
        <p:spPr>
          <a:xfrm>
            <a:off x="1061749" y="4035258"/>
            <a:ext cx="2756477" cy="1646238"/>
          </a:xfrm>
        </p:spPr>
        <p:txBody>
          <a:bodyPr/>
          <a:lstStyle>
            <a:lvl1pPr algn="ctr">
              <a:defRPr sz="2000"/>
            </a:lvl1pPr>
          </a:lstStyle>
          <a:p>
            <a:pPr lvl="0"/>
            <a:r>
              <a:rPr lang="en-US"/>
              <a:t>Insert text here</a:t>
            </a:r>
          </a:p>
        </p:txBody>
      </p:sp>
      <p:sp>
        <p:nvSpPr>
          <p:cNvPr id="17" name="Text Placeholder 15">
            <a:extLst>
              <a:ext uri="{FF2B5EF4-FFF2-40B4-BE49-F238E27FC236}">
                <a16:creationId xmlns:a16="http://schemas.microsoft.com/office/drawing/2014/main" id="{DFCE6524-5B57-D415-EF00-428976DA9275}"/>
              </a:ext>
            </a:extLst>
          </p:cNvPr>
          <p:cNvSpPr>
            <a:spLocks noGrp="1"/>
          </p:cNvSpPr>
          <p:nvPr>
            <p:ph type="body" sz="quarter" idx="11" hasCustomPrompt="1"/>
          </p:nvPr>
        </p:nvSpPr>
        <p:spPr>
          <a:xfrm>
            <a:off x="4717761" y="4035258"/>
            <a:ext cx="2756477" cy="1646238"/>
          </a:xfrm>
        </p:spPr>
        <p:txBody>
          <a:bodyPr/>
          <a:lstStyle>
            <a:lvl1pPr algn="ctr">
              <a:defRPr sz="2000"/>
            </a:lvl1pPr>
          </a:lstStyle>
          <a:p>
            <a:pPr lvl="0"/>
            <a:r>
              <a:rPr lang="en-US"/>
              <a:t>Insert text here</a:t>
            </a:r>
          </a:p>
        </p:txBody>
      </p:sp>
      <p:sp>
        <p:nvSpPr>
          <p:cNvPr id="18" name="Text Placeholder 15">
            <a:extLst>
              <a:ext uri="{FF2B5EF4-FFF2-40B4-BE49-F238E27FC236}">
                <a16:creationId xmlns:a16="http://schemas.microsoft.com/office/drawing/2014/main" id="{59D16BDF-7DF6-3EAE-19F3-5A9A7F02D912}"/>
              </a:ext>
            </a:extLst>
          </p:cNvPr>
          <p:cNvSpPr>
            <a:spLocks noGrp="1"/>
          </p:cNvSpPr>
          <p:nvPr>
            <p:ph type="body" sz="quarter" idx="12" hasCustomPrompt="1"/>
          </p:nvPr>
        </p:nvSpPr>
        <p:spPr>
          <a:xfrm>
            <a:off x="8373774" y="4035258"/>
            <a:ext cx="2756477" cy="1646238"/>
          </a:xfrm>
        </p:spPr>
        <p:txBody>
          <a:bodyPr/>
          <a:lstStyle>
            <a:lvl1pPr algn="ctr">
              <a:defRPr sz="2000"/>
            </a:lvl1pPr>
          </a:lstStyle>
          <a:p>
            <a:pPr lvl="0"/>
            <a:r>
              <a:rPr lang="en-US"/>
              <a:t>Insert text here</a:t>
            </a:r>
          </a:p>
        </p:txBody>
      </p:sp>
      <p:sp>
        <p:nvSpPr>
          <p:cNvPr id="20" name="Picture Placeholder 19">
            <a:extLst>
              <a:ext uri="{FF2B5EF4-FFF2-40B4-BE49-F238E27FC236}">
                <a16:creationId xmlns:a16="http://schemas.microsoft.com/office/drawing/2014/main" id="{95DD581F-9DB4-3882-B88C-960681216C10}"/>
              </a:ext>
            </a:extLst>
          </p:cNvPr>
          <p:cNvSpPr>
            <a:spLocks noGrp="1"/>
          </p:cNvSpPr>
          <p:nvPr>
            <p:ph type="pic" sz="quarter" idx="13"/>
          </p:nvPr>
        </p:nvSpPr>
        <p:spPr>
          <a:xfrm>
            <a:off x="2003186" y="2511552"/>
            <a:ext cx="874568" cy="874568"/>
          </a:xfrm>
        </p:spPr>
        <p:txBody>
          <a:bodyPr/>
          <a:lstStyle/>
          <a:p>
            <a:endParaRPr lang="en-US"/>
          </a:p>
        </p:txBody>
      </p:sp>
      <p:sp>
        <p:nvSpPr>
          <p:cNvPr id="21" name="Picture Placeholder 19">
            <a:extLst>
              <a:ext uri="{FF2B5EF4-FFF2-40B4-BE49-F238E27FC236}">
                <a16:creationId xmlns:a16="http://schemas.microsoft.com/office/drawing/2014/main" id="{FCA7AFAD-05DA-374F-A50C-CE80E41CA764}"/>
              </a:ext>
            </a:extLst>
          </p:cNvPr>
          <p:cNvSpPr>
            <a:spLocks noGrp="1"/>
          </p:cNvSpPr>
          <p:nvPr>
            <p:ph type="pic" sz="quarter" idx="14"/>
          </p:nvPr>
        </p:nvSpPr>
        <p:spPr>
          <a:xfrm>
            <a:off x="5658714" y="2511552"/>
            <a:ext cx="874568" cy="874568"/>
          </a:xfrm>
        </p:spPr>
        <p:txBody>
          <a:bodyPr/>
          <a:lstStyle/>
          <a:p>
            <a:endParaRPr lang="en-US"/>
          </a:p>
        </p:txBody>
      </p:sp>
      <p:sp>
        <p:nvSpPr>
          <p:cNvPr id="22" name="Picture Placeholder 19">
            <a:extLst>
              <a:ext uri="{FF2B5EF4-FFF2-40B4-BE49-F238E27FC236}">
                <a16:creationId xmlns:a16="http://schemas.microsoft.com/office/drawing/2014/main" id="{A31DFC0D-DF88-7C6F-0914-29FD37891AD4}"/>
              </a:ext>
            </a:extLst>
          </p:cNvPr>
          <p:cNvSpPr>
            <a:spLocks noGrp="1"/>
          </p:cNvSpPr>
          <p:nvPr>
            <p:ph type="pic" sz="quarter" idx="15"/>
          </p:nvPr>
        </p:nvSpPr>
        <p:spPr>
          <a:xfrm>
            <a:off x="9314245" y="2511552"/>
            <a:ext cx="874568" cy="874568"/>
          </a:xfrm>
        </p:spPr>
        <p:txBody>
          <a:bodyPr/>
          <a:lstStyle/>
          <a:p>
            <a:endParaRPr lang="en-US"/>
          </a:p>
        </p:txBody>
      </p:sp>
      <p:sp>
        <p:nvSpPr>
          <p:cNvPr id="2" name="TextBox 1">
            <a:extLst>
              <a:ext uri="{FF2B5EF4-FFF2-40B4-BE49-F238E27FC236}">
                <a16:creationId xmlns:a16="http://schemas.microsoft.com/office/drawing/2014/main" id="{25568A52-632A-2A74-38C6-9E9076856AF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915625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 points with icon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3" name="Circle 1">
            <a:extLst>
              <a:ext uri="{FF2B5EF4-FFF2-40B4-BE49-F238E27FC236}">
                <a16:creationId xmlns:a16="http://schemas.microsoft.com/office/drawing/2014/main" id="{2D2FEE4E-FBC5-B3DC-CD8B-8DC3FCAC42C9}"/>
              </a:ext>
              <a:ext uri="{C183D7F6-B498-43B3-948B-1728B52AA6E4}">
                <adec:decorative xmlns:adec="http://schemas.microsoft.com/office/drawing/2017/decorative" val="1"/>
              </a:ext>
            </a:extLst>
          </p:cNvPr>
          <p:cNvSpPr>
            <a:spLocks noChangeAspect="1"/>
          </p:cNvSpPr>
          <p:nvPr userDrawn="1"/>
        </p:nvSpPr>
        <p:spPr>
          <a:xfrm>
            <a:off x="1046887"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8" name="Circle 2">
            <a:extLst>
              <a:ext uri="{FF2B5EF4-FFF2-40B4-BE49-F238E27FC236}">
                <a16:creationId xmlns:a16="http://schemas.microsoft.com/office/drawing/2014/main" id="{7BAAD4BC-0817-8A5D-BF1C-5A19BBB08420}"/>
              </a:ext>
              <a:ext uri="{C183D7F6-B498-43B3-948B-1728B52AA6E4}">
                <adec:decorative xmlns:adec="http://schemas.microsoft.com/office/drawing/2017/decorative" val="1"/>
              </a:ext>
            </a:extLst>
          </p:cNvPr>
          <p:cNvSpPr>
            <a:spLocks noChangeAspect="1"/>
          </p:cNvSpPr>
          <p:nvPr userDrawn="1"/>
        </p:nvSpPr>
        <p:spPr>
          <a:xfrm>
            <a:off x="3850962" y="2148787"/>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0" name="Circle 3">
            <a:extLst>
              <a:ext uri="{FF2B5EF4-FFF2-40B4-BE49-F238E27FC236}">
                <a16:creationId xmlns:a16="http://schemas.microsoft.com/office/drawing/2014/main" id="{B9F0A1C2-9293-9ECB-5385-0B2AD64AD7A5}"/>
              </a:ext>
              <a:ext uri="{C183D7F6-B498-43B3-948B-1728B52AA6E4}">
                <adec:decorative xmlns:adec="http://schemas.microsoft.com/office/drawing/2017/decorative" val="1"/>
              </a:ext>
            </a:extLst>
          </p:cNvPr>
          <p:cNvSpPr>
            <a:spLocks noChangeAspect="1"/>
          </p:cNvSpPr>
          <p:nvPr userDrawn="1"/>
        </p:nvSpPr>
        <p:spPr>
          <a:xfrm>
            <a:off x="6655036"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6" name="Text Placeholder 15">
            <a:extLst>
              <a:ext uri="{FF2B5EF4-FFF2-40B4-BE49-F238E27FC236}">
                <a16:creationId xmlns:a16="http://schemas.microsoft.com/office/drawing/2014/main" id="{9EAB83EE-6A32-1369-F2F6-913B6A331327}"/>
              </a:ext>
            </a:extLst>
          </p:cNvPr>
          <p:cNvSpPr>
            <a:spLocks noGrp="1"/>
          </p:cNvSpPr>
          <p:nvPr>
            <p:ph type="body" sz="quarter" idx="10" hasCustomPrompt="1"/>
          </p:nvPr>
        </p:nvSpPr>
        <p:spPr>
          <a:xfrm>
            <a:off x="616420" y="4035258"/>
            <a:ext cx="2505888" cy="1646238"/>
          </a:xfrm>
        </p:spPr>
        <p:txBody>
          <a:bodyPr/>
          <a:lstStyle>
            <a:lvl1pPr algn="ctr">
              <a:defRPr sz="1800"/>
            </a:lvl1pPr>
          </a:lstStyle>
          <a:p>
            <a:pPr lvl="0"/>
            <a:r>
              <a:rPr lang="en-US"/>
              <a:t>Insert text here</a:t>
            </a:r>
          </a:p>
        </p:txBody>
      </p:sp>
      <p:sp>
        <p:nvSpPr>
          <p:cNvPr id="17" name="Text Placeholder 15">
            <a:extLst>
              <a:ext uri="{FF2B5EF4-FFF2-40B4-BE49-F238E27FC236}">
                <a16:creationId xmlns:a16="http://schemas.microsoft.com/office/drawing/2014/main" id="{DFCE6524-5B57-D415-EF00-428976DA9275}"/>
              </a:ext>
            </a:extLst>
          </p:cNvPr>
          <p:cNvSpPr>
            <a:spLocks noGrp="1"/>
          </p:cNvSpPr>
          <p:nvPr>
            <p:ph type="body" sz="quarter" idx="11" hasCustomPrompt="1"/>
          </p:nvPr>
        </p:nvSpPr>
        <p:spPr>
          <a:xfrm>
            <a:off x="3420977" y="4035258"/>
            <a:ext cx="2505888" cy="1646238"/>
          </a:xfrm>
        </p:spPr>
        <p:txBody>
          <a:bodyPr/>
          <a:lstStyle>
            <a:lvl1pPr algn="ctr">
              <a:defRPr sz="1800"/>
            </a:lvl1pPr>
          </a:lstStyle>
          <a:p>
            <a:pPr lvl="0"/>
            <a:r>
              <a:rPr lang="en-US"/>
              <a:t>Insert text here</a:t>
            </a:r>
          </a:p>
        </p:txBody>
      </p:sp>
      <p:sp>
        <p:nvSpPr>
          <p:cNvPr id="18" name="Text Placeholder 15">
            <a:extLst>
              <a:ext uri="{FF2B5EF4-FFF2-40B4-BE49-F238E27FC236}">
                <a16:creationId xmlns:a16="http://schemas.microsoft.com/office/drawing/2014/main" id="{59D16BDF-7DF6-3EAE-19F3-5A9A7F02D912}"/>
              </a:ext>
            </a:extLst>
          </p:cNvPr>
          <p:cNvSpPr>
            <a:spLocks noGrp="1"/>
          </p:cNvSpPr>
          <p:nvPr>
            <p:ph type="body" sz="quarter" idx="12" hasCustomPrompt="1"/>
          </p:nvPr>
        </p:nvSpPr>
        <p:spPr>
          <a:xfrm>
            <a:off x="6225534" y="4035258"/>
            <a:ext cx="2505888" cy="1646238"/>
          </a:xfrm>
        </p:spPr>
        <p:txBody>
          <a:bodyPr/>
          <a:lstStyle>
            <a:lvl1pPr algn="ctr">
              <a:defRPr sz="1800"/>
            </a:lvl1pPr>
          </a:lstStyle>
          <a:p>
            <a:pPr lvl="0"/>
            <a:r>
              <a:rPr lang="en-US"/>
              <a:t>Insert text here</a:t>
            </a:r>
          </a:p>
        </p:txBody>
      </p:sp>
      <p:sp>
        <p:nvSpPr>
          <p:cNvPr id="20" name="Picture Placeholder 19">
            <a:extLst>
              <a:ext uri="{FF2B5EF4-FFF2-40B4-BE49-F238E27FC236}">
                <a16:creationId xmlns:a16="http://schemas.microsoft.com/office/drawing/2014/main" id="{95DD581F-9DB4-3882-B88C-960681216C10}"/>
              </a:ext>
            </a:extLst>
          </p:cNvPr>
          <p:cNvSpPr>
            <a:spLocks noGrp="1"/>
          </p:cNvSpPr>
          <p:nvPr>
            <p:ph type="pic" sz="quarter" idx="13"/>
          </p:nvPr>
        </p:nvSpPr>
        <p:spPr>
          <a:xfrm>
            <a:off x="1432563" y="2511552"/>
            <a:ext cx="874568" cy="874568"/>
          </a:xfrm>
        </p:spPr>
        <p:txBody>
          <a:bodyPr/>
          <a:lstStyle/>
          <a:p>
            <a:endParaRPr lang="en-US"/>
          </a:p>
        </p:txBody>
      </p:sp>
      <p:sp>
        <p:nvSpPr>
          <p:cNvPr id="21" name="Picture Placeholder 19">
            <a:extLst>
              <a:ext uri="{FF2B5EF4-FFF2-40B4-BE49-F238E27FC236}">
                <a16:creationId xmlns:a16="http://schemas.microsoft.com/office/drawing/2014/main" id="{FCA7AFAD-05DA-374F-A50C-CE80E41CA764}"/>
              </a:ext>
            </a:extLst>
          </p:cNvPr>
          <p:cNvSpPr>
            <a:spLocks noGrp="1"/>
          </p:cNvSpPr>
          <p:nvPr>
            <p:ph type="pic" sz="quarter" idx="14"/>
          </p:nvPr>
        </p:nvSpPr>
        <p:spPr>
          <a:xfrm>
            <a:off x="4236636" y="2511552"/>
            <a:ext cx="874568" cy="874568"/>
          </a:xfrm>
        </p:spPr>
        <p:txBody>
          <a:bodyPr/>
          <a:lstStyle/>
          <a:p>
            <a:endParaRPr lang="en-US"/>
          </a:p>
        </p:txBody>
      </p:sp>
      <p:sp>
        <p:nvSpPr>
          <p:cNvPr id="22" name="Picture Placeholder 19">
            <a:extLst>
              <a:ext uri="{FF2B5EF4-FFF2-40B4-BE49-F238E27FC236}">
                <a16:creationId xmlns:a16="http://schemas.microsoft.com/office/drawing/2014/main" id="{A31DFC0D-DF88-7C6F-0914-29FD37891AD4}"/>
              </a:ext>
            </a:extLst>
          </p:cNvPr>
          <p:cNvSpPr>
            <a:spLocks noGrp="1"/>
          </p:cNvSpPr>
          <p:nvPr>
            <p:ph type="pic" sz="quarter" idx="15"/>
          </p:nvPr>
        </p:nvSpPr>
        <p:spPr>
          <a:xfrm>
            <a:off x="7040711" y="2511552"/>
            <a:ext cx="874568" cy="874568"/>
          </a:xfrm>
        </p:spPr>
        <p:txBody>
          <a:bodyPr/>
          <a:lstStyle/>
          <a:p>
            <a:endParaRPr lang="en-US"/>
          </a:p>
        </p:txBody>
      </p:sp>
      <p:sp>
        <p:nvSpPr>
          <p:cNvPr id="2" name="Circle 3">
            <a:extLst>
              <a:ext uri="{FF2B5EF4-FFF2-40B4-BE49-F238E27FC236}">
                <a16:creationId xmlns:a16="http://schemas.microsoft.com/office/drawing/2014/main" id="{E9C12AA0-0A8B-986E-CD15-7E4EE55C7844}"/>
              </a:ext>
              <a:ext uri="{C183D7F6-B498-43B3-948B-1728B52AA6E4}">
                <adec:decorative xmlns:adec="http://schemas.microsoft.com/office/drawing/2017/decorative" val="1"/>
              </a:ext>
            </a:extLst>
          </p:cNvPr>
          <p:cNvSpPr>
            <a:spLocks noChangeAspect="1"/>
          </p:cNvSpPr>
          <p:nvPr userDrawn="1"/>
        </p:nvSpPr>
        <p:spPr>
          <a:xfrm>
            <a:off x="9459593"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4" name="Text Placeholder 15">
            <a:extLst>
              <a:ext uri="{FF2B5EF4-FFF2-40B4-BE49-F238E27FC236}">
                <a16:creationId xmlns:a16="http://schemas.microsoft.com/office/drawing/2014/main" id="{C8175BF1-55BE-2DB4-7AB3-209AB5572085}"/>
              </a:ext>
            </a:extLst>
          </p:cNvPr>
          <p:cNvSpPr>
            <a:spLocks noGrp="1"/>
          </p:cNvSpPr>
          <p:nvPr>
            <p:ph type="body" sz="quarter" idx="16" hasCustomPrompt="1"/>
          </p:nvPr>
        </p:nvSpPr>
        <p:spPr>
          <a:xfrm>
            <a:off x="9030091" y="4035258"/>
            <a:ext cx="2505888" cy="1646238"/>
          </a:xfrm>
        </p:spPr>
        <p:txBody>
          <a:bodyPr/>
          <a:lstStyle>
            <a:lvl1pPr algn="ctr">
              <a:defRPr sz="1800"/>
            </a:lvl1pPr>
          </a:lstStyle>
          <a:p>
            <a:pPr lvl="0"/>
            <a:r>
              <a:rPr lang="en-US"/>
              <a:t>Insert text here</a:t>
            </a:r>
          </a:p>
        </p:txBody>
      </p:sp>
      <p:sp>
        <p:nvSpPr>
          <p:cNvPr id="5" name="Picture Placeholder 19">
            <a:extLst>
              <a:ext uri="{FF2B5EF4-FFF2-40B4-BE49-F238E27FC236}">
                <a16:creationId xmlns:a16="http://schemas.microsoft.com/office/drawing/2014/main" id="{AA0070F8-4F4C-5057-9426-9D9895618D3B}"/>
              </a:ext>
            </a:extLst>
          </p:cNvPr>
          <p:cNvSpPr>
            <a:spLocks noGrp="1"/>
          </p:cNvSpPr>
          <p:nvPr>
            <p:ph type="pic" sz="quarter" idx="17"/>
          </p:nvPr>
        </p:nvSpPr>
        <p:spPr>
          <a:xfrm>
            <a:off x="9845268" y="2511552"/>
            <a:ext cx="874568" cy="874568"/>
          </a:xfrm>
        </p:spPr>
        <p:txBody>
          <a:bodyPr/>
          <a:lstStyle/>
          <a:p>
            <a:endParaRPr lang="en-US"/>
          </a:p>
        </p:txBody>
      </p:sp>
      <p:sp>
        <p:nvSpPr>
          <p:cNvPr id="7" name="TextBox 6">
            <a:extLst>
              <a:ext uri="{FF2B5EF4-FFF2-40B4-BE49-F238E27FC236}">
                <a16:creationId xmlns:a16="http://schemas.microsoft.com/office/drawing/2014/main" id="{10B0A5B0-17D0-F0F8-684E-271E1427A1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5920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 Points with Icons,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05AB74B8-17DA-C8EF-314A-45BA513DC4C0}"/>
              </a:ext>
            </a:extLst>
          </p:cNvPr>
          <p:cNvPicPr>
            <a:picLocks noChangeAspect="1"/>
          </p:cNvPicPr>
          <p:nvPr userDrawn="1"/>
        </p:nvPicPr>
        <p:blipFill>
          <a:blip r:embed="rId2">
            <a:extLst>
              <a:ext uri="{96DAC541-7B7A-43D3-8B79-37D633B846F1}">
                <asvg:svgBlip xmlns:asvg="http://schemas.microsoft.com/office/drawing/2016/SVG/main" r:embed="rId3"/>
              </a:ext>
            </a:extLst>
          </a:blip>
          <a:srcRect t="15871" r="14036"/>
          <a:stretch>
            <a:fillRect/>
          </a:stretch>
        </p:blipFill>
        <p:spPr>
          <a:xfrm rot="1317615">
            <a:off x="9912214" y="-220034"/>
            <a:ext cx="2937152" cy="2874453"/>
          </a:xfrm>
          <a:custGeom>
            <a:avLst/>
            <a:gdLst>
              <a:gd name="connsiteX0" fmla="*/ 0 w 2937152"/>
              <a:gd name="connsiteY0" fmla="*/ 716971 h 2874453"/>
              <a:gd name="connsiteX1" fmla="*/ 1778117 w 2937152"/>
              <a:gd name="connsiteY1" fmla="*/ 0 h 2874453"/>
              <a:gd name="connsiteX2" fmla="*/ 2937152 w 2937152"/>
              <a:gd name="connsiteY2" fmla="*/ 2874453 h 2874453"/>
              <a:gd name="connsiteX3" fmla="*/ 0 w 2937152"/>
              <a:gd name="connsiteY3" fmla="*/ 2874453 h 2874453"/>
            </a:gdLst>
            <a:ahLst/>
            <a:cxnLst>
              <a:cxn ang="0">
                <a:pos x="connsiteX0" y="connsiteY0"/>
              </a:cxn>
              <a:cxn ang="0">
                <a:pos x="connsiteX1" y="connsiteY1"/>
              </a:cxn>
              <a:cxn ang="0">
                <a:pos x="connsiteX2" y="connsiteY2"/>
              </a:cxn>
              <a:cxn ang="0">
                <a:pos x="connsiteX3" y="connsiteY3"/>
              </a:cxn>
            </a:cxnLst>
            <a:rect l="l" t="t" r="r" b="b"/>
            <a:pathLst>
              <a:path w="2937152" h="2874453">
                <a:moveTo>
                  <a:pt x="0" y="716971"/>
                </a:moveTo>
                <a:lnTo>
                  <a:pt x="1778117" y="0"/>
                </a:lnTo>
                <a:lnTo>
                  <a:pt x="2937152" y="2874453"/>
                </a:lnTo>
                <a:lnTo>
                  <a:pt x="0" y="2874453"/>
                </a:lnTo>
                <a:close/>
              </a:path>
            </a:pathLst>
          </a:custGeom>
        </p:spPr>
      </p:pic>
      <p:pic>
        <p:nvPicPr>
          <p:cNvPr id="3" name="Graphic 2">
            <a:extLst>
              <a:ext uri="{FF2B5EF4-FFF2-40B4-BE49-F238E27FC236}">
                <a16:creationId xmlns:a16="http://schemas.microsoft.com/office/drawing/2014/main" id="{5402E171-9F98-3BAC-E00D-0DD28EBC36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14840"/>
          <a:stretch>
            <a:fillRect/>
          </a:stretch>
        </p:blipFill>
        <p:spPr>
          <a:xfrm rot="4142673">
            <a:off x="9323582" y="-10548"/>
            <a:ext cx="3629420" cy="3090804"/>
          </a:xfrm>
          <a:custGeom>
            <a:avLst/>
            <a:gdLst>
              <a:gd name="connsiteX0" fmla="*/ 0 w 3629420"/>
              <a:gd name="connsiteY0" fmla="*/ 1992302 h 3090804"/>
              <a:gd name="connsiteX1" fmla="*/ 762996 w 3629420"/>
              <a:gd name="connsiteY1" fmla="*/ 0 h 3090804"/>
              <a:gd name="connsiteX2" fmla="*/ 3629420 w 3629420"/>
              <a:gd name="connsiteY2" fmla="*/ 1097760 h 3090804"/>
              <a:gd name="connsiteX3" fmla="*/ 3629420 w 3629420"/>
              <a:gd name="connsiteY3" fmla="*/ 3090804 h 3090804"/>
              <a:gd name="connsiteX4" fmla="*/ 0 w 3629420"/>
              <a:gd name="connsiteY4" fmla="*/ 3090804 h 3090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20" h="3090804">
                <a:moveTo>
                  <a:pt x="0" y="1992302"/>
                </a:moveTo>
                <a:lnTo>
                  <a:pt x="762996" y="0"/>
                </a:lnTo>
                <a:lnTo>
                  <a:pt x="3629420" y="1097760"/>
                </a:lnTo>
                <a:lnTo>
                  <a:pt x="3629420" y="3090804"/>
                </a:lnTo>
                <a:lnTo>
                  <a:pt x="0" y="3090804"/>
                </a:lnTo>
                <a:close/>
              </a:path>
            </a:pathLst>
          </a:custGeom>
        </p:spPr>
      </p:pic>
      <p:sp>
        <p:nvSpPr>
          <p:cNvPr id="15" name="Freeform 14">
            <a:extLst>
              <a:ext uri="{FF2B5EF4-FFF2-40B4-BE49-F238E27FC236}">
                <a16:creationId xmlns:a16="http://schemas.microsoft.com/office/drawing/2014/main" id="{ED329949-0D1E-7700-E653-8B9945E8BCD7}"/>
              </a:ext>
            </a:extLst>
          </p:cNvPr>
          <p:cNvSpPr/>
          <p:nvPr userDrawn="1"/>
        </p:nvSpPr>
        <p:spPr>
          <a:xfrm rot="20072788">
            <a:off x="11356499" y="2236239"/>
            <a:ext cx="1266880" cy="1765544"/>
          </a:xfrm>
          <a:custGeom>
            <a:avLst/>
            <a:gdLst>
              <a:gd name="connsiteX0" fmla="*/ 1266880 w 1266880"/>
              <a:gd name="connsiteY0" fmla="*/ 53157 h 1765544"/>
              <a:gd name="connsiteX1" fmla="*/ 451817 w 1266880"/>
              <a:gd name="connsiteY1" fmla="*/ 1765544 h 1765544"/>
              <a:gd name="connsiteX2" fmla="*/ 421037 w 1266880"/>
              <a:gd name="connsiteY2" fmla="*/ 1746844 h 1765544"/>
              <a:gd name="connsiteX3" fmla="*/ 0 w 1266880"/>
              <a:gd name="connsiteY3" fmla="*/ 954969 h 1765544"/>
              <a:gd name="connsiteX4" fmla="*/ 954968 w 1266880"/>
              <a:gd name="connsiteY4" fmla="*/ 0 h 1765544"/>
              <a:gd name="connsiteX5" fmla="*/ 1238947 w 1266880"/>
              <a:gd name="connsiteY5" fmla="*/ 42934 h 1765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6880" h="1765544">
                <a:moveTo>
                  <a:pt x="1266880" y="53157"/>
                </a:moveTo>
                <a:lnTo>
                  <a:pt x="451817" y="1765544"/>
                </a:lnTo>
                <a:lnTo>
                  <a:pt x="421037" y="1746844"/>
                </a:lnTo>
                <a:cubicBezTo>
                  <a:pt x="167013" y="1575230"/>
                  <a:pt x="0" y="1284603"/>
                  <a:pt x="0" y="954969"/>
                </a:cubicBezTo>
                <a:cubicBezTo>
                  <a:pt x="0" y="427554"/>
                  <a:pt x="427554" y="0"/>
                  <a:pt x="954968" y="0"/>
                </a:cubicBezTo>
                <a:cubicBezTo>
                  <a:pt x="1053859" y="0"/>
                  <a:pt x="1149238" y="15031"/>
                  <a:pt x="1238947" y="4293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15B9CE71-14F5-11F0-2459-30F8702462E6}"/>
              </a:ext>
            </a:extLst>
          </p:cNvPr>
          <p:cNvSpPr/>
          <p:nvPr userDrawn="1"/>
        </p:nvSpPr>
        <p:spPr>
          <a:xfrm rot="1317615">
            <a:off x="11544402" y="2025417"/>
            <a:ext cx="785179" cy="890029"/>
          </a:xfrm>
          <a:custGeom>
            <a:avLst/>
            <a:gdLst>
              <a:gd name="connsiteX0" fmla="*/ 502496 w 785179"/>
              <a:gd name="connsiteY0" fmla="*/ 0 h 890029"/>
              <a:gd name="connsiteX1" fmla="*/ 785179 w 785179"/>
              <a:gd name="connsiteY1" fmla="*/ 701064 h 890029"/>
              <a:gd name="connsiteX2" fmla="*/ 768993 w 785179"/>
              <a:gd name="connsiteY2" fmla="*/ 711204 h 890029"/>
              <a:gd name="connsiteX3" fmla="*/ 45793 w 785179"/>
              <a:gd name="connsiteY3" fmla="*/ 886834 h 890029"/>
              <a:gd name="connsiteX4" fmla="*/ 1838 w 785179"/>
              <a:gd name="connsiteY4" fmla="*/ 890029 h 890029"/>
              <a:gd name="connsiteX5" fmla="*/ 853 w 785179"/>
              <a:gd name="connsiteY5" fmla="*/ 879082 h 890029"/>
              <a:gd name="connsiteX6" fmla="*/ 251869 w 785179"/>
              <a:gd name="connsiteY6" fmla="*/ 192635 h 890029"/>
              <a:gd name="connsiteX7" fmla="*/ 455454 w 785179"/>
              <a:gd name="connsiteY7" fmla="*/ 24667 h 89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179" h="890029">
                <a:moveTo>
                  <a:pt x="502496" y="0"/>
                </a:moveTo>
                <a:lnTo>
                  <a:pt x="785179" y="701064"/>
                </a:lnTo>
                <a:lnTo>
                  <a:pt x="768993" y="711204"/>
                </a:lnTo>
                <a:cubicBezTo>
                  <a:pt x="593368" y="809261"/>
                  <a:pt x="361541" y="859151"/>
                  <a:pt x="45793" y="886834"/>
                </a:cubicBezTo>
                <a:lnTo>
                  <a:pt x="1838" y="890029"/>
                </a:lnTo>
                <a:lnTo>
                  <a:pt x="853" y="879082"/>
                </a:lnTo>
                <a:cubicBezTo>
                  <a:pt x="-9441" y="634901"/>
                  <a:pt x="73419" y="386792"/>
                  <a:pt x="251869" y="192635"/>
                </a:cubicBezTo>
                <a:cubicBezTo>
                  <a:pt x="313212" y="125894"/>
                  <a:pt x="381857" y="69871"/>
                  <a:pt x="455454" y="24667"/>
                </a:cubicBezTo>
                <a:close/>
              </a:path>
            </a:pathLst>
          </a:custGeom>
          <a:solidFill>
            <a:schemeClr val="accent1"/>
          </a:solidFill>
          <a:ln w="20346" cap="flat">
            <a:noFill/>
            <a:prstDash val="solid"/>
            <a:miter/>
          </a:ln>
        </p:spPr>
        <p:txBody>
          <a:bodyPr wrap="square" rtlCol="0" anchor="ctr">
            <a:noAutofit/>
          </a:bodyPr>
          <a:lstStyle/>
          <a:p>
            <a:endParaRPr lang="en-US"/>
          </a:p>
        </p:txBody>
      </p:sp>
      <p:sp>
        <p:nvSpPr>
          <p:cNvPr id="28" name="Rounded Rectangle 27">
            <a:extLst>
              <a:ext uri="{FF2B5EF4-FFF2-40B4-BE49-F238E27FC236}">
                <a16:creationId xmlns:a16="http://schemas.microsoft.com/office/drawing/2014/main" id="{979D2BC2-0D8C-B652-8436-261012D48C76}"/>
              </a:ext>
            </a:extLst>
          </p:cNvPr>
          <p:cNvSpPr/>
          <p:nvPr userDrawn="1"/>
        </p:nvSpPr>
        <p:spPr>
          <a:xfrm>
            <a:off x="616420" y="1740856"/>
            <a:ext cx="4587331" cy="2021306"/>
          </a:xfrm>
          <a:prstGeom prst="roundRect">
            <a:avLst>
              <a:gd name="adj" fmla="val 847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12B0EAAB-7A68-5044-B1D5-78358B61A99B}"/>
              </a:ext>
            </a:extLst>
          </p:cNvPr>
          <p:cNvSpPr>
            <a:spLocks noGrp="1"/>
          </p:cNvSpPr>
          <p:nvPr userDrawn="1">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16" name="Text Placeholder 15">
            <a:extLst>
              <a:ext uri="{FF2B5EF4-FFF2-40B4-BE49-F238E27FC236}">
                <a16:creationId xmlns:a16="http://schemas.microsoft.com/office/drawing/2014/main" id="{9EAB83EE-6A32-1369-F2F6-913B6A331327}"/>
              </a:ext>
            </a:extLst>
          </p:cNvPr>
          <p:cNvSpPr>
            <a:spLocks noGrp="1"/>
          </p:cNvSpPr>
          <p:nvPr userDrawn="1">
            <p:ph type="body" sz="quarter" idx="10" hasCustomPrompt="1"/>
          </p:nvPr>
        </p:nvSpPr>
        <p:spPr>
          <a:xfrm>
            <a:off x="1705099" y="2031186"/>
            <a:ext cx="3148695" cy="1307270"/>
          </a:xfrm>
        </p:spPr>
        <p:txBody>
          <a:bodyPr/>
          <a:lstStyle>
            <a:lvl1pPr algn="l">
              <a:defRPr sz="1800"/>
            </a:lvl1pPr>
          </a:lstStyle>
          <a:p>
            <a:pPr lvl="0"/>
            <a:r>
              <a:rPr lang="en-US"/>
              <a:t>Insert text here</a:t>
            </a:r>
          </a:p>
        </p:txBody>
      </p:sp>
      <p:sp>
        <p:nvSpPr>
          <p:cNvPr id="20" name="Picture Placeholder 19">
            <a:extLst>
              <a:ext uri="{FF2B5EF4-FFF2-40B4-BE49-F238E27FC236}">
                <a16:creationId xmlns:a16="http://schemas.microsoft.com/office/drawing/2014/main" id="{95DD581F-9DB4-3882-B88C-960681216C10}"/>
              </a:ext>
            </a:extLst>
          </p:cNvPr>
          <p:cNvSpPr>
            <a:spLocks noGrp="1"/>
          </p:cNvSpPr>
          <p:nvPr userDrawn="1">
            <p:ph type="pic" sz="quarter" idx="13"/>
          </p:nvPr>
        </p:nvSpPr>
        <p:spPr>
          <a:xfrm>
            <a:off x="889893" y="2030583"/>
            <a:ext cx="620748" cy="620748"/>
          </a:xfrm>
        </p:spPr>
        <p:txBody>
          <a:bodyPr/>
          <a:lstStyle/>
          <a:p>
            <a:endParaRPr lang="en-US"/>
          </a:p>
        </p:txBody>
      </p:sp>
      <p:sp>
        <p:nvSpPr>
          <p:cNvPr id="29" name="Rounded Rectangle 28">
            <a:extLst>
              <a:ext uri="{FF2B5EF4-FFF2-40B4-BE49-F238E27FC236}">
                <a16:creationId xmlns:a16="http://schemas.microsoft.com/office/drawing/2014/main" id="{FBEE6D65-1B2A-1880-BD2A-0D94045CA303}"/>
              </a:ext>
            </a:extLst>
          </p:cNvPr>
          <p:cNvSpPr/>
          <p:nvPr userDrawn="1"/>
        </p:nvSpPr>
        <p:spPr>
          <a:xfrm>
            <a:off x="5398209" y="1742714"/>
            <a:ext cx="4587331" cy="2021306"/>
          </a:xfrm>
          <a:prstGeom prst="roundRect">
            <a:avLst>
              <a:gd name="adj" fmla="val 715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15">
            <a:extLst>
              <a:ext uri="{FF2B5EF4-FFF2-40B4-BE49-F238E27FC236}">
                <a16:creationId xmlns:a16="http://schemas.microsoft.com/office/drawing/2014/main" id="{B475E88A-D6B5-C8BE-DEC5-A0AAB65DD956}"/>
              </a:ext>
            </a:extLst>
          </p:cNvPr>
          <p:cNvSpPr>
            <a:spLocks noGrp="1"/>
          </p:cNvSpPr>
          <p:nvPr userDrawn="1">
            <p:ph type="body" sz="quarter" idx="14" hasCustomPrompt="1"/>
          </p:nvPr>
        </p:nvSpPr>
        <p:spPr>
          <a:xfrm>
            <a:off x="6486888" y="2033044"/>
            <a:ext cx="3148695" cy="1307270"/>
          </a:xfrm>
        </p:spPr>
        <p:txBody>
          <a:bodyPr/>
          <a:lstStyle>
            <a:lvl1pPr algn="l">
              <a:defRPr sz="1800"/>
            </a:lvl1pPr>
          </a:lstStyle>
          <a:p>
            <a:pPr lvl="0"/>
            <a:r>
              <a:rPr lang="en-US"/>
              <a:t>Insert text here</a:t>
            </a:r>
          </a:p>
        </p:txBody>
      </p:sp>
      <p:sp>
        <p:nvSpPr>
          <p:cNvPr id="31" name="Picture Placeholder 19">
            <a:extLst>
              <a:ext uri="{FF2B5EF4-FFF2-40B4-BE49-F238E27FC236}">
                <a16:creationId xmlns:a16="http://schemas.microsoft.com/office/drawing/2014/main" id="{ECFEE751-47D9-E4A4-F272-059A3265025F}"/>
              </a:ext>
            </a:extLst>
          </p:cNvPr>
          <p:cNvSpPr>
            <a:spLocks noGrp="1"/>
          </p:cNvSpPr>
          <p:nvPr userDrawn="1">
            <p:ph type="pic" sz="quarter" idx="15"/>
          </p:nvPr>
        </p:nvSpPr>
        <p:spPr>
          <a:xfrm>
            <a:off x="5671682" y="2032441"/>
            <a:ext cx="620748" cy="620748"/>
          </a:xfrm>
        </p:spPr>
        <p:txBody>
          <a:bodyPr/>
          <a:lstStyle/>
          <a:p>
            <a:endParaRPr lang="en-US"/>
          </a:p>
        </p:txBody>
      </p:sp>
      <p:sp>
        <p:nvSpPr>
          <p:cNvPr id="32" name="Rounded Rectangle 31">
            <a:extLst>
              <a:ext uri="{FF2B5EF4-FFF2-40B4-BE49-F238E27FC236}">
                <a16:creationId xmlns:a16="http://schemas.microsoft.com/office/drawing/2014/main" id="{35C40328-CA35-1192-17A9-82A16CC566FD}"/>
              </a:ext>
            </a:extLst>
          </p:cNvPr>
          <p:cNvSpPr/>
          <p:nvPr userDrawn="1"/>
        </p:nvSpPr>
        <p:spPr>
          <a:xfrm>
            <a:off x="616420" y="3975742"/>
            <a:ext cx="4587331" cy="2021306"/>
          </a:xfrm>
          <a:prstGeom prst="roundRect">
            <a:avLst>
              <a:gd name="adj" fmla="val 847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15">
            <a:extLst>
              <a:ext uri="{FF2B5EF4-FFF2-40B4-BE49-F238E27FC236}">
                <a16:creationId xmlns:a16="http://schemas.microsoft.com/office/drawing/2014/main" id="{8ED09B0B-05BB-673C-53F3-3886A59564EA}"/>
              </a:ext>
            </a:extLst>
          </p:cNvPr>
          <p:cNvSpPr>
            <a:spLocks noGrp="1"/>
          </p:cNvSpPr>
          <p:nvPr userDrawn="1">
            <p:ph type="body" sz="quarter" idx="16" hasCustomPrompt="1"/>
          </p:nvPr>
        </p:nvSpPr>
        <p:spPr>
          <a:xfrm>
            <a:off x="1705099" y="4266072"/>
            <a:ext cx="3148695" cy="1307270"/>
          </a:xfrm>
        </p:spPr>
        <p:txBody>
          <a:bodyPr/>
          <a:lstStyle>
            <a:lvl1pPr algn="l">
              <a:defRPr sz="1800"/>
            </a:lvl1pPr>
          </a:lstStyle>
          <a:p>
            <a:pPr lvl="0"/>
            <a:r>
              <a:rPr lang="en-US"/>
              <a:t>Insert text here</a:t>
            </a:r>
          </a:p>
        </p:txBody>
      </p:sp>
      <p:sp>
        <p:nvSpPr>
          <p:cNvPr id="34" name="Picture Placeholder 19">
            <a:extLst>
              <a:ext uri="{FF2B5EF4-FFF2-40B4-BE49-F238E27FC236}">
                <a16:creationId xmlns:a16="http://schemas.microsoft.com/office/drawing/2014/main" id="{CD8D20DA-2A65-AE3B-3A14-2A402CAA48AF}"/>
              </a:ext>
            </a:extLst>
          </p:cNvPr>
          <p:cNvSpPr>
            <a:spLocks noGrp="1"/>
          </p:cNvSpPr>
          <p:nvPr userDrawn="1">
            <p:ph type="pic" sz="quarter" idx="17"/>
          </p:nvPr>
        </p:nvSpPr>
        <p:spPr>
          <a:xfrm>
            <a:off x="889893" y="4265469"/>
            <a:ext cx="620748" cy="620748"/>
          </a:xfrm>
        </p:spPr>
        <p:txBody>
          <a:bodyPr/>
          <a:lstStyle/>
          <a:p>
            <a:endParaRPr lang="en-US"/>
          </a:p>
        </p:txBody>
      </p:sp>
      <p:sp>
        <p:nvSpPr>
          <p:cNvPr id="35" name="Rounded Rectangle 34">
            <a:extLst>
              <a:ext uri="{FF2B5EF4-FFF2-40B4-BE49-F238E27FC236}">
                <a16:creationId xmlns:a16="http://schemas.microsoft.com/office/drawing/2014/main" id="{96EDF8EA-F1A9-0422-5AE1-615CE6F636A9}"/>
              </a:ext>
            </a:extLst>
          </p:cNvPr>
          <p:cNvSpPr/>
          <p:nvPr userDrawn="1"/>
        </p:nvSpPr>
        <p:spPr>
          <a:xfrm>
            <a:off x="5398209" y="3977600"/>
            <a:ext cx="4587331" cy="2021306"/>
          </a:xfrm>
          <a:prstGeom prst="roundRect">
            <a:avLst>
              <a:gd name="adj" fmla="val 80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15">
            <a:extLst>
              <a:ext uri="{FF2B5EF4-FFF2-40B4-BE49-F238E27FC236}">
                <a16:creationId xmlns:a16="http://schemas.microsoft.com/office/drawing/2014/main" id="{8B6E50C4-AFAF-ED0A-D890-2DCAE45E290A}"/>
              </a:ext>
            </a:extLst>
          </p:cNvPr>
          <p:cNvSpPr>
            <a:spLocks noGrp="1"/>
          </p:cNvSpPr>
          <p:nvPr userDrawn="1">
            <p:ph type="body" sz="quarter" idx="18" hasCustomPrompt="1"/>
          </p:nvPr>
        </p:nvSpPr>
        <p:spPr>
          <a:xfrm>
            <a:off x="6486888" y="4267930"/>
            <a:ext cx="3148695" cy="1307270"/>
          </a:xfrm>
        </p:spPr>
        <p:txBody>
          <a:bodyPr/>
          <a:lstStyle>
            <a:lvl1pPr algn="l">
              <a:defRPr sz="1800"/>
            </a:lvl1pPr>
          </a:lstStyle>
          <a:p>
            <a:pPr lvl="0"/>
            <a:r>
              <a:rPr lang="en-US"/>
              <a:t>Insert text here</a:t>
            </a:r>
          </a:p>
        </p:txBody>
      </p:sp>
      <p:sp>
        <p:nvSpPr>
          <p:cNvPr id="37" name="Picture Placeholder 19">
            <a:extLst>
              <a:ext uri="{FF2B5EF4-FFF2-40B4-BE49-F238E27FC236}">
                <a16:creationId xmlns:a16="http://schemas.microsoft.com/office/drawing/2014/main" id="{20839782-11C9-C78D-AB50-B259181DB43A}"/>
              </a:ext>
            </a:extLst>
          </p:cNvPr>
          <p:cNvSpPr>
            <a:spLocks noGrp="1"/>
          </p:cNvSpPr>
          <p:nvPr userDrawn="1">
            <p:ph type="pic" sz="quarter" idx="19"/>
          </p:nvPr>
        </p:nvSpPr>
        <p:spPr>
          <a:xfrm>
            <a:off x="5671682" y="4267327"/>
            <a:ext cx="620748" cy="620748"/>
          </a:xfrm>
        </p:spPr>
        <p:txBody>
          <a:bodyPr/>
          <a:lstStyle/>
          <a:p>
            <a:endParaRPr lang="en-US"/>
          </a:p>
        </p:txBody>
      </p:sp>
      <p:sp>
        <p:nvSpPr>
          <p:cNvPr id="2" name="TextBox 1">
            <a:extLst>
              <a:ext uri="{FF2B5EF4-FFF2-40B4-BE49-F238E27FC236}">
                <a16:creationId xmlns:a16="http://schemas.microsoft.com/office/drawing/2014/main" id="{AE6001D1-9BBB-BAE7-6381-C42C8C33C23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5440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Three_Points_Boxe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27A27A2-7C5D-D79A-F306-EDDD7AE41D3E}"/>
              </a:ext>
            </a:extLst>
          </p:cNvPr>
          <p:cNvSpPr>
            <a:spLocks noGrp="1"/>
          </p:cNvSpPr>
          <p:nvPr>
            <p:ph type="body" sz="quarter" idx="10"/>
          </p:nvPr>
        </p:nvSpPr>
        <p:spPr>
          <a:xfrm>
            <a:off x="603077" y="593690"/>
            <a:ext cx="7618006" cy="653220"/>
          </a:xfrm>
        </p:spPr>
        <p:txBody>
          <a:bodyPr lIns="0"/>
          <a:lstStyle>
            <a:lvl1pPr>
              <a:lnSpc>
                <a:spcPct val="90000"/>
              </a:lnSpc>
              <a:defRPr sz="3600">
                <a:latin typeface="+mj-lt"/>
              </a:defRPr>
            </a:lvl1pPr>
          </a:lstStyle>
          <a:p>
            <a:pPr lvl="0"/>
            <a:r>
              <a:rPr lang="en-US"/>
              <a:t>Click to edit Master text styles</a:t>
            </a:r>
          </a:p>
        </p:txBody>
      </p:sp>
      <p:sp>
        <p:nvSpPr>
          <p:cNvPr id="4" name="Rounded Rectangle 3">
            <a:extLst>
              <a:ext uri="{FF2B5EF4-FFF2-40B4-BE49-F238E27FC236}">
                <a16:creationId xmlns:a16="http://schemas.microsoft.com/office/drawing/2014/main" id="{97762ADA-DFD4-7971-99C9-E289ED838C73}"/>
              </a:ext>
            </a:extLst>
          </p:cNvPr>
          <p:cNvSpPr/>
          <p:nvPr userDrawn="1"/>
        </p:nvSpPr>
        <p:spPr>
          <a:xfrm>
            <a:off x="603076" y="2345681"/>
            <a:ext cx="3495940"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5" name="Rounded Rectangle 4">
            <a:extLst>
              <a:ext uri="{FF2B5EF4-FFF2-40B4-BE49-F238E27FC236}">
                <a16:creationId xmlns:a16="http://schemas.microsoft.com/office/drawing/2014/main" id="{072495A5-27CA-2B15-C135-3044793799F1}"/>
              </a:ext>
            </a:extLst>
          </p:cNvPr>
          <p:cNvSpPr/>
          <p:nvPr userDrawn="1"/>
        </p:nvSpPr>
        <p:spPr>
          <a:xfrm>
            <a:off x="4348030" y="2345680"/>
            <a:ext cx="3495940"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3" name="Rounded Rectangle 12">
            <a:extLst>
              <a:ext uri="{FF2B5EF4-FFF2-40B4-BE49-F238E27FC236}">
                <a16:creationId xmlns:a16="http://schemas.microsoft.com/office/drawing/2014/main" id="{1A20C319-137B-DAD8-293B-27F6D9ACD0E0}"/>
              </a:ext>
            </a:extLst>
          </p:cNvPr>
          <p:cNvSpPr/>
          <p:nvPr userDrawn="1"/>
        </p:nvSpPr>
        <p:spPr>
          <a:xfrm>
            <a:off x="8092984" y="2345680"/>
            <a:ext cx="3495940"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26" name="Text Placeholder 15">
            <a:extLst>
              <a:ext uri="{FF2B5EF4-FFF2-40B4-BE49-F238E27FC236}">
                <a16:creationId xmlns:a16="http://schemas.microsoft.com/office/drawing/2014/main" id="{D8E6B930-23B0-684A-23B0-730C8A1D90CA}"/>
              </a:ext>
            </a:extLst>
          </p:cNvPr>
          <p:cNvSpPr>
            <a:spLocks noGrp="1"/>
          </p:cNvSpPr>
          <p:nvPr>
            <p:ph type="body" sz="quarter" idx="12" hasCustomPrompt="1"/>
          </p:nvPr>
        </p:nvSpPr>
        <p:spPr>
          <a:xfrm>
            <a:off x="866775" y="3756938"/>
            <a:ext cx="2960017" cy="1134657"/>
          </a:xfrm>
        </p:spPr>
        <p:txBody>
          <a:bodyPr>
            <a:normAutofit/>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0" name="Text Placeholder 15">
            <a:extLst>
              <a:ext uri="{FF2B5EF4-FFF2-40B4-BE49-F238E27FC236}">
                <a16:creationId xmlns:a16="http://schemas.microsoft.com/office/drawing/2014/main" id="{EB466BF1-3FE6-6D65-94D8-297E2E463D80}"/>
              </a:ext>
            </a:extLst>
          </p:cNvPr>
          <p:cNvSpPr>
            <a:spLocks noGrp="1"/>
          </p:cNvSpPr>
          <p:nvPr>
            <p:ph type="body" sz="quarter" idx="16" hasCustomPrompt="1"/>
          </p:nvPr>
        </p:nvSpPr>
        <p:spPr>
          <a:xfrm>
            <a:off x="4610053" y="3752450"/>
            <a:ext cx="2960017" cy="1134657"/>
          </a:xfrm>
        </p:spPr>
        <p:txBody>
          <a:bodyPr>
            <a:normAutofit/>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1" name="Text Placeholder 15">
            <a:extLst>
              <a:ext uri="{FF2B5EF4-FFF2-40B4-BE49-F238E27FC236}">
                <a16:creationId xmlns:a16="http://schemas.microsoft.com/office/drawing/2014/main" id="{D9391D5E-527A-7FD6-5DE7-5D535A6A4EDB}"/>
              </a:ext>
            </a:extLst>
          </p:cNvPr>
          <p:cNvSpPr>
            <a:spLocks noGrp="1"/>
          </p:cNvSpPr>
          <p:nvPr>
            <p:ph type="body" sz="quarter" idx="17" hasCustomPrompt="1"/>
          </p:nvPr>
        </p:nvSpPr>
        <p:spPr>
          <a:xfrm>
            <a:off x="8348918" y="3752450"/>
            <a:ext cx="2960017" cy="1134657"/>
          </a:xfrm>
        </p:spPr>
        <p:txBody>
          <a:bodyPr>
            <a:normAutofit/>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3" name="Text Placeholder 15">
            <a:extLst>
              <a:ext uri="{FF2B5EF4-FFF2-40B4-BE49-F238E27FC236}">
                <a16:creationId xmlns:a16="http://schemas.microsoft.com/office/drawing/2014/main" id="{9492F743-7822-0A67-5CF0-5EA3E78D0BA5}"/>
              </a:ext>
            </a:extLst>
          </p:cNvPr>
          <p:cNvSpPr>
            <a:spLocks noGrp="1"/>
          </p:cNvSpPr>
          <p:nvPr>
            <p:ph type="body" sz="quarter" idx="18" hasCustomPrompt="1"/>
          </p:nvPr>
        </p:nvSpPr>
        <p:spPr>
          <a:xfrm>
            <a:off x="866775" y="3357963"/>
            <a:ext cx="2960017" cy="336710"/>
          </a:xfrm>
        </p:spPr>
        <p:txBody>
          <a:bodyPr/>
          <a:lstStyle>
            <a:lvl1pPr algn="l">
              <a:defRPr sz="1600">
                <a:latin typeface="+mj-lt"/>
              </a:defRPr>
            </a:lvl1pPr>
          </a:lstStyle>
          <a:p>
            <a:pPr lvl="0"/>
            <a:r>
              <a:rPr lang="en-US"/>
              <a:t>Lorem ipsum</a:t>
            </a:r>
          </a:p>
        </p:txBody>
      </p:sp>
      <p:sp>
        <p:nvSpPr>
          <p:cNvPr id="35" name="Text Placeholder 15">
            <a:extLst>
              <a:ext uri="{FF2B5EF4-FFF2-40B4-BE49-F238E27FC236}">
                <a16:creationId xmlns:a16="http://schemas.microsoft.com/office/drawing/2014/main" id="{087C3CAD-4D7A-5ADD-9145-749D85CCFE84}"/>
              </a:ext>
            </a:extLst>
          </p:cNvPr>
          <p:cNvSpPr>
            <a:spLocks noGrp="1"/>
          </p:cNvSpPr>
          <p:nvPr>
            <p:ph type="body" sz="quarter" idx="20" hasCustomPrompt="1"/>
          </p:nvPr>
        </p:nvSpPr>
        <p:spPr>
          <a:xfrm>
            <a:off x="4610053" y="3353475"/>
            <a:ext cx="2960017" cy="336710"/>
          </a:xfrm>
        </p:spPr>
        <p:txBody>
          <a:bodyPr/>
          <a:lstStyle>
            <a:lvl1pPr algn="l">
              <a:defRPr sz="1600">
                <a:latin typeface="+mj-lt"/>
              </a:defRPr>
            </a:lvl1pPr>
          </a:lstStyle>
          <a:p>
            <a:pPr lvl="0"/>
            <a:r>
              <a:rPr lang="en-US"/>
              <a:t>Lorem ipsum</a:t>
            </a:r>
          </a:p>
        </p:txBody>
      </p:sp>
      <p:sp>
        <p:nvSpPr>
          <p:cNvPr id="36" name="Text Placeholder 15">
            <a:extLst>
              <a:ext uri="{FF2B5EF4-FFF2-40B4-BE49-F238E27FC236}">
                <a16:creationId xmlns:a16="http://schemas.microsoft.com/office/drawing/2014/main" id="{964CF523-6E45-6008-5B2F-F9B843011435}"/>
              </a:ext>
            </a:extLst>
          </p:cNvPr>
          <p:cNvSpPr>
            <a:spLocks noGrp="1"/>
          </p:cNvSpPr>
          <p:nvPr>
            <p:ph type="body" sz="quarter" idx="21" hasCustomPrompt="1"/>
          </p:nvPr>
        </p:nvSpPr>
        <p:spPr>
          <a:xfrm>
            <a:off x="8348918" y="3353475"/>
            <a:ext cx="2960017" cy="336710"/>
          </a:xfrm>
        </p:spPr>
        <p:txBody>
          <a:bodyPr/>
          <a:lstStyle>
            <a:lvl1pPr algn="l">
              <a:defRPr sz="1600">
                <a:latin typeface="+mj-lt"/>
              </a:defRPr>
            </a:lvl1pPr>
          </a:lstStyle>
          <a:p>
            <a:pPr lvl="0"/>
            <a:r>
              <a:rPr lang="en-US"/>
              <a:t>Lorem ipsum</a:t>
            </a:r>
          </a:p>
        </p:txBody>
      </p:sp>
      <p:sp>
        <p:nvSpPr>
          <p:cNvPr id="2" name="Text Placeholder 14">
            <a:extLst>
              <a:ext uri="{FF2B5EF4-FFF2-40B4-BE49-F238E27FC236}">
                <a16:creationId xmlns:a16="http://schemas.microsoft.com/office/drawing/2014/main" id="{D84976DE-C0C2-A7FD-4525-8649FFAF6C7A}"/>
              </a:ext>
            </a:extLst>
          </p:cNvPr>
          <p:cNvSpPr>
            <a:spLocks noGrp="1"/>
          </p:cNvSpPr>
          <p:nvPr>
            <p:ph type="body" sz="quarter" idx="22" hasCustomPrompt="1"/>
          </p:nvPr>
        </p:nvSpPr>
        <p:spPr>
          <a:xfrm>
            <a:off x="828973" y="2218168"/>
            <a:ext cx="1284327" cy="302955"/>
          </a:xfrm>
          <a:prstGeom prst="roundRect">
            <a:avLst>
              <a:gd name="adj" fmla="val 50000"/>
            </a:avLst>
          </a:prstGeom>
          <a:solidFill>
            <a:schemeClr val="accent3"/>
          </a:solidFill>
        </p:spPr>
        <p:txBody>
          <a:bodyPr wrap="none" lIns="182880" rIns="182880" anchor="ctr">
            <a:spAutoFit/>
          </a:bodyPr>
          <a:lstStyle>
            <a:lvl1pPr algn="l">
              <a:defRPr sz="1400">
                <a:solidFill>
                  <a:schemeClr val="bg2"/>
                </a:solidFill>
              </a:defRPr>
            </a:lvl1pPr>
          </a:lstStyle>
          <a:p>
            <a:pPr lvl="0"/>
            <a:r>
              <a:rPr lang="en-US"/>
              <a:t>Category 1</a:t>
            </a:r>
          </a:p>
        </p:txBody>
      </p:sp>
      <p:sp>
        <p:nvSpPr>
          <p:cNvPr id="7" name="Text Placeholder 14">
            <a:extLst>
              <a:ext uri="{FF2B5EF4-FFF2-40B4-BE49-F238E27FC236}">
                <a16:creationId xmlns:a16="http://schemas.microsoft.com/office/drawing/2014/main" id="{9355E066-4FA8-BDA1-24D1-6E5DF2133B1B}"/>
              </a:ext>
            </a:extLst>
          </p:cNvPr>
          <p:cNvSpPr>
            <a:spLocks noGrp="1"/>
          </p:cNvSpPr>
          <p:nvPr>
            <p:ph type="body" sz="quarter" idx="24" hasCustomPrompt="1"/>
          </p:nvPr>
        </p:nvSpPr>
        <p:spPr>
          <a:xfrm>
            <a:off x="4561971" y="2217791"/>
            <a:ext cx="1316847" cy="302955"/>
          </a:xfrm>
          <a:prstGeom prst="roundRect">
            <a:avLst>
              <a:gd name="adj" fmla="val 50000"/>
            </a:avLst>
          </a:prstGeom>
          <a:solidFill>
            <a:schemeClr val="accent6"/>
          </a:solidFill>
        </p:spPr>
        <p:txBody>
          <a:bodyPr wrap="none" lIns="182880" rIns="182880" anchor="ctr">
            <a:spAutoFit/>
          </a:bodyPr>
          <a:lstStyle>
            <a:lvl1pPr algn="l">
              <a:defRPr sz="1400">
                <a:solidFill>
                  <a:schemeClr val="bg2"/>
                </a:solidFill>
              </a:defRPr>
            </a:lvl1pPr>
          </a:lstStyle>
          <a:p>
            <a:pPr lvl="0"/>
            <a:r>
              <a:rPr lang="en-US"/>
              <a:t>Category 2</a:t>
            </a:r>
          </a:p>
        </p:txBody>
      </p:sp>
      <p:sp>
        <p:nvSpPr>
          <p:cNvPr id="8" name="Text Placeholder 14">
            <a:extLst>
              <a:ext uri="{FF2B5EF4-FFF2-40B4-BE49-F238E27FC236}">
                <a16:creationId xmlns:a16="http://schemas.microsoft.com/office/drawing/2014/main" id="{B922CBD1-065A-5DD3-39EB-E99283F04F82}"/>
              </a:ext>
            </a:extLst>
          </p:cNvPr>
          <p:cNvSpPr>
            <a:spLocks noGrp="1"/>
          </p:cNvSpPr>
          <p:nvPr>
            <p:ph type="body" sz="quarter" idx="25" hasCustomPrompt="1"/>
          </p:nvPr>
        </p:nvSpPr>
        <p:spPr>
          <a:xfrm>
            <a:off x="8303061" y="2217791"/>
            <a:ext cx="1320270" cy="302955"/>
          </a:xfrm>
          <a:prstGeom prst="roundRect">
            <a:avLst>
              <a:gd name="adj" fmla="val 50000"/>
            </a:avLst>
          </a:prstGeom>
          <a:solidFill>
            <a:schemeClr val="accent1"/>
          </a:solidFill>
        </p:spPr>
        <p:txBody>
          <a:bodyPr wrap="none" lIns="182880" rIns="182880" anchor="ctr">
            <a:spAutoFit/>
          </a:bodyPr>
          <a:lstStyle>
            <a:lvl1pPr algn="l">
              <a:defRPr sz="1400">
                <a:solidFill>
                  <a:schemeClr val="bg2"/>
                </a:solidFill>
              </a:defRPr>
            </a:lvl1pPr>
          </a:lstStyle>
          <a:p>
            <a:pPr lvl="0"/>
            <a:r>
              <a:rPr lang="en-US"/>
              <a:t>Category 3</a:t>
            </a:r>
          </a:p>
        </p:txBody>
      </p:sp>
      <p:sp>
        <p:nvSpPr>
          <p:cNvPr id="3" name="TextBox 2">
            <a:extLst>
              <a:ext uri="{FF2B5EF4-FFF2-40B4-BE49-F238E27FC236}">
                <a16:creationId xmlns:a16="http://schemas.microsoft.com/office/drawing/2014/main" id="{7360E7F9-4AD2-66BC-0CC4-30341C4112F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077920041"/>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_Four_Points_Boxe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27A27A2-7C5D-D79A-F306-EDDD7AE41D3E}"/>
              </a:ext>
            </a:extLst>
          </p:cNvPr>
          <p:cNvSpPr>
            <a:spLocks noGrp="1"/>
          </p:cNvSpPr>
          <p:nvPr>
            <p:ph type="body" sz="quarter" idx="10"/>
          </p:nvPr>
        </p:nvSpPr>
        <p:spPr>
          <a:xfrm>
            <a:off x="603077" y="593690"/>
            <a:ext cx="7618006" cy="653220"/>
          </a:xfrm>
        </p:spPr>
        <p:txBody>
          <a:bodyPr lIns="0"/>
          <a:lstStyle>
            <a:lvl1pPr>
              <a:lnSpc>
                <a:spcPct val="90000"/>
              </a:lnSpc>
              <a:defRPr sz="3600">
                <a:latin typeface="+mj-lt"/>
              </a:defRPr>
            </a:lvl1pPr>
          </a:lstStyle>
          <a:p>
            <a:pPr lvl="0"/>
            <a:r>
              <a:rPr lang="en-US"/>
              <a:t>Click to edit Master text styles</a:t>
            </a:r>
          </a:p>
        </p:txBody>
      </p:sp>
      <p:sp>
        <p:nvSpPr>
          <p:cNvPr id="2" name="Rounded Rectangle 1">
            <a:extLst>
              <a:ext uri="{FF2B5EF4-FFF2-40B4-BE49-F238E27FC236}">
                <a16:creationId xmlns:a16="http://schemas.microsoft.com/office/drawing/2014/main" id="{2C93C1A3-0E73-66B0-9236-A5396DC43C1E}"/>
              </a:ext>
            </a:extLst>
          </p:cNvPr>
          <p:cNvSpPr/>
          <p:nvPr userDrawn="1"/>
        </p:nvSpPr>
        <p:spPr>
          <a:xfrm>
            <a:off x="3413851"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4" name="Rounded Rectangle 3">
            <a:extLst>
              <a:ext uri="{FF2B5EF4-FFF2-40B4-BE49-F238E27FC236}">
                <a16:creationId xmlns:a16="http://schemas.microsoft.com/office/drawing/2014/main" id="{97762ADA-DFD4-7971-99C9-E289ED838C73}"/>
              </a:ext>
            </a:extLst>
          </p:cNvPr>
          <p:cNvSpPr/>
          <p:nvPr userDrawn="1"/>
        </p:nvSpPr>
        <p:spPr>
          <a:xfrm>
            <a:off x="603077" y="2345681"/>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5" name="Rounded Rectangle 4">
            <a:extLst>
              <a:ext uri="{FF2B5EF4-FFF2-40B4-BE49-F238E27FC236}">
                <a16:creationId xmlns:a16="http://schemas.microsoft.com/office/drawing/2014/main" id="{072495A5-27CA-2B15-C135-3044793799F1}"/>
              </a:ext>
            </a:extLst>
          </p:cNvPr>
          <p:cNvSpPr/>
          <p:nvPr userDrawn="1"/>
        </p:nvSpPr>
        <p:spPr>
          <a:xfrm>
            <a:off x="6224625"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3" name="Rounded Rectangle 12">
            <a:extLst>
              <a:ext uri="{FF2B5EF4-FFF2-40B4-BE49-F238E27FC236}">
                <a16:creationId xmlns:a16="http://schemas.microsoft.com/office/drawing/2014/main" id="{1A20C319-137B-DAD8-293B-27F6D9ACD0E0}"/>
              </a:ext>
            </a:extLst>
          </p:cNvPr>
          <p:cNvSpPr/>
          <p:nvPr userDrawn="1"/>
        </p:nvSpPr>
        <p:spPr>
          <a:xfrm>
            <a:off x="9035399"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26" name="Text Placeholder 15">
            <a:extLst>
              <a:ext uri="{FF2B5EF4-FFF2-40B4-BE49-F238E27FC236}">
                <a16:creationId xmlns:a16="http://schemas.microsoft.com/office/drawing/2014/main" id="{D8E6B930-23B0-684A-23B0-730C8A1D90CA}"/>
              </a:ext>
            </a:extLst>
          </p:cNvPr>
          <p:cNvSpPr>
            <a:spLocks noGrp="1"/>
          </p:cNvSpPr>
          <p:nvPr>
            <p:ph type="body" sz="quarter" idx="12" hasCustomPrompt="1"/>
          </p:nvPr>
        </p:nvSpPr>
        <p:spPr>
          <a:xfrm>
            <a:off x="866775" y="3756938"/>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27" name="Text Placeholder 15">
            <a:extLst>
              <a:ext uri="{FF2B5EF4-FFF2-40B4-BE49-F238E27FC236}">
                <a16:creationId xmlns:a16="http://schemas.microsoft.com/office/drawing/2014/main" id="{2BE642B1-B8B0-8A01-5A6E-17F6B79E72EC}"/>
              </a:ext>
            </a:extLst>
          </p:cNvPr>
          <p:cNvSpPr>
            <a:spLocks noGrp="1"/>
          </p:cNvSpPr>
          <p:nvPr>
            <p:ph type="body" sz="quarter" idx="13" hasCustomPrompt="1"/>
          </p:nvPr>
        </p:nvSpPr>
        <p:spPr>
          <a:xfrm>
            <a:off x="3678188" y="3756938"/>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0" name="Text Placeholder 15">
            <a:extLst>
              <a:ext uri="{FF2B5EF4-FFF2-40B4-BE49-F238E27FC236}">
                <a16:creationId xmlns:a16="http://schemas.microsoft.com/office/drawing/2014/main" id="{EB466BF1-3FE6-6D65-94D8-297E2E463D80}"/>
              </a:ext>
            </a:extLst>
          </p:cNvPr>
          <p:cNvSpPr>
            <a:spLocks noGrp="1"/>
          </p:cNvSpPr>
          <p:nvPr>
            <p:ph type="body" sz="quarter" idx="16" hasCustomPrompt="1"/>
          </p:nvPr>
        </p:nvSpPr>
        <p:spPr>
          <a:xfrm>
            <a:off x="6514028" y="3752450"/>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1" name="Text Placeholder 15">
            <a:extLst>
              <a:ext uri="{FF2B5EF4-FFF2-40B4-BE49-F238E27FC236}">
                <a16:creationId xmlns:a16="http://schemas.microsoft.com/office/drawing/2014/main" id="{D9391D5E-527A-7FD6-5DE7-5D535A6A4EDB}"/>
              </a:ext>
            </a:extLst>
          </p:cNvPr>
          <p:cNvSpPr>
            <a:spLocks noGrp="1"/>
          </p:cNvSpPr>
          <p:nvPr>
            <p:ph type="body" sz="quarter" idx="17" hasCustomPrompt="1"/>
          </p:nvPr>
        </p:nvSpPr>
        <p:spPr>
          <a:xfrm>
            <a:off x="9325441" y="3752450"/>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3" name="Text Placeholder 15">
            <a:extLst>
              <a:ext uri="{FF2B5EF4-FFF2-40B4-BE49-F238E27FC236}">
                <a16:creationId xmlns:a16="http://schemas.microsoft.com/office/drawing/2014/main" id="{9492F743-7822-0A67-5CF0-5EA3E78D0BA5}"/>
              </a:ext>
            </a:extLst>
          </p:cNvPr>
          <p:cNvSpPr>
            <a:spLocks noGrp="1"/>
          </p:cNvSpPr>
          <p:nvPr>
            <p:ph type="body" sz="quarter" idx="18" hasCustomPrompt="1"/>
          </p:nvPr>
        </p:nvSpPr>
        <p:spPr>
          <a:xfrm>
            <a:off x="866775" y="3357963"/>
            <a:ext cx="1974079" cy="336710"/>
          </a:xfrm>
        </p:spPr>
        <p:txBody>
          <a:bodyPr/>
          <a:lstStyle>
            <a:lvl1pPr algn="l">
              <a:defRPr sz="1600">
                <a:latin typeface="+mj-lt"/>
              </a:defRPr>
            </a:lvl1pPr>
          </a:lstStyle>
          <a:p>
            <a:pPr lvl="0"/>
            <a:r>
              <a:rPr lang="en-US"/>
              <a:t>Lorem ipsum</a:t>
            </a:r>
          </a:p>
        </p:txBody>
      </p:sp>
      <p:sp>
        <p:nvSpPr>
          <p:cNvPr id="34" name="Text Placeholder 15">
            <a:extLst>
              <a:ext uri="{FF2B5EF4-FFF2-40B4-BE49-F238E27FC236}">
                <a16:creationId xmlns:a16="http://schemas.microsoft.com/office/drawing/2014/main" id="{C5C7C6F2-E440-83F9-DB86-9423A497917C}"/>
              </a:ext>
            </a:extLst>
          </p:cNvPr>
          <p:cNvSpPr>
            <a:spLocks noGrp="1"/>
          </p:cNvSpPr>
          <p:nvPr>
            <p:ph type="body" sz="quarter" idx="19" hasCustomPrompt="1"/>
          </p:nvPr>
        </p:nvSpPr>
        <p:spPr>
          <a:xfrm>
            <a:off x="3678188" y="3357963"/>
            <a:ext cx="1974079" cy="336710"/>
          </a:xfrm>
        </p:spPr>
        <p:txBody>
          <a:bodyPr/>
          <a:lstStyle>
            <a:lvl1pPr algn="l">
              <a:defRPr sz="1600">
                <a:latin typeface="+mj-lt"/>
              </a:defRPr>
            </a:lvl1pPr>
          </a:lstStyle>
          <a:p>
            <a:pPr lvl="0"/>
            <a:r>
              <a:rPr lang="en-US"/>
              <a:t>Lorem ipsum</a:t>
            </a:r>
          </a:p>
        </p:txBody>
      </p:sp>
      <p:sp>
        <p:nvSpPr>
          <p:cNvPr id="35" name="Text Placeholder 15">
            <a:extLst>
              <a:ext uri="{FF2B5EF4-FFF2-40B4-BE49-F238E27FC236}">
                <a16:creationId xmlns:a16="http://schemas.microsoft.com/office/drawing/2014/main" id="{087C3CAD-4D7A-5ADD-9145-749D85CCFE84}"/>
              </a:ext>
            </a:extLst>
          </p:cNvPr>
          <p:cNvSpPr>
            <a:spLocks noGrp="1"/>
          </p:cNvSpPr>
          <p:nvPr>
            <p:ph type="body" sz="quarter" idx="20" hasCustomPrompt="1"/>
          </p:nvPr>
        </p:nvSpPr>
        <p:spPr>
          <a:xfrm>
            <a:off x="6514028" y="3353475"/>
            <a:ext cx="1974079" cy="336710"/>
          </a:xfrm>
        </p:spPr>
        <p:txBody>
          <a:bodyPr/>
          <a:lstStyle>
            <a:lvl1pPr algn="l">
              <a:defRPr sz="1600">
                <a:latin typeface="+mj-lt"/>
              </a:defRPr>
            </a:lvl1pPr>
          </a:lstStyle>
          <a:p>
            <a:pPr lvl="0"/>
            <a:r>
              <a:rPr lang="en-US"/>
              <a:t>Lorem ipsum</a:t>
            </a:r>
          </a:p>
        </p:txBody>
      </p:sp>
      <p:sp>
        <p:nvSpPr>
          <p:cNvPr id="36" name="Text Placeholder 15">
            <a:extLst>
              <a:ext uri="{FF2B5EF4-FFF2-40B4-BE49-F238E27FC236}">
                <a16:creationId xmlns:a16="http://schemas.microsoft.com/office/drawing/2014/main" id="{964CF523-6E45-6008-5B2F-F9B843011435}"/>
              </a:ext>
            </a:extLst>
          </p:cNvPr>
          <p:cNvSpPr>
            <a:spLocks noGrp="1"/>
          </p:cNvSpPr>
          <p:nvPr>
            <p:ph type="body" sz="quarter" idx="21" hasCustomPrompt="1"/>
          </p:nvPr>
        </p:nvSpPr>
        <p:spPr>
          <a:xfrm>
            <a:off x="9325441" y="3353475"/>
            <a:ext cx="1974079" cy="336710"/>
          </a:xfrm>
        </p:spPr>
        <p:txBody>
          <a:bodyPr/>
          <a:lstStyle>
            <a:lvl1pPr algn="l">
              <a:defRPr sz="1600">
                <a:latin typeface="+mj-lt"/>
              </a:defRPr>
            </a:lvl1pPr>
          </a:lstStyle>
          <a:p>
            <a:pPr lvl="0"/>
            <a:r>
              <a:rPr lang="en-US"/>
              <a:t>Lorem ipsum</a:t>
            </a:r>
          </a:p>
        </p:txBody>
      </p:sp>
      <p:sp>
        <p:nvSpPr>
          <p:cNvPr id="19" name="Text Placeholder 14">
            <a:extLst>
              <a:ext uri="{FF2B5EF4-FFF2-40B4-BE49-F238E27FC236}">
                <a16:creationId xmlns:a16="http://schemas.microsoft.com/office/drawing/2014/main" id="{BC063C91-C5DC-D095-FDF7-594993F60DB8}"/>
              </a:ext>
            </a:extLst>
          </p:cNvPr>
          <p:cNvSpPr>
            <a:spLocks noGrp="1"/>
          </p:cNvSpPr>
          <p:nvPr>
            <p:ph type="body" sz="quarter" idx="22" hasCustomPrompt="1"/>
          </p:nvPr>
        </p:nvSpPr>
        <p:spPr>
          <a:xfrm>
            <a:off x="828973" y="2218168"/>
            <a:ext cx="1284327" cy="302955"/>
          </a:xfrm>
          <a:prstGeom prst="roundRect">
            <a:avLst>
              <a:gd name="adj" fmla="val 50000"/>
            </a:avLst>
          </a:prstGeom>
          <a:solidFill>
            <a:schemeClr val="accent3"/>
          </a:solidFill>
        </p:spPr>
        <p:txBody>
          <a:bodyPr wrap="none" lIns="182880" rIns="182880" anchor="ctr">
            <a:spAutoFit/>
          </a:bodyPr>
          <a:lstStyle>
            <a:lvl1pPr algn="l">
              <a:defRPr sz="1400">
                <a:solidFill>
                  <a:schemeClr val="bg2"/>
                </a:solidFill>
              </a:defRPr>
            </a:lvl1pPr>
          </a:lstStyle>
          <a:p>
            <a:pPr lvl="0"/>
            <a:r>
              <a:rPr lang="en-US"/>
              <a:t>Category 1</a:t>
            </a:r>
          </a:p>
        </p:txBody>
      </p:sp>
      <p:sp>
        <p:nvSpPr>
          <p:cNvPr id="20" name="Text Placeholder 14">
            <a:extLst>
              <a:ext uri="{FF2B5EF4-FFF2-40B4-BE49-F238E27FC236}">
                <a16:creationId xmlns:a16="http://schemas.microsoft.com/office/drawing/2014/main" id="{15DDBC4C-1B94-5CB0-94F7-A320CE1A4220}"/>
              </a:ext>
            </a:extLst>
          </p:cNvPr>
          <p:cNvSpPr>
            <a:spLocks noGrp="1"/>
          </p:cNvSpPr>
          <p:nvPr>
            <p:ph type="body" sz="quarter" idx="24" hasCustomPrompt="1"/>
          </p:nvPr>
        </p:nvSpPr>
        <p:spPr>
          <a:xfrm>
            <a:off x="6455930" y="2217791"/>
            <a:ext cx="1316847" cy="302955"/>
          </a:xfrm>
          <a:prstGeom prst="roundRect">
            <a:avLst>
              <a:gd name="adj" fmla="val 50000"/>
            </a:avLst>
          </a:prstGeom>
          <a:solidFill>
            <a:schemeClr val="accent6"/>
          </a:solidFill>
        </p:spPr>
        <p:txBody>
          <a:bodyPr wrap="none" lIns="182880" rIns="182880" anchor="ctr">
            <a:spAutoFit/>
          </a:bodyPr>
          <a:lstStyle>
            <a:lvl1pPr algn="l">
              <a:defRPr sz="1400">
                <a:solidFill>
                  <a:schemeClr val="bg2"/>
                </a:solidFill>
              </a:defRPr>
            </a:lvl1pPr>
          </a:lstStyle>
          <a:p>
            <a:pPr lvl="0"/>
            <a:r>
              <a:rPr lang="en-US"/>
              <a:t>Category 3</a:t>
            </a:r>
          </a:p>
        </p:txBody>
      </p:sp>
      <p:sp>
        <p:nvSpPr>
          <p:cNvPr id="21" name="Text Placeholder 14">
            <a:extLst>
              <a:ext uri="{FF2B5EF4-FFF2-40B4-BE49-F238E27FC236}">
                <a16:creationId xmlns:a16="http://schemas.microsoft.com/office/drawing/2014/main" id="{49444F26-44A7-BD0D-268E-3B2ECBC36A5C}"/>
              </a:ext>
            </a:extLst>
          </p:cNvPr>
          <p:cNvSpPr>
            <a:spLocks noGrp="1"/>
          </p:cNvSpPr>
          <p:nvPr>
            <p:ph type="body" sz="quarter" idx="25" hasCustomPrompt="1"/>
          </p:nvPr>
        </p:nvSpPr>
        <p:spPr>
          <a:xfrm>
            <a:off x="9266704" y="2217791"/>
            <a:ext cx="1320270" cy="302955"/>
          </a:xfrm>
          <a:prstGeom prst="roundRect">
            <a:avLst>
              <a:gd name="adj" fmla="val 50000"/>
            </a:avLst>
          </a:prstGeom>
          <a:solidFill>
            <a:schemeClr val="accent1"/>
          </a:solidFill>
        </p:spPr>
        <p:txBody>
          <a:bodyPr wrap="none" lIns="182880" rIns="182880" anchor="ctr">
            <a:spAutoFit/>
          </a:bodyPr>
          <a:lstStyle>
            <a:lvl1pPr algn="l">
              <a:defRPr sz="1400">
                <a:solidFill>
                  <a:schemeClr val="bg2"/>
                </a:solidFill>
              </a:defRPr>
            </a:lvl1pPr>
          </a:lstStyle>
          <a:p>
            <a:pPr lvl="0"/>
            <a:r>
              <a:rPr lang="en-US"/>
              <a:t>Category 4</a:t>
            </a:r>
          </a:p>
        </p:txBody>
      </p:sp>
      <p:sp>
        <p:nvSpPr>
          <p:cNvPr id="22" name="Text Placeholder 14">
            <a:extLst>
              <a:ext uri="{FF2B5EF4-FFF2-40B4-BE49-F238E27FC236}">
                <a16:creationId xmlns:a16="http://schemas.microsoft.com/office/drawing/2014/main" id="{462AC033-780D-361A-58AA-B2C6A0DC3119}"/>
              </a:ext>
            </a:extLst>
          </p:cNvPr>
          <p:cNvSpPr>
            <a:spLocks noGrp="1"/>
          </p:cNvSpPr>
          <p:nvPr>
            <p:ph type="body" sz="quarter" idx="26" hasCustomPrompt="1"/>
          </p:nvPr>
        </p:nvSpPr>
        <p:spPr>
          <a:xfrm>
            <a:off x="3613645" y="2217791"/>
            <a:ext cx="1316847" cy="302955"/>
          </a:xfrm>
          <a:prstGeom prst="roundRect">
            <a:avLst>
              <a:gd name="adj" fmla="val 50000"/>
            </a:avLst>
          </a:prstGeom>
          <a:solidFill>
            <a:schemeClr val="tx2"/>
          </a:solidFill>
        </p:spPr>
        <p:txBody>
          <a:bodyPr wrap="none" lIns="182880" rIns="182880" anchor="ctr">
            <a:spAutoFit/>
          </a:bodyPr>
          <a:lstStyle>
            <a:lvl1pPr algn="l">
              <a:defRPr sz="1400">
                <a:solidFill>
                  <a:schemeClr val="bg2"/>
                </a:solidFill>
              </a:defRPr>
            </a:lvl1pPr>
          </a:lstStyle>
          <a:p>
            <a:pPr lvl="0"/>
            <a:r>
              <a:rPr lang="en-US"/>
              <a:t>Category 2</a:t>
            </a:r>
          </a:p>
        </p:txBody>
      </p:sp>
      <p:sp>
        <p:nvSpPr>
          <p:cNvPr id="3" name="TextBox 2">
            <a:extLst>
              <a:ext uri="{FF2B5EF4-FFF2-40B4-BE49-F238E27FC236}">
                <a16:creationId xmlns:a16="http://schemas.microsoft.com/office/drawing/2014/main" id="{D79D678A-66D6-3174-F865-D07D15768C6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14539426"/>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Picture_Copy_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54BDA59-E7FC-A6CF-0FA0-A4690F1F44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0438424">
            <a:off x="5984583" y="509412"/>
            <a:ext cx="5741773" cy="5741773"/>
          </a:xfrm>
          <a:prstGeom prst="rect">
            <a:avLst/>
          </a:prstGeom>
        </p:spPr>
      </p:pic>
      <p:sp>
        <p:nvSpPr>
          <p:cNvPr id="4" name="Picture Placeholder 11">
            <a:extLst>
              <a:ext uri="{FF2B5EF4-FFF2-40B4-BE49-F238E27FC236}">
                <a16:creationId xmlns:a16="http://schemas.microsoft.com/office/drawing/2014/main" id="{3C147B66-CF8C-03D8-A0BF-F074E12C5A9B}"/>
              </a:ext>
            </a:extLst>
          </p:cNvPr>
          <p:cNvSpPr>
            <a:spLocks noGrp="1"/>
          </p:cNvSpPr>
          <p:nvPr>
            <p:ph type="pic" sz="quarter" idx="35"/>
          </p:nvPr>
        </p:nvSpPr>
        <p:spPr>
          <a:xfrm>
            <a:off x="6275833" y="807370"/>
            <a:ext cx="5146145" cy="5146608"/>
          </a:xfrm>
          <a:prstGeom prst="roundRect">
            <a:avLst>
              <a:gd name="adj" fmla="val 11276"/>
            </a:avLst>
          </a:prstGeom>
          <a:solidFill>
            <a:schemeClr val="bg2"/>
          </a:solidFill>
        </p:spPr>
        <p:txBody>
          <a:bodyPr wrap="square" anchor="ctr">
            <a:noAutofit/>
          </a:bodyPr>
          <a:lstStyle>
            <a:lvl1pPr algn="ctr">
              <a:defRPr/>
            </a:lvl1pPr>
          </a:lstStyle>
          <a:p>
            <a:r>
              <a:rPr lang="en-US"/>
              <a:t>Click icon to add picture</a:t>
            </a:r>
          </a:p>
        </p:txBody>
      </p:sp>
      <p:sp>
        <p:nvSpPr>
          <p:cNvPr id="6" name="Content Placeholder 2">
            <a:extLst>
              <a:ext uri="{FF2B5EF4-FFF2-40B4-BE49-F238E27FC236}">
                <a16:creationId xmlns:a16="http://schemas.microsoft.com/office/drawing/2014/main" id="{475FC821-31E7-183F-9B69-A64A5A429D2F}"/>
              </a:ext>
            </a:extLst>
          </p:cNvPr>
          <p:cNvSpPr>
            <a:spLocks noGrp="1"/>
          </p:cNvSpPr>
          <p:nvPr>
            <p:ph sz="half" idx="1"/>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34D81A3-6DF7-EF47-552D-C05B137AF826}"/>
              </a:ext>
            </a:extLst>
          </p:cNvPr>
          <p:cNvSpPr>
            <a:spLocks noGrp="1"/>
          </p:cNvSpPr>
          <p:nvPr>
            <p:ph type="title"/>
          </p:nvPr>
        </p:nvSpPr>
        <p:spPr>
          <a:xfrm>
            <a:off x="612648" y="606998"/>
            <a:ext cx="4520826" cy="1093465"/>
          </a:xfrm>
          <a:prstGeom prst="rect">
            <a:avLst/>
          </a:prstGeom>
        </p:spPr>
        <p:txBody>
          <a:bodyPr anchor="t" anchorCtr="0">
            <a:noAutofit/>
          </a:bodyPr>
          <a:lstStyle>
            <a:lvl1pPr>
              <a:defRPr>
                <a:latin typeface="+mj-lt"/>
              </a:defRPr>
            </a:lvl1pPr>
          </a:lstStyle>
          <a:p>
            <a:r>
              <a:rPr lang="en-US"/>
              <a:t>Click to edit Master title style</a:t>
            </a:r>
          </a:p>
        </p:txBody>
      </p:sp>
      <p:sp>
        <p:nvSpPr>
          <p:cNvPr id="3" name="TextBox 2">
            <a:extLst>
              <a:ext uri="{FF2B5EF4-FFF2-40B4-BE49-F238E27FC236}">
                <a16:creationId xmlns:a16="http://schemas.microsoft.com/office/drawing/2014/main" id="{6CD6470B-C085-FDD0-C0CA-D64A8EBBAE6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204733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_Picture_Copy_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D2D56FCD-46D4-19C1-36B1-FF312035B4A9}"/>
              </a:ext>
            </a:extLst>
          </p:cNvPr>
          <p:cNvSpPr>
            <a:spLocks noGrp="1"/>
          </p:cNvSpPr>
          <p:nvPr>
            <p:ph type="pic" sz="quarter" idx="37"/>
          </p:nvPr>
        </p:nvSpPr>
        <p:spPr>
          <a:xfrm>
            <a:off x="6169284" y="328557"/>
            <a:ext cx="5012569" cy="5052050"/>
          </a:xfrm>
          <a:custGeom>
            <a:avLst/>
            <a:gdLst>
              <a:gd name="connsiteX0" fmla="*/ 2190927 w 5012569"/>
              <a:gd name="connsiteY0" fmla="*/ 9 h 5052050"/>
              <a:gd name="connsiteX1" fmla="*/ 3829360 w 5012569"/>
              <a:gd name="connsiteY1" fmla="*/ 220688 h 5052050"/>
              <a:gd name="connsiteX2" fmla="*/ 4914874 w 5012569"/>
              <a:gd name="connsiteY2" fmla="*/ 1406613 h 5052050"/>
              <a:gd name="connsiteX3" fmla="*/ 4799548 w 5012569"/>
              <a:gd name="connsiteY3" fmla="*/ 3752518 h 5052050"/>
              <a:gd name="connsiteX4" fmla="*/ 2310067 w 5012569"/>
              <a:gd name="connsiteY4" fmla="*/ 5032596 h 5052050"/>
              <a:gd name="connsiteX5" fmla="*/ 103513 w 5012569"/>
              <a:gd name="connsiteY5" fmla="*/ 3625530 h 5052050"/>
              <a:gd name="connsiteX6" fmla="*/ 637427 w 5012569"/>
              <a:gd name="connsiteY6" fmla="*/ 458343 h 5052050"/>
              <a:gd name="connsiteX7" fmla="*/ 2190927 w 5012569"/>
              <a:gd name="connsiteY7" fmla="*/ 9 h 505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12569" h="5052050">
                <a:moveTo>
                  <a:pt x="2190927" y="9"/>
                </a:moveTo>
                <a:cubicBezTo>
                  <a:pt x="2939698" y="1419"/>
                  <a:pt x="3659836" y="177474"/>
                  <a:pt x="3829360" y="220688"/>
                </a:cubicBezTo>
                <a:cubicBezTo>
                  <a:pt x="4166268" y="314130"/>
                  <a:pt x="4754123" y="498375"/>
                  <a:pt x="4914874" y="1406613"/>
                </a:cubicBezTo>
                <a:cubicBezTo>
                  <a:pt x="5077566" y="2325919"/>
                  <a:pt x="5035680" y="3065233"/>
                  <a:pt x="4799548" y="3752518"/>
                </a:cubicBezTo>
                <a:cubicBezTo>
                  <a:pt x="4388342" y="4949237"/>
                  <a:pt x="3890196" y="5120103"/>
                  <a:pt x="2310067" y="5032596"/>
                </a:cubicBezTo>
                <a:cubicBezTo>
                  <a:pt x="830061" y="4894673"/>
                  <a:pt x="313988" y="4524766"/>
                  <a:pt x="103513" y="3625530"/>
                </a:cubicBezTo>
                <a:cubicBezTo>
                  <a:pt x="-79307" y="2844467"/>
                  <a:pt x="-85511" y="1123953"/>
                  <a:pt x="637427" y="458343"/>
                </a:cubicBezTo>
                <a:cubicBezTo>
                  <a:pt x="1008851" y="103466"/>
                  <a:pt x="1608549" y="-1087"/>
                  <a:pt x="2190927" y="9"/>
                </a:cubicBezTo>
                <a:close/>
              </a:path>
            </a:pathLst>
          </a:custGeom>
          <a:solidFill>
            <a:schemeClr val="bg2"/>
          </a:solidFill>
        </p:spPr>
        <p:txBody>
          <a:bodyPr wrap="square">
            <a:noAutofit/>
          </a:bodyPr>
          <a:lstStyle/>
          <a:p>
            <a:endParaRPr lang="en-US"/>
          </a:p>
        </p:txBody>
      </p:sp>
      <p:sp>
        <p:nvSpPr>
          <p:cNvPr id="2" name="Content Placeholder 2">
            <a:extLst>
              <a:ext uri="{FF2B5EF4-FFF2-40B4-BE49-F238E27FC236}">
                <a16:creationId xmlns:a16="http://schemas.microsoft.com/office/drawing/2014/main" id="{3763C1F7-8E8A-BB42-55A5-2DAEFAEB4917}"/>
              </a:ext>
            </a:extLst>
          </p:cNvPr>
          <p:cNvSpPr>
            <a:spLocks noGrp="1"/>
          </p:cNvSpPr>
          <p:nvPr>
            <p:ph sz="half" idx="36"/>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9770AE80-3C36-F742-5753-88408F2B7737}"/>
              </a:ext>
            </a:extLst>
          </p:cNvPr>
          <p:cNvSpPr>
            <a:spLocks noGrp="1"/>
          </p:cNvSpPr>
          <p:nvPr>
            <p:ph type="title"/>
          </p:nvPr>
        </p:nvSpPr>
        <p:spPr>
          <a:xfrm>
            <a:off x="612648" y="606998"/>
            <a:ext cx="4520826" cy="1093465"/>
          </a:xfrm>
          <a:prstGeom prst="rect">
            <a:avLst/>
          </a:prstGeom>
        </p:spPr>
        <p:txBody>
          <a:bodyPr anchor="t" anchorCtr="0">
            <a:noAutofit/>
          </a:bodyPr>
          <a:lstStyle>
            <a:lvl1pPr>
              <a:defRPr>
                <a:latin typeface="+mj-lt"/>
              </a:defRPr>
            </a:lvl1pPr>
          </a:lstStyle>
          <a:p>
            <a:r>
              <a:rPr lang="en-US"/>
              <a:t>Click to edit Master title style</a:t>
            </a:r>
          </a:p>
        </p:txBody>
      </p:sp>
      <p:pic>
        <p:nvPicPr>
          <p:cNvPr id="5" name="Graphic 4">
            <a:extLst>
              <a:ext uri="{FF2B5EF4-FFF2-40B4-BE49-F238E27FC236}">
                <a16:creationId xmlns:a16="http://schemas.microsoft.com/office/drawing/2014/main" id="{59560398-3DF2-4CD2-1A18-EDE685C38F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176062">
            <a:off x="5897880" y="137160"/>
            <a:ext cx="6294120" cy="6294120"/>
          </a:xfrm>
          <a:prstGeom prst="rect">
            <a:avLst/>
          </a:prstGeom>
        </p:spPr>
      </p:pic>
      <p:sp>
        <p:nvSpPr>
          <p:cNvPr id="3" name="TextBox 2">
            <a:extLst>
              <a:ext uri="{FF2B5EF4-FFF2-40B4-BE49-F238E27FC236}">
                <a16:creationId xmlns:a16="http://schemas.microsoft.com/office/drawing/2014/main" id="{B8858897-D7D5-F7E8-E6CC-3A81044B09C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5008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3_Picture_Copy_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763C1F7-8E8A-BB42-55A5-2DAEFAEB4917}"/>
              </a:ext>
            </a:extLst>
          </p:cNvPr>
          <p:cNvSpPr>
            <a:spLocks noGrp="1"/>
          </p:cNvSpPr>
          <p:nvPr>
            <p:ph sz="half" idx="36"/>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9770AE80-3C36-F742-5753-88408F2B7737}"/>
              </a:ext>
            </a:extLst>
          </p:cNvPr>
          <p:cNvSpPr>
            <a:spLocks noGrp="1"/>
          </p:cNvSpPr>
          <p:nvPr>
            <p:ph type="title"/>
          </p:nvPr>
        </p:nvSpPr>
        <p:spPr>
          <a:xfrm>
            <a:off x="612648" y="606998"/>
            <a:ext cx="4520826" cy="1093465"/>
          </a:xfrm>
          <a:prstGeom prst="rect">
            <a:avLst/>
          </a:prstGeom>
        </p:spPr>
        <p:txBody>
          <a:bodyPr anchor="t" anchorCtr="0">
            <a:noAutofit/>
          </a:bodyPr>
          <a:lstStyle>
            <a:lvl1pPr>
              <a:defRPr>
                <a:latin typeface="+mj-lt"/>
              </a:defRPr>
            </a:lvl1pPr>
          </a:lstStyle>
          <a:p>
            <a:r>
              <a:rPr lang="en-US"/>
              <a:t>Click to edit Master title style</a:t>
            </a:r>
          </a:p>
        </p:txBody>
      </p:sp>
      <p:grpSp>
        <p:nvGrpSpPr>
          <p:cNvPr id="45" name="Group 44">
            <a:extLst>
              <a:ext uri="{FF2B5EF4-FFF2-40B4-BE49-F238E27FC236}">
                <a16:creationId xmlns:a16="http://schemas.microsoft.com/office/drawing/2014/main" id="{57C0B078-D695-07D4-2ECA-897996214DEF}"/>
              </a:ext>
            </a:extLst>
          </p:cNvPr>
          <p:cNvGrpSpPr/>
          <p:nvPr userDrawn="1"/>
        </p:nvGrpSpPr>
        <p:grpSpPr>
          <a:xfrm>
            <a:off x="6096001" y="-1"/>
            <a:ext cx="6095999" cy="6156349"/>
            <a:chOff x="6096001" y="-1"/>
            <a:chExt cx="6095999" cy="6156349"/>
          </a:xfrm>
        </p:grpSpPr>
        <p:sp>
          <p:nvSpPr>
            <p:cNvPr id="41" name="Freeform 40">
              <a:extLst>
                <a:ext uri="{FF2B5EF4-FFF2-40B4-BE49-F238E27FC236}">
                  <a16:creationId xmlns:a16="http://schemas.microsoft.com/office/drawing/2014/main" id="{B029E189-6155-C020-2DCE-E83430D204A2}"/>
                </a:ext>
              </a:extLst>
            </p:cNvPr>
            <p:cNvSpPr/>
            <p:nvPr userDrawn="1"/>
          </p:nvSpPr>
          <p:spPr>
            <a:xfrm rot="5400000">
              <a:off x="6524835" y="489184"/>
              <a:ext cx="6156349" cy="5177980"/>
            </a:xfrm>
            <a:custGeom>
              <a:avLst/>
              <a:gdLst>
                <a:gd name="connsiteX0" fmla="*/ 0 w 6156349"/>
                <a:gd name="connsiteY0" fmla="*/ 4715251 h 5177980"/>
                <a:gd name="connsiteX1" fmla="*/ 1 w 6156349"/>
                <a:gd name="connsiteY1" fmla="*/ 0 h 5177980"/>
                <a:gd name="connsiteX2" fmla="*/ 5970397 w 6156349"/>
                <a:gd name="connsiteY2" fmla="*/ 0 h 5177980"/>
                <a:gd name="connsiteX3" fmla="*/ 6009936 w 6156349"/>
                <a:gd name="connsiteY3" fmla="*/ 185953 h 5177980"/>
                <a:gd name="connsiteX4" fmla="*/ 5998060 w 6156349"/>
                <a:gd name="connsiteY4" fmla="*/ 2936930 h 5177980"/>
                <a:gd name="connsiteX5" fmla="*/ 3661641 w 6156349"/>
                <a:gd name="connsiteY5" fmla="*/ 5092241 h 5177980"/>
                <a:gd name="connsiteX6" fmla="*/ 3640178 w 6156349"/>
                <a:gd name="connsiteY6" fmla="*/ 5094722 h 5177980"/>
                <a:gd name="connsiteX7" fmla="*/ 3640177 w 6156349"/>
                <a:gd name="connsiteY7" fmla="*/ 5094723 h 5177980"/>
                <a:gd name="connsiteX8" fmla="*/ 3490781 w 6156349"/>
                <a:gd name="connsiteY8" fmla="*/ 5111997 h 5177980"/>
                <a:gd name="connsiteX9" fmla="*/ 2506664 w 6156349"/>
                <a:gd name="connsiteY9" fmla="*/ 5177922 h 5177980"/>
                <a:gd name="connsiteX10" fmla="*/ 117493 w 6156349"/>
                <a:gd name="connsiteY10" fmla="*/ 4784845 h 5177980"/>
                <a:gd name="connsiteX11" fmla="*/ 0 w 6156349"/>
                <a:gd name="connsiteY11" fmla="*/ 4715251 h 517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6349" h="5177980">
                  <a:moveTo>
                    <a:pt x="0" y="4715251"/>
                  </a:moveTo>
                  <a:lnTo>
                    <a:pt x="1" y="0"/>
                  </a:lnTo>
                  <a:lnTo>
                    <a:pt x="5970397" y="0"/>
                  </a:lnTo>
                  <a:lnTo>
                    <a:pt x="6009936" y="185953"/>
                  </a:lnTo>
                  <a:cubicBezTo>
                    <a:pt x="6211949" y="1202440"/>
                    <a:pt x="6202026" y="2085942"/>
                    <a:pt x="5998060" y="2936930"/>
                  </a:cubicBezTo>
                  <a:cubicBezTo>
                    <a:pt x="5642855" y="4418699"/>
                    <a:pt x="5107076" y="4909507"/>
                    <a:pt x="3661641" y="5092241"/>
                  </a:cubicBezTo>
                  <a:lnTo>
                    <a:pt x="3640178" y="5094722"/>
                  </a:lnTo>
                  <a:lnTo>
                    <a:pt x="3640177" y="5094723"/>
                  </a:lnTo>
                  <a:lnTo>
                    <a:pt x="3490781" y="5111997"/>
                  </a:lnTo>
                  <a:cubicBezTo>
                    <a:pt x="3199148" y="5142775"/>
                    <a:pt x="2872838" y="5163132"/>
                    <a:pt x="2506664" y="5177922"/>
                  </a:cubicBezTo>
                  <a:cubicBezTo>
                    <a:pt x="1405192" y="5180974"/>
                    <a:pt x="651025" y="5064342"/>
                    <a:pt x="117493" y="4784845"/>
                  </a:cubicBezTo>
                  <a:lnTo>
                    <a:pt x="0" y="471525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DD854E2C-9358-821A-CB8F-84C9B45CCD6D}"/>
                </a:ext>
              </a:extLst>
            </p:cNvPr>
            <p:cNvSpPr/>
            <p:nvPr userDrawn="1"/>
          </p:nvSpPr>
          <p:spPr>
            <a:xfrm rot="5400000">
              <a:off x="6288836" y="-192835"/>
              <a:ext cx="5710329" cy="6095999"/>
            </a:xfrm>
            <a:custGeom>
              <a:avLst/>
              <a:gdLst>
                <a:gd name="connsiteX0" fmla="*/ 0 w 5710329"/>
                <a:gd name="connsiteY0" fmla="*/ 5753280 h 6095999"/>
                <a:gd name="connsiteX1" fmla="*/ 1 w 5710329"/>
                <a:gd name="connsiteY1" fmla="*/ 0 h 6095999"/>
                <a:gd name="connsiteX2" fmla="*/ 4879049 w 5710329"/>
                <a:gd name="connsiteY2" fmla="*/ 0 h 6095999"/>
                <a:gd name="connsiteX3" fmla="*/ 4908244 w 5710329"/>
                <a:gd name="connsiteY3" fmla="*/ 46647 h 6095999"/>
                <a:gd name="connsiteX4" fmla="*/ 5443554 w 5710329"/>
                <a:gd name="connsiteY4" fmla="*/ 1194582 h 6095999"/>
                <a:gd name="connsiteX5" fmla="*/ 3810471 w 5710329"/>
                <a:gd name="connsiteY5" fmla="*/ 4975765 h 6095999"/>
                <a:gd name="connsiteX6" fmla="*/ 3640177 w 5710329"/>
                <a:gd name="connsiteY6" fmla="*/ 5094722 h 6095999"/>
                <a:gd name="connsiteX7" fmla="*/ 3640175 w 5710329"/>
                <a:gd name="connsiteY7" fmla="*/ 5094722 h 6095999"/>
                <a:gd name="connsiteX8" fmla="*/ 3627189 w 5710329"/>
                <a:gd name="connsiteY8" fmla="*/ 5103794 h 6095999"/>
                <a:gd name="connsiteX9" fmla="*/ 25591 w 5710329"/>
                <a:gd name="connsiteY9" fmla="*/ 5770091 h 6095999"/>
                <a:gd name="connsiteX10" fmla="*/ 0 w 5710329"/>
                <a:gd name="connsiteY10" fmla="*/ 5753280 h 609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0329" h="6095999">
                  <a:moveTo>
                    <a:pt x="0" y="5753280"/>
                  </a:moveTo>
                  <a:lnTo>
                    <a:pt x="1" y="0"/>
                  </a:lnTo>
                  <a:lnTo>
                    <a:pt x="4879049" y="0"/>
                  </a:lnTo>
                  <a:lnTo>
                    <a:pt x="4908244" y="46647"/>
                  </a:lnTo>
                  <a:cubicBezTo>
                    <a:pt x="5131497" y="417493"/>
                    <a:pt x="5307586" y="797576"/>
                    <a:pt x="5443554" y="1194582"/>
                  </a:cubicBezTo>
                  <a:cubicBezTo>
                    <a:pt x="6055107" y="2980435"/>
                    <a:pt x="5657477" y="3673064"/>
                    <a:pt x="3810471" y="4975765"/>
                  </a:cubicBezTo>
                  <a:lnTo>
                    <a:pt x="3640177" y="5094722"/>
                  </a:lnTo>
                  <a:lnTo>
                    <a:pt x="3640175" y="5094722"/>
                  </a:lnTo>
                  <a:lnTo>
                    <a:pt x="3627189" y="5103794"/>
                  </a:lnTo>
                  <a:cubicBezTo>
                    <a:pt x="1938856" y="6181146"/>
                    <a:pt x="979798" y="6345006"/>
                    <a:pt x="25591" y="5770091"/>
                  </a:cubicBezTo>
                  <a:lnTo>
                    <a:pt x="0" y="57532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2" name="Picture Placeholder 51">
            <a:extLst>
              <a:ext uri="{FF2B5EF4-FFF2-40B4-BE49-F238E27FC236}">
                <a16:creationId xmlns:a16="http://schemas.microsoft.com/office/drawing/2014/main" id="{30BE9DD6-6822-1047-7D0E-C2815BE35553}"/>
              </a:ext>
            </a:extLst>
          </p:cNvPr>
          <p:cNvSpPr>
            <a:spLocks noGrp="1"/>
          </p:cNvSpPr>
          <p:nvPr>
            <p:ph type="pic" sz="quarter" idx="37"/>
          </p:nvPr>
        </p:nvSpPr>
        <p:spPr>
          <a:xfrm>
            <a:off x="7014018" y="1"/>
            <a:ext cx="5177982" cy="5710329"/>
          </a:xfrm>
          <a:custGeom>
            <a:avLst/>
            <a:gdLst>
              <a:gd name="connsiteX0" fmla="*/ 462730 w 5177982"/>
              <a:gd name="connsiteY0" fmla="*/ 0 h 5710329"/>
              <a:gd name="connsiteX1" fmla="*/ 5177982 w 5177982"/>
              <a:gd name="connsiteY1" fmla="*/ 1 h 5710329"/>
              <a:gd name="connsiteX2" fmla="*/ 5177982 w 5177982"/>
              <a:gd name="connsiteY2" fmla="*/ 4879049 h 5710329"/>
              <a:gd name="connsiteX3" fmla="*/ 5131335 w 5177982"/>
              <a:gd name="connsiteY3" fmla="*/ 4908244 h 5710329"/>
              <a:gd name="connsiteX4" fmla="*/ 3983400 w 5177982"/>
              <a:gd name="connsiteY4" fmla="*/ 5443554 h 5710329"/>
              <a:gd name="connsiteX5" fmla="*/ 202217 w 5177982"/>
              <a:gd name="connsiteY5" fmla="*/ 3810471 h 5710329"/>
              <a:gd name="connsiteX6" fmla="*/ 83260 w 5177982"/>
              <a:gd name="connsiteY6" fmla="*/ 3640177 h 5710329"/>
              <a:gd name="connsiteX7" fmla="*/ 83260 w 5177982"/>
              <a:gd name="connsiteY7" fmla="*/ 3640175 h 5710329"/>
              <a:gd name="connsiteX8" fmla="*/ 83258 w 5177982"/>
              <a:gd name="connsiteY8" fmla="*/ 3640172 h 5710329"/>
              <a:gd name="connsiteX9" fmla="*/ 65984 w 5177982"/>
              <a:gd name="connsiteY9" fmla="*/ 3490780 h 5710329"/>
              <a:gd name="connsiteX10" fmla="*/ 59 w 5177982"/>
              <a:gd name="connsiteY10" fmla="*/ 2506663 h 5710329"/>
              <a:gd name="connsiteX11" fmla="*/ 393136 w 5177982"/>
              <a:gd name="connsiteY11" fmla="*/ 117493 h 571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77982" h="5710329">
                <a:moveTo>
                  <a:pt x="462730" y="0"/>
                </a:moveTo>
                <a:lnTo>
                  <a:pt x="5177982" y="1"/>
                </a:lnTo>
                <a:lnTo>
                  <a:pt x="5177982" y="4879049"/>
                </a:lnTo>
                <a:lnTo>
                  <a:pt x="5131335" y="4908244"/>
                </a:lnTo>
                <a:cubicBezTo>
                  <a:pt x="4760489" y="5131497"/>
                  <a:pt x="4380406" y="5307586"/>
                  <a:pt x="3983400" y="5443554"/>
                </a:cubicBezTo>
                <a:cubicBezTo>
                  <a:pt x="2197547" y="6055107"/>
                  <a:pt x="1504918" y="5657477"/>
                  <a:pt x="202217" y="3810471"/>
                </a:cubicBezTo>
                <a:lnTo>
                  <a:pt x="83260" y="3640177"/>
                </a:lnTo>
                <a:lnTo>
                  <a:pt x="83260" y="3640175"/>
                </a:lnTo>
                <a:lnTo>
                  <a:pt x="83258" y="3640172"/>
                </a:lnTo>
                <a:lnTo>
                  <a:pt x="65984" y="3490780"/>
                </a:lnTo>
                <a:cubicBezTo>
                  <a:pt x="35206" y="3199147"/>
                  <a:pt x="14849" y="2872837"/>
                  <a:pt x="59" y="2506663"/>
                </a:cubicBezTo>
                <a:cubicBezTo>
                  <a:pt x="-2993" y="1405192"/>
                  <a:pt x="113639" y="651025"/>
                  <a:pt x="393136" y="117493"/>
                </a:cubicBezTo>
                <a:close/>
              </a:path>
            </a:pathLst>
          </a:custGeom>
          <a:solidFill>
            <a:schemeClr val="bg2"/>
          </a:solidFill>
        </p:spPr>
        <p:txBody>
          <a:bodyPr wrap="square">
            <a:noAutofit/>
          </a:bodyPr>
          <a:lstStyle/>
          <a:p>
            <a:endParaRPr lang="en-US"/>
          </a:p>
        </p:txBody>
      </p:sp>
      <p:sp>
        <p:nvSpPr>
          <p:cNvPr id="3" name="TextBox 2">
            <a:extLst>
              <a:ext uri="{FF2B5EF4-FFF2-40B4-BE49-F238E27FC236}">
                <a16:creationId xmlns:a16="http://schemas.microsoft.com/office/drawing/2014/main" id="{D2622DAF-781C-8302-2A81-DF0C48E777E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0997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Picture_Copy_1">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id="{773388A9-E747-7EDA-8C21-548BFC4CDC70}"/>
              </a:ext>
            </a:extLst>
          </p:cNvPr>
          <p:cNvSpPr/>
          <p:nvPr userDrawn="1"/>
        </p:nvSpPr>
        <p:spPr>
          <a:xfrm>
            <a:off x="6260122" y="0"/>
            <a:ext cx="5931879" cy="6050630"/>
          </a:xfrm>
          <a:custGeom>
            <a:avLst/>
            <a:gdLst>
              <a:gd name="connsiteX0" fmla="*/ 44257 w 5931879"/>
              <a:gd name="connsiteY0" fmla="*/ 0 h 6050630"/>
              <a:gd name="connsiteX1" fmla="*/ 84209 w 5931879"/>
              <a:gd name="connsiteY1" fmla="*/ 0 h 6050630"/>
              <a:gd name="connsiteX2" fmla="*/ 67168 w 5931879"/>
              <a:gd name="connsiteY2" fmla="*/ 134102 h 6050630"/>
              <a:gd name="connsiteX3" fmla="*/ 39641 w 5931879"/>
              <a:gd name="connsiteY3" fmla="*/ 679242 h 6050630"/>
              <a:gd name="connsiteX4" fmla="*/ 5371388 w 5931879"/>
              <a:gd name="connsiteY4" fmla="*/ 6010989 h 6050630"/>
              <a:gd name="connsiteX5" fmla="*/ 5916528 w 5931879"/>
              <a:gd name="connsiteY5" fmla="*/ 5983462 h 6050630"/>
              <a:gd name="connsiteX6" fmla="*/ 5931879 w 5931879"/>
              <a:gd name="connsiteY6" fmla="*/ 5981512 h 6050630"/>
              <a:gd name="connsiteX7" fmla="*/ 5931879 w 5931879"/>
              <a:gd name="connsiteY7" fmla="*/ 6021463 h 6050630"/>
              <a:gd name="connsiteX8" fmla="*/ 5920581 w 5931879"/>
              <a:gd name="connsiteY8" fmla="*/ 6022898 h 6050630"/>
              <a:gd name="connsiteX9" fmla="*/ 5371388 w 5931879"/>
              <a:gd name="connsiteY9" fmla="*/ 6050630 h 6050630"/>
              <a:gd name="connsiteX10" fmla="*/ 0 w 5931879"/>
              <a:gd name="connsiteY10" fmla="*/ 679242 h 6050630"/>
              <a:gd name="connsiteX11" fmla="*/ 27732 w 5931879"/>
              <a:gd name="connsiteY11" fmla="*/ 130049 h 6050630"/>
              <a:gd name="connsiteX12" fmla="*/ 44257 w 5931879"/>
              <a:gd name="connsiteY12" fmla="*/ 0 h 605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31879" h="6050630">
                <a:moveTo>
                  <a:pt x="44257" y="0"/>
                </a:moveTo>
                <a:lnTo>
                  <a:pt x="84209" y="0"/>
                </a:lnTo>
                <a:lnTo>
                  <a:pt x="67168" y="134102"/>
                </a:lnTo>
                <a:cubicBezTo>
                  <a:pt x="48966" y="313340"/>
                  <a:pt x="39641" y="495202"/>
                  <a:pt x="39641" y="679242"/>
                </a:cubicBezTo>
                <a:cubicBezTo>
                  <a:pt x="39641" y="3623885"/>
                  <a:pt x="2426745" y="6010989"/>
                  <a:pt x="5371388" y="6010989"/>
                </a:cubicBezTo>
                <a:cubicBezTo>
                  <a:pt x="5555428" y="6010989"/>
                  <a:pt x="5737290" y="6001665"/>
                  <a:pt x="5916528" y="5983462"/>
                </a:cubicBezTo>
                <a:lnTo>
                  <a:pt x="5931879" y="5981512"/>
                </a:lnTo>
                <a:lnTo>
                  <a:pt x="5931879" y="6021463"/>
                </a:lnTo>
                <a:lnTo>
                  <a:pt x="5920581" y="6022898"/>
                </a:lnTo>
                <a:cubicBezTo>
                  <a:pt x="5740011" y="6041236"/>
                  <a:pt x="5556796" y="6050630"/>
                  <a:pt x="5371388" y="6050630"/>
                </a:cubicBezTo>
                <a:cubicBezTo>
                  <a:pt x="2404852" y="6050630"/>
                  <a:pt x="0" y="3645778"/>
                  <a:pt x="0" y="679242"/>
                </a:cubicBezTo>
                <a:cubicBezTo>
                  <a:pt x="0" y="493834"/>
                  <a:pt x="9394" y="310619"/>
                  <a:pt x="27732" y="130049"/>
                </a:cubicBezTo>
                <a:lnTo>
                  <a:pt x="44257"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Picture Placeholder 11">
            <a:extLst>
              <a:ext uri="{FF2B5EF4-FFF2-40B4-BE49-F238E27FC236}">
                <a16:creationId xmlns:a16="http://schemas.microsoft.com/office/drawing/2014/main" id="{22806B29-202A-577C-44A6-3088729BE5FF}"/>
              </a:ext>
            </a:extLst>
          </p:cNvPr>
          <p:cNvSpPr>
            <a:spLocks noGrp="1"/>
          </p:cNvSpPr>
          <p:nvPr>
            <p:ph type="pic" sz="quarter" idx="35"/>
          </p:nvPr>
        </p:nvSpPr>
        <p:spPr>
          <a:xfrm>
            <a:off x="6660208" y="3397"/>
            <a:ext cx="5083174" cy="6063134"/>
          </a:xfrm>
          <a:custGeom>
            <a:avLst/>
            <a:gdLst>
              <a:gd name="connsiteX0" fmla="*/ 0 w 5083174"/>
              <a:gd name="connsiteY0" fmla="*/ 0 h 6063134"/>
              <a:gd name="connsiteX1" fmla="*/ 5083174 w 5083174"/>
              <a:gd name="connsiteY1" fmla="*/ 0 h 6063134"/>
              <a:gd name="connsiteX2" fmla="*/ 5083174 w 5083174"/>
              <a:gd name="connsiteY2" fmla="*/ 3521546 h 6063134"/>
              <a:gd name="connsiteX3" fmla="*/ 2541586 w 5083174"/>
              <a:gd name="connsiteY3" fmla="*/ 6063134 h 6063134"/>
              <a:gd name="connsiteX4" fmla="*/ 13120 w 5083174"/>
              <a:gd name="connsiteY4" fmla="*/ 3781409 h 6063134"/>
              <a:gd name="connsiteX5" fmla="*/ 0 w 5083174"/>
              <a:gd name="connsiteY5" fmla="*/ 3521585 h 606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83174" h="6063134">
                <a:moveTo>
                  <a:pt x="0" y="0"/>
                </a:moveTo>
                <a:lnTo>
                  <a:pt x="5083174" y="0"/>
                </a:lnTo>
                <a:lnTo>
                  <a:pt x="5083174" y="3521546"/>
                </a:lnTo>
                <a:cubicBezTo>
                  <a:pt x="5083174" y="4925226"/>
                  <a:pt x="3945266" y="6063134"/>
                  <a:pt x="2541586" y="6063134"/>
                </a:cubicBezTo>
                <a:cubicBezTo>
                  <a:pt x="1225636" y="6063134"/>
                  <a:pt x="143275" y="5063020"/>
                  <a:pt x="13120" y="3781409"/>
                </a:cubicBezTo>
                <a:lnTo>
                  <a:pt x="0" y="3521585"/>
                </a:lnTo>
                <a:close/>
              </a:path>
            </a:pathLst>
          </a:custGeom>
          <a:solidFill>
            <a:schemeClr val="bg2"/>
          </a:solidFill>
        </p:spPr>
        <p:txBody>
          <a:bodyPr wrap="square" anchor="ctr">
            <a:noAutofit/>
          </a:bodyPr>
          <a:lstStyle>
            <a:lvl1pPr algn="ctr">
              <a:defRPr/>
            </a:lvl1pPr>
          </a:lstStyle>
          <a:p>
            <a:endParaRPr lang="en-US"/>
          </a:p>
        </p:txBody>
      </p:sp>
      <p:sp>
        <p:nvSpPr>
          <p:cNvPr id="6" name="Content Placeholder 2">
            <a:extLst>
              <a:ext uri="{FF2B5EF4-FFF2-40B4-BE49-F238E27FC236}">
                <a16:creationId xmlns:a16="http://schemas.microsoft.com/office/drawing/2014/main" id="{475FC821-31E7-183F-9B69-A64A5A429D2F}"/>
              </a:ext>
            </a:extLst>
          </p:cNvPr>
          <p:cNvSpPr>
            <a:spLocks noGrp="1"/>
          </p:cNvSpPr>
          <p:nvPr>
            <p:ph sz="half" idx="1"/>
          </p:nvPr>
        </p:nvSpPr>
        <p:spPr>
          <a:xfrm>
            <a:off x="612648" y="2286000"/>
            <a:ext cx="5303520" cy="3667978"/>
          </a:xfrm>
        </p:spPr>
        <p:txBody>
          <a:bodyPr/>
          <a:lstStyle>
            <a:lvl1pPr>
              <a:lnSpc>
                <a:spcPct val="120000"/>
              </a:lnSpc>
              <a:defRPr sz="1600" b="0" i="0">
                <a:solidFill>
                  <a:schemeClr val="tx1"/>
                </a:solidFill>
                <a:latin typeface="+mn-lt"/>
              </a:defRPr>
            </a:lvl1pPr>
            <a:lvl2pPr>
              <a:lnSpc>
                <a:spcPct val="120000"/>
              </a:lnSpc>
              <a:defRPr sz="1600" b="0" i="0">
                <a:solidFill>
                  <a:schemeClr val="tx1"/>
                </a:solidFill>
                <a:latin typeface="+mn-lt"/>
              </a:defRPr>
            </a:lvl2pPr>
            <a:lvl3pPr>
              <a:lnSpc>
                <a:spcPct val="120000"/>
              </a:lnSpc>
              <a:defRPr sz="16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34D81A3-6DF7-EF47-552D-C05B137AF826}"/>
              </a:ext>
            </a:extLst>
          </p:cNvPr>
          <p:cNvSpPr>
            <a:spLocks noGrp="1"/>
          </p:cNvSpPr>
          <p:nvPr>
            <p:ph type="title"/>
          </p:nvPr>
        </p:nvSpPr>
        <p:spPr>
          <a:xfrm>
            <a:off x="612648" y="706056"/>
            <a:ext cx="5303520" cy="1471584"/>
          </a:xfrm>
          <a:prstGeom prst="rect">
            <a:avLst/>
          </a:prstGeom>
        </p:spPr>
        <p:txBody>
          <a:bodyPr anchor="b" anchorCtr="0">
            <a:noAutofit/>
          </a:bodyPr>
          <a:lstStyle>
            <a:lvl1pPr>
              <a:defRPr>
                <a:latin typeface="+mj-lt"/>
              </a:defRPr>
            </a:lvl1pPr>
          </a:lstStyle>
          <a:p>
            <a:r>
              <a:rPr lang="en-US"/>
              <a:t>Click to edit Master title style</a:t>
            </a:r>
          </a:p>
        </p:txBody>
      </p:sp>
      <p:sp>
        <p:nvSpPr>
          <p:cNvPr id="3" name="TextBox 2">
            <a:extLst>
              <a:ext uri="{FF2B5EF4-FFF2-40B4-BE49-F238E27FC236}">
                <a16:creationId xmlns:a16="http://schemas.microsoft.com/office/drawing/2014/main" id="{522FB87F-438F-5A54-E7D7-2EE9055BB66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19180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Picture_Copy_4">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71A3A2E4-6B4A-D6DC-7C75-7B6BE454E338}"/>
              </a:ext>
            </a:extLst>
          </p:cNvPr>
          <p:cNvSpPr>
            <a:spLocks noChangeAspect="1"/>
          </p:cNvSpPr>
          <p:nvPr userDrawn="1"/>
        </p:nvSpPr>
        <p:spPr>
          <a:xfrm rot="16200000">
            <a:off x="6512572" y="1178571"/>
            <a:ext cx="6323304" cy="5035552"/>
          </a:xfrm>
          <a:custGeom>
            <a:avLst/>
            <a:gdLst>
              <a:gd name="connsiteX0" fmla="*/ 6323304 w 6323304"/>
              <a:gd name="connsiteY0" fmla="*/ 2517776 h 5035552"/>
              <a:gd name="connsiteX1" fmla="*/ 6323303 w 6323304"/>
              <a:gd name="connsiteY1" fmla="*/ 2517776 h 5035552"/>
              <a:gd name="connsiteX2" fmla="*/ 3805527 w 6323304"/>
              <a:gd name="connsiteY2" fmla="*/ 5035552 h 5035552"/>
              <a:gd name="connsiteX3" fmla="*/ 0 w 6323304"/>
              <a:gd name="connsiteY3" fmla="*/ 5035551 h 5035552"/>
              <a:gd name="connsiteX4" fmla="*/ 0 w 6323304"/>
              <a:gd name="connsiteY4" fmla="*/ 0 h 5035552"/>
              <a:gd name="connsiteX5" fmla="*/ 3805528 w 6323304"/>
              <a:gd name="connsiteY5" fmla="*/ 0 h 5035552"/>
              <a:gd name="connsiteX6" fmla="*/ 6323304 w 6323304"/>
              <a:gd name="connsiteY6" fmla="*/ 2517776 h 5035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3304" h="5035552">
                <a:moveTo>
                  <a:pt x="6323304" y="2517776"/>
                </a:moveTo>
                <a:lnTo>
                  <a:pt x="6323303" y="2517776"/>
                </a:lnTo>
                <a:cubicBezTo>
                  <a:pt x="6323303" y="3908305"/>
                  <a:pt x="5196056" y="5035552"/>
                  <a:pt x="3805527" y="5035552"/>
                </a:cubicBezTo>
                <a:lnTo>
                  <a:pt x="0" y="5035551"/>
                </a:lnTo>
                <a:lnTo>
                  <a:pt x="0" y="0"/>
                </a:lnTo>
                <a:lnTo>
                  <a:pt x="3805528" y="0"/>
                </a:lnTo>
                <a:cubicBezTo>
                  <a:pt x="5196057" y="0"/>
                  <a:pt x="6323304" y="1127247"/>
                  <a:pt x="6323304" y="2517776"/>
                </a:cubicBezTo>
                <a:close/>
              </a:path>
            </a:pathLst>
          </a:custGeom>
          <a:solidFill>
            <a:schemeClr val="accent1">
              <a:lumMod val="40000"/>
              <a:lumOff val="60000"/>
            </a:scheme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9" name="Freeform 8">
            <a:extLst>
              <a:ext uri="{FF2B5EF4-FFF2-40B4-BE49-F238E27FC236}">
                <a16:creationId xmlns:a16="http://schemas.microsoft.com/office/drawing/2014/main" id="{7BB02B3F-2E42-6B61-7D0C-C36667361568}"/>
              </a:ext>
            </a:extLst>
          </p:cNvPr>
          <p:cNvSpPr>
            <a:spLocks noChangeAspect="1"/>
          </p:cNvSpPr>
          <p:nvPr userDrawn="1"/>
        </p:nvSpPr>
        <p:spPr>
          <a:xfrm rot="16200000">
            <a:off x="5785074" y="3467920"/>
            <a:ext cx="3861138" cy="3049650"/>
          </a:xfrm>
          <a:custGeom>
            <a:avLst/>
            <a:gdLst>
              <a:gd name="connsiteX0" fmla="*/ 3795824 w 3795824"/>
              <a:gd name="connsiteY0" fmla="*/ 1524825 h 3049650"/>
              <a:gd name="connsiteX1" fmla="*/ 2270999 w 3795824"/>
              <a:gd name="connsiteY1" fmla="*/ 3049650 h 3049650"/>
              <a:gd name="connsiteX2" fmla="*/ 0 w 3795824"/>
              <a:gd name="connsiteY2" fmla="*/ 3049650 h 3049650"/>
              <a:gd name="connsiteX3" fmla="*/ 0 w 3795824"/>
              <a:gd name="connsiteY3" fmla="*/ 0 h 3049650"/>
              <a:gd name="connsiteX4" fmla="*/ 2270999 w 3795824"/>
              <a:gd name="connsiteY4" fmla="*/ 0 h 3049650"/>
              <a:gd name="connsiteX5" fmla="*/ 3795824 w 3795824"/>
              <a:gd name="connsiteY5" fmla="*/ 1524825 h 304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95824" h="3049650">
                <a:moveTo>
                  <a:pt x="3795824" y="1524825"/>
                </a:moveTo>
                <a:cubicBezTo>
                  <a:pt x="3795824" y="2366963"/>
                  <a:pt x="3113137" y="3049650"/>
                  <a:pt x="2270999" y="3049650"/>
                </a:cubicBezTo>
                <a:lnTo>
                  <a:pt x="0" y="3049650"/>
                </a:lnTo>
                <a:lnTo>
                  <a:pt x="0" y="0"/>
                </a:lnTo>
                <a:lnTo>
                  <a:pt x="2270999" y="0"/>
                </a:lnTo>
                <a:cubicBezTo>
                  <a:pt x="3113137" y="0"/>
                  <a:pt x="3795824" y="682687"/>
                  <a:pt x="3795824" y="1524825"/>
                </a:cubicBezTo>
                <a:close/>
              </a:path>
            </a:pathLst>
          </a:custGeom>
          <a:no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0" name="Title 1">
            <a:extLst>
              <a:ext uri="{FF2B5EF4-FFF2-40B4-BE49-F238E27FC236}">
                <a16:creationId xmlns:a16="http://schemas.microsoft.com/office/drawing/2014/main" id="{324425F0-C1D7-E160-5B19-E895C5FA899D}"/>
              </a:ext>
            </a:extLst>
          </p:cNvPr>
          <p:cNvSpPr>
            <a:spLocks noGrp="1"/>
          </p:cNvSpPr>
          <p:nvPr>
            <p:ph type="title"/>
          </p:nvPr>
        </p:nvSpPr>
        <p:spPr>
          <a:xfrm>
            <a:off x="939771" y="714436"/>
            <a:ext cx="4560105" cy="1776288"/>
          </a:xfrm>
          <a:prstGeom prst="rect">
            <a:avLst/>
          </a:prstGeom>
        </p:spPr>
        <p:txBody>
          <a:bodyPr anchor="b">
            <a:noAutofit/>
          </a:bodyPr>
          <a:lstStyle>
            <a:lvl1pPr>
              <a:defRPr sz="3600">
                <a:latin typeface="+mj-lt"/>
              </a:defRPr>
            </a:lvl1pPr>
          </a:lstStyle>
          <a:p>
            <a:r>
              <a:rPr lang="en-US"/>
              <a:t>Click to edit Master title style</a:t>
            </a:r>
          </a:p>
        </p:txBody>
      </p:sp>
      <p:sp>
        <p:nvSpPr>
          <p:cNvPr id="11" name="Text Placeholder 4">
            <a:extLst>
              <a:ext uri="{FF2B5EF4-FFF2-40B4-BE49-F238E27FC236}">
                <a16:creationId xmlns:a16="http://schemas.microsoft.com/office/drawing/2014/main" id="{09E1A1FD-865C-C300-5048-0510199D98BB}"/>
              </a:ext>
            </a:extLst>
          </p:cNvPr>
          <p:cNvSpPr>
            <a:spLocks noGrp="1"/>
          </p:cNvSpPr>
          <p:nvPr>
            <p:ph type="body" sz="quarter" idx="12"/>
          </p:nvPr>
        </p:nvSpPr>
        <p:spPr>
          <a:xfrm>
            <a:off x="939771" y="2594492"/>
            <a:ext cx="4560104" cy="2464352"/>
          </a:xfrm>
          <a:prstGeom prst="rect">
            <a:avLst/>
          </a:prstGeom>
        </p:spPr>
        <p:txBody>
          <a:bodyPr/>
          <a:lstStyle>
            <a:lvl1pPr marL="0" indent="0">
              <a:lnSpc>
                <a:spcPct val="120000"/>
              </a:lnSpc>
              <a:buNone/>
              <a:defRPr sz="2000">
                <a:solidFill>
                  <a:schemeClr val="tx1"/>
                </a:solidFill>
              </a:defRPr>
            </a:lvl1pPr>
            <a:lvl2pPr marL="374439" indent="0">
              <a:lnSpc>
                <a:spcPct val="120000"/>
              </a:lnSpc>
              <a:buNone/>
              <a:defRPr sz="2000">
                <a:solidFill>
                  <a:schemeClr val="tx1"/>
                </a:solidFill>
              </a:defRPr>
            </a:lvl2pPr>
            <a:lvl3pPr marL="748878" indent="0">
              <a:lnSpc>
                <a:spcPct val="120000"/>
              </a:lnSpc>
              <a:buNone/>
              <a:defRPr sz="2000">
                <a:solidFill>
                  <a:schemeClr val="tx1"/>
                </a:solidFill>
              </a:defRPr>
            </a:lvl3pPr>
            <a:lvl4pPr marL="1123316" indent="0">
              <a:lnSpc>
                <a:spcPct val="120000"/>
              </a:lnSpc>
              <a:buNone/>
              <a:defRPr sz="2000">
                <a:solidFill>
                  <a:schemeClr val="tx1"/>
                </a:solidFill>
              </a:defRPr>
            </a:lvl4pPr>
            <a:lvl5pPr marL="1497755" indent="0">
              <a:lnSpc>
                <a:spcPct val="12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AD438BF8-06A4-79A5-8E78-62B693B2F09E}"/>
              </a:ext>
            </a:extLst>
          </p:cNvPr>
          <p:cNvSpPr>
            <a:spLocks noGrp="1"/>
          </p:cNvSpPr>
          <p:nvPr>
            <p:ph type="pic" sz="quarter" idx="13"/>
          </p:nvPr>
        </p:nvSpPr>
        <p:spPr>
          <a:xfrm>
            <a:off x="6683005" y="795336"/>
            <a:ext cx="5114925" cy="6062664"/>
          </a:xfrm>
          <a:prstGeom prst="round2SameRect">
            <a:avLst>
              <a:gd name="adj1" fmla="val 50000"/>
              <a:gd name="adj2" fmla="val 0"/>
            </a:avLst>
          </a:prstGeom>
          <a:solidFill>
            <a:schemeClr val="bg2"/>
          </a:solidFill>
        </p:spPr>
        <p:txBody>
          <a:bodyPr/>
          <a:lstStyle/>
          <a:p>
            <a:endParaRPr lang="en-US"/>
          </a:p>
        </p:txBody>
      </p:sp>
      <p:sp>
        <p:nvSpPr>
          <p:cNvPr id="2" name="TextBox 1">
            <a:extLst>
              <a:ext uri="{FF2B5EF4-FFF2-40B4-BE49-F238E27FC236}">
                <a16:creationId xmlns:a16="http://schemas.microsoft.com/office/drawing/2014/main" id="{A023A4B6-69C8-4006-18AA-5F4E608A2167}"/>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936820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icture_Copy_5">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FE02F90C-74F6-F95E-512C-8457F5D9DEBC}"/>
              </a:ext>
            </a:extLst>
          </p:cNvPr>
          <p:cNvSpPr>
            <a:spLocks noChangeAspect="1"/>
          </p:cNvSpPr>
          <p:nvPr/>
        </p:nvSpPr>
        <p:spPr>
          <a:xfrm rot="5400000" flipH="1">
            <a:off x="-643877" y="1178572"/>
            <a:ext cx="6323304" cy="5035553"/>
          </a:xfrm>
          <a:custGeom>
            <a:avLst/>
            <a:gdLst>
              <a:gd name="connsiteX0" fmla="*/ 6323304 w 6323304"/>
              <a:gd name="connsiteY0" fmla="*/ 2517777 h 5035553"/>
              <a:gd name="connsiteX1" fmla="*/ 3805528 w 6323304"/>
              <a:gd name="connsiteY1" fmla="*/ 0 h 5035553"/>
              <a:gd name="connsiteX2" fmla="*/ 0 w 6323304"/>
              <a:gd name="connsiteY2" fmla="*/ 0 h 5035553"/>
              <a:gd name="connsiteX3" fmla="*/ 0 w 6323304"/>
              <a:gd name="connsiteY3" fmla="*/ 5035552 h 5035553"/>
              <a:gd name="connsiteX4" fmla="*/ 3805527 w 6323304"/>
              <a:gd name="connsiteY4" fmla="*/ 5035553 h 5035553"/>
              <a:gd name="connsiteX5" fmla="*/ 6323303 w 6323304"/>
              <a:gd name="connsiteY5" fmla="*/ 2517777 h 5035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3304" h="5035553">
                <a:moveTo>
                  <a:pt x="6323304" y="2517777"/>
                </a:moveTo>
                <a:cubicBezTo>
                  <a:pt x="6323304" y="1127248"/>
                  <a:pt x="5196057" y="0"/>
                  <a:pt x="3805528" y="0"/>
                </a:cubicBezTo>
                <a:lnTo>
                  <a:pt x="0" y="0"/>
                </a:lnTo>
                <a:lnTo>
                  <a:pt x="0" y="5035552"/>
                </a:lnTo>
                <a:lnTo>
                  <a:pt x="3805527" y="5035553"/>
                </a:lnTo>
                <a:cubicBezTo>
                  <a:pt x="5196056" y="5035553"/>
                  <a:pt x="6323303" y="3908306"/>
                  <a:pt x="6323303" y="2517777"/>
                </a:cubicBezTo>
                <a:close/>
              </a:path>
            </a:pathLst>
          </a:custGeom>
          <a:solidFill>
            <a:schemeClr val="accent1">
              <a:lumMod val="40000"/>
              <a:lumOff val="60000"/>
            </a:scheme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7" name="Freeform 6">
            <a:extLst>
              <a:ext uri="{FF2B5EF4-FFF2-40B4-BE49-F238E27FC236}">
                <a16:creationId xmlns:a16="http://schemas.microsoft.com/office/drawing/2014/main" id="{30BDEC91-7754-A8C6-087E-3442A8D61E4D}"/>
              </a:ext>
            </a:extLst>
          </p:cNvPr>
          <p:cNvSpPr>
            <a:spLocks noChangeAspect="1"/>
          </p:cNvSpPr>
          <p:nvPr/>
        </p:nvSpPr>
        <p:spPr>
          <a:xfrm rot="5400000" flipH="1">
            <a:off x="2553045" y="3460663"/>
            <a:ext cx="3846624" cy="3049650"/>
          </a:xfrm>
          <a:custGeom>
            <a:avLst/>
            <a:gdLst>
              <a:gd name="connsiteX0" fmla="*/ 3795824 w 3795824"/>
              <a:gd name="connsiteY0" fmla="*/ 1524825 h 3049650"/>
              <a:gd name="connsiteX1" fmla="*/ 2270999 w 3795824"/>
              <a:gd name="connsiteY1" fmla="*/ 0 h 3049650"/>
              <a:gd name="connsiteX2" fmla="*/ 0 w 3795824"/>
              <a:gd name="connsiteY2" fmla="*/ 0 h 3049650"/>
              <a:gd name="connsiteX3" fmla="*/ 0 w 3795824"/>
              <a:gd name="connsiteY3" fmla="*/ 3049650 h 3049650"/>
              <a:gd name="connsiteX4" fmla="*/ 2270999 w 3795824"/>
              <a:gd name="connsiteY4" fmla="*/ 3049650 h 3049650"/>
              <a:gd name="connsiteX5" fmla="*/ 3795824 w 3795824"/>
              <a:gd name="connsiteY5" fmla="*/ 1524825 h 304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95824" h="3049650">
                <a:moveTo>
                  <a:pt x="3795824" y="1524825"/>
                </a:moveTo>
                <a:cubicBezTo>
                  <a:pt x="3795824" y="682686"/>
                  <a:pt x="3113137" y="0"/>
                  <a:pt x="2270999" y="0"/>
                </a:cubicBezTo>
                <a:lnTo>
                  <a:pt x="0" y="0"/>
                </a:lnTo>
                <a:lnTo>
                  <a:pt x="0" y="3049650"/>
                </a:lnTo>
                <a:lnTo>
                  <a:pt x="2270999" y="3049650"/>
                </a:lnTo>
                <a:cubicBezTo>
                  <a:pt x="3113137" y="3049650"/>
                  <a:pt x="3795824" y="2366963"/>
                  <a:pt x="3795824" y="1524825"/>
                </a:cubicBezTo>
                <a:close/>
              </a:path>
            </a:pathLst>
          </a:custGeom>
          <a:no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6" name="Title 1">
            <a:extLst>
              <a:ext uri="{FF2B5EF4-FFF2-40B4-BE49-F238E27FC236}">
                <a16:creationId xmlns:a16="http://schemas.microsoft.com/office/drawing/2014/main" id="{6FD96B0C-061B-CBA3-23B7-6B8079B03AD0}"/>
              </a:ext>
            </a:extLst>
          </p:cNvPr>
          <p:cNvSpPr>
            <a:spLocks noGrp="1"/>
          </p:cNvSpPr>
          <p:nvPr userDrawn="1">
            <p:ph type="title"/>
          </p:nvPr>
        </p:nvSpPr>
        <p:spPr>
          <a:xfrm>
            <a:off x="6872221" y="714436"/>
            <a:ext cx="4560105" cy="1776288"/>
          </a:xfrm>
          <a:prstGeom prst="rect">
            <a:avLst/>
          </a:prstGeom>
        </p:spPr>
        <p:txBody>
          <a:bodyPr anchor="b">
            <a:noAutofit/>
          </a:bodyPr>
          <a:lstStyle>
            <a:lvl1pPr>
              <a:defRPr sz="3600">
                <a:latin typeface="+mj-lt"/>
              </a:defRPr>
            </a:lvl1pPr>
          </a:lstStyle>
          <a:p>
            <a:r>
              <a:rPr lang="en-US"/>
              <a:t>Click to edit Master title style</a:t>
            </a:r>
          </a:p>
        </p:txBody>
      </p:sp>
      <p:sp>
        <p:nvSpPr>
          <p:cNvPr id="17" name="Text Placeholder 4">
            <a:extLst>
              <a:ext uri="{FF2B5EF4-FFF2-40B4-BE49-F238E27FC236}">
                <a16:creationId xmlns:a16="http://schemas.microsoft.com/office/drawing/2014/main" id="{222ACBF1-C9AC-D836-08EE-05707CE7392F}"/>
              </a:ext>
            </a:extLst>
          </p:cNvPr>
          <p:cNvSpPr>
            <a:spLocks noGrp="1"/>
          </p:cNvSpPr>
          <p:nvPr userDrawn="1">
            <p:ph type="body" sz="quarter" idx="12"/>
          </p:nvPr>
        </p:nvSpPr>
        <p:spPr>
          <a:xfrm>
            <a:off x="6872220" y="2594492"/>
            <a:ext cx="4560105" cy="2464352"/>
          </a:xfrm>
          <a:prstGeom prst="rect">
            <a:avLst/>
          </a:prstGeom>
        </p:spPr>
        <p:txBody>
          <a:bodyPr/>
          <a:lstStyle>
            <a:lvl1pPr marL="0" indent="0">
              <a:lnSpc>
                <a:spcPct val="120000"/>
              </a:lnSpc>
              <a:buNone/>
              <a:defRPr sz="2000">
                <a:solidFill>
                  <a:schemeClr val="tx1"/>
                </a:solidFill>
              </a:defRPr>
            </a:lvl1pPr>
            <a:lvl2pPr marL="374439" indent="0">
              <a:lnSpc>
                <a:spcPct val="120000"/>
              </a:lnSpc>
              <a:buNone/>
              <a:defRPr sz="2000">
                <a:solidFill>
                  <a:schemeClr val="tx1"/>
                </a:solidFill>
              </a:defRPr>
            </a:lvl2pPr>
            <a:lvl3pPr marL="748878" indent="0">
              <a:lnSpc>
                <a:spcPct val="120000"/>
              </a:lnSpc>
              <a:buNone/>
              <a:defRPr sz="2000">
                <a:solidFill>
                  <a:schemeClr val="tx1"/>
                </a:solidFill>
              </a:defRPr>
            </a:lvl3pPr>
            <a:lvl4pPr marL="1123316" indent="0">
              <a:lnSpc>
                <a:spcPct val="120000"/>
              </a:lnSpc>
              <a:buNone/>
              <a:defRPr sz="2000">
                <a:solidFill>
                  <a:schemeClr val="tx1"/>
                </a:solidFill>
              </a:defRPr>
            </a:lvl4pPr>
            <a:lvl5pPr marL="1497755" indent="0">
              <a:lnSpc>
                <a:spcPct val="12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0">
            <a:extLst>
              <a:ext uri="{FF2B5EF4-FFF2-40B4-BE49-F238E27FC236}">
                <a16:creationId xmlns:a16="http://schemas.microsoft.com/office/drawing/2014/main" id="{8A8804A2-E270-0D2F-FEA3-0233FFE56A0B}"/>
              </a:ext>
            </a:extLst>
          </p:cNvPr>
          <p:cNvSpPr>
            <a:spLocks noGrp="1"/>
          </p:cNvSpPr>
          <p:nvPr userDrawn="1">
            <p:ph type="pic" sz="quarter" idx="13"/>
          </p:nvPr>
        </p:nvSpPr>
        <p:spPr>
          <a:xfrm>
            <a:off x="522608" y="714375"/>
            <a:ext cx="5095875" cy="6143625"/>
          </a:xfrm>
          <a:prstGeom prst="round2SameRect">
            <a:avLst>
              <a:gd name="adj1" fmla="val 50000"/>
              <a:gd name="adj2" fmla="val 0"/>
            </a:avLst>
          </a:prstGeom>
          <a:solidFill>
            <a:schemeClr val="bg2"/>
          </a:solidFill>
        </p:spPr>
        <p:txBody>
          <a:bodyPr/>
          <a:lstStyle/>
          <a:p>
            <a:endParaRPr lang="en-US"/>
          </a:p>
        </p:txBody>
      </p:sp>
      <p:sp>
        <p:nvSpPr>
          <p:cNvPr id="2" name="TextBox 1">
            <a:extLst>
              <a:ext uri="{FF2B5EF4-FFF2-40B4-BE49-F238E27FC236}">
                <a16:creationId xmlns:a16="http://schemas.microsoft.com/office/drawing/2014/main" id="{585E2D49-A05F-8B94-FDEE-D89474EBD67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8726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icture_Copy_2">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8DBFE03-6604-A7A8-F97C-BFCCBA4992D9}"/>
              </a:ext>
            </a:extLst>
          </p:cNvPr>
          <p:cNvSpPr>
            <a:spLocks noGrp="1"/>
          </p:cNvSpPr>
          <p:nvPr>
            <p:ph sz="half" idx="1"/>
          </p:nvPr>
        </p:nvSpPr>
        <p:spPr>
          <a:xfrm>
            <a:off x="6322141" y="2497873"/>
            <a:ext cx="5546644" cy="3667978"/>
          </a:xfrm>
        </p:spPr>
        <p:txBody>
          <a:bodyPr/>
          <a:lstStyle>
            <a:lvl1pPr>
              <a:lnSpc>
                <a:spcPct val="120000"/>
              </a:lnSpc>
              <a:defRPr sz="1600">
                <a:solidFill>
                  <a:schemeClr val="tx1"/>
                </a:solidFill>
                <a:latin typeface="+mn-lt"/>
              </a:defRPr>
            </a:lvl1pPr>
            <a:lvl2pPr>
              <a:lnSpc>
                <a:spcPct val="120000"/>
              </a:lnSpc>
              <a:defRPr sz="1600">
                <a:solidFill>
                  <a:schemeClr val="tx1"/>
                </a:solidFill>
                <a:latin typeface="+mn-lt"/>
              </a:defRPr>
            </a:lvl2pPr>
            <a:lvl3pPr>
              <a:lnSpc>
                <a:spcPct val="120000"/>
              </a:lnSpc>
              <a:defRPr sz="1600">
                <a:solidFill>
                  <a:schemeClr val="tx1"/>
                </a:solidFill>
                <a:latin typeface="+mn-lt"/>
              </a:defRPr>
            </a:lvl3pPr>
            <a:lvl4pPr>
              <a:lnSpc>
                <a:spcPct val="120000"/>
              </a:lnSpc>
              <a:defRPr sz="1600">
                <a:solidFill>
                  <a:schemeClr val="tx1"/>
                </a:solidFill>
                <a:latin typeface="+mn-lt"/>
              </a:defRPr>
            </a:lvl4pPr>
            <a:lvl5pPr>
              <a:lnSpc>
                <a:spcPct val="120000"/>
              </a:lnSpc>
              <a:defRPr sz="160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09737F6-D8EF-81CA-84FE-09EF245B1028}"/>
              </a:ext>
            </a:extLst>
          </p:cNvPr>
          <p:cNvSpPr>
            <a:spLocks noGrp="1"/>
          </p:cNvSpPr>
          <p:nvPr>
            <p:ph type="body" sz="quarter" idx="34"/>
          </p:nvPr>
        </p:nvSpPr>
        <p:spPr>
          <a:xfrm>
            <a:off x="6320615" y="665018"/>
            <a:ext cx="5548170" cy="1728803"/>
          </a:xfrm>
          <a:prstGeom prst="rect">
            <a:avLst/>
          </a:prstGeom>
        </p:spPr>
        <p:txBody>
          <a:bodyPr anchor="b" anchorCtr="0">
            <a:noAutofit/>
          </a:bodyPr>
          <a:lstStyle>
            <a:lvl1pPr>
              <a:lnSpc>
                <a:spcPct val="100000"/>
              </a:lnSpc>
              <a:defRPr sz="3600" b="1" i="0">
                <a:solidFill>
                  <a:srgbClr val="000000"/>
                </a:solidFill>
                <a:latin typeface="+mj-lt"/>
              </a:defRPr>
            </a:lvl1pPr>
          </a:lstStyle>
          <a:p>
            <a:pPr lvl="0"/>
            <a:r>
              <a:rPr lang="en-US"/>
              <a:t>Click to edit Master text styles</a:t>
            </a:r>
          </a:p>
        </p:txBody>
      </p:sp>
      <p:sp>
        <p:nvSpPr>
          <p:cNvPr id="29" name="Picture Placeholder 28">
            <a:extLst>
              <a:ext uri="{FF2B5EF4-FFF2-40B4-BE49-F238E27FC236}">
                <a16:creationId xmlns:a16="http://schemas.microsoft.com/office/drawing/2014/main" id="{9528E2AD-3BB4-5879-25FD-9485D8025B16}"/>
              </a:ext>
            </a:extLst>
          </p:cNvPr>
          <p:cNvSpPr>
            <a:spLocks noGrp="1"/>
          </p:cNvSpPr>
          <p:nvPr>
            <p:ph type="pic" sz="quarter" idx="35"/>
          </p:nvPr>
        </p:nvSpPr>
        <p:spPr>
          <a:xfrm>
            <a:off x="-270933" y="0"/>
            <a:ext cx="5868441" cy="6858000"/>
          </a:xfrm>
          <a:custGeom>
            <a:avLst/>
            <a:gdLst>
              <a:gd name="connsiteX0" fmla="*/ 0 w 5868441"/>
              <a:gd name="connsiteY0" fmla="*/ 0 h 6858000"/>
              <a:gd name="connsiteX1" fmla="*/ 4193615 w 5868441"/>
              <a:gd name="connsiteY1" fmla="*/ 0 h 6858000"/>
              <a:gd name="connsiteX2" fmla="*/ 4347110 w 5868441"/>
              <a:gd name="connsiteY2" fmla="*/ 110768 h 6858000"/>
              <a:gd name="connsiteX3" fmla="*/ 5329063 w 5868441"/>
              <a:gd name="connsiteY3" fmla="*/ 971172 h 6858000"/>
              <a:gd name="connsiteX4" fmla="*/ 5841140 w 5868441"/>
              <a:gd name="connsiteY4" fmla="*/ 3038173 h 6858000"/>
              <a:gd name="connsiteX5" fmla="*/ 5840264 w 5868441"/>
              <a:gd name="connsiteY5" fmla="*/ 3038575 h 6858000"/>
              <a:gd name="connsiteX6" fmla="*/ 4310468 w 5868441"/>
              <a:gd name="connsiteY6" fmla="*/ 6778851 h 6858000"/>
              <a:gd name="connsiteX7" fmla="*/ 4252122 w 5868441"/>
              <a:gd name="connsiteY7" fmla="*/ 6858000 h 6858000"/>
              <a:gd name="connsiteX8" fmla="*/ 0 w 586844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8441" h="6858000">
                <a:moveTo>
                  <a:pt x="0" y="0"/>
                </a:moveTo>
                <a:lnTo>
                  <a:pt x="4193615" y="0"/>
                </a:lnTo>
                <a:lnTo>
                  <a:pt x="4347110" y="110768"/>
                </a:lnTo>
                <a:cubicBezTo>
                  <a:pt x="4695562" y="372276"/>
                  <a:pt x="5024373" y="659873"/>
                  <a:pt x="5329063" y="971172"/>
                </a:cubicBezTo>
                <a:cubicBezTo>
                  <a:pt x="5842894" y="1495402"/>
                  <a:pt x="5922151" y="2331004"/>
                  <a:pt x="5841140" y="3038173"/>
                </a:cubicBezTo>
                <a:lnTo>
                  <a:pt x="5840264" y="3038575"/>
                </a:lnTo>
                <a:cubicBezTo>
                  <a:pt x="5695459" y="4297806"/>
                  <a:pt x="5077671" y="5700425"/>
                  <a:pt x="4310468" y="6778851"/>
                </a:cubicBezTo>
                <a:lnTo>
                  <a:pt x="4252122" y="6858000"/>
                </a:lnTo>
                <a:lnTo>
                  <a:pt x="0" y="6858000"/>
                </a:lnTo>
                <a:close/>
              </a:path>
            </a:pathLst>
          </a:custGeom>
          <a:solidFill>
            <a:schemeClr val="bg2"/>
          </a:solidFill>
        </p:spPr>
        <p:txBody>
          <a:bodyPr wrap="square">
            <a:noAutofit/>
          </a:bodyPr>
          <a:lstStyle/>
          <a:p>
            <a:endParaRPr lang="en-US"/>
          </a:p>
        </p:txBody>
      </p:sp>
      <p:sp>
        <p:nvSpPr>
          <p:cNvPr id="2" name="TextBox 1">
            <a:extLst>
              <a:ext uri="{FF2B5EF4-FFF2-40B4-BE49-F238E27FC236}">
                <a16:creationId xmlns:a16="http://schemas.microsoft.com/office/drawing/2014/main" id="{D593E140-638B-0CB3-705C-22CE3BACC83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2971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Picture_Copy_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1A8DF-B1E5-51E9-AB3B-E2732B300BD0}"/>
              </a:ext>
            </a:extLst>
          </p:cNvPr>
          <p:cNvSpPr>
            <a:spLocks noGrp="1"/>
          </p:cNvSpPr>
          <p:nvPr>
            <p:ph type="title"/>
          </p:nvPr>
        </p:nvSpPr>
        <p:spPr>
          <a:xfrm>
            <a:off x="795599" y="1148894"/>
            <a:ext cx="5012331" cy="1776288"/>
          </a:xfrm>
          <a:prstGeom prst="rect">
            <a:avLst/>
          </a:prstGeom>
        </p:spPr>
        <p:txBody>
          <a:bodyPr anchor="b">
            <a:noAutofit/>
          </a:bodyPr>
          <a:lstStyle>
            <a:lvl1pPr>
              <a:defRPr sz="3600">
                <a:latin typeface="+mj-lt"/>
              </a:defRPr>
            </a:lvl1pPr>
          </a:lstStyle>
          <a:p>
            <a:r>
              <a:rPr lang="en-US"/>
              <a:t>Click to edit Master title style</a:t>
            </a:r>
          </a:p>
        </p:txBody>
      </p:sp>
      <p:sp>
        <p:nvSpPr>
          <p:cNvPr id="4" name="Text Placeholder 4">
            <a:extLst>
              <a:ext uri="{FF2B5EF4-FFF2-40B4-BE49-F238E27FC236}">
                <a16:creationId xmlns:a16="http://schemas.microsoft.com/office/drawing/2014/main" id="{904EDADD-F143-B4D5-1B13-C4B08757CCAF}"/>
              </a:ext>
            </a:extLst>
          </p:cNvPr>
          <p:cNvSpPr>
            <a:spLocks noGrp="1"/>
          </p:cNvSpPr>
          <p:nvPr>
            <p:ph type="body" sz="quarter" idx="12"/>
          </p:nvPr>
        </p:nvSpPr>
        <p:spPr>
          <a:xfrm>
            <a:off x="795599" y="3090349"/>
            <a:ext cx="5012330" cy="2464352"/>
          </a:xfrm>
          <a:prstGeom prst="rect">
            <a:avLst/>
          </a:prstGeom>
        </p:spPr>
        <p:txBody>
          <a:bodyPr/>
          <a:lstStyle>
            <a:lvl1pPr marL="0" indent="0">
              <a:lnSpc>
                <a:spcPct val="120000"/>
              </a:lnSpc>
              <a:buNone/>
              <a:defRPr sz="2000">
                <a:solidFill>
                  <a:schemeClr val="tx1"/>
                </a:solidFill>
              </a:defRPr>
            </a:lvl1pPr>
            <a:lvl2pPr marL="374439" indent="0">
              <a:lnSpc>
                <a:spcPct val="120000"/>
              </a:lnSpc>
              <a:buNone/>
              <a:defRPr sz="2000">
                <a:solidFill>
                  <a:schemeClr val="tx1"/>
                </a:solidFill>
              </a:defRPr>
            </a:lvl2pPr>
            <a:lvl3pPr marL="748878" indent="0">
              <a:lnSpc>
                <a:spcPct val="120000"/>
              </a:lnSpc>
              <a:buNone/>
              <a:defRPr sz="2000">
                <a:solidFill>
                  <a:schemeClr val="tx1"/>
                </a:solidFill>
              </a:defRPr>
            </a:lvl3pPr>
            <a:lvl4pPr marL="1123316" indent="0">
              <a:lnSpc>
                <a:spcPct val="120000"/>
              </a:lnSpc>
              <a:buNone/>
              <a:defRPr sz="2000">
                <a:solidFill>
                  <a:schemeClr val="tx1"/>
                </a:solidFill>
              </a:defRPr>
            </a:lvl4pPr>
            <a:lvl5pPr marL="1497755" indent="0">
              <a:lnSpc>
                <a:spcPct val="12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6246EF2A-6AD7-13A5-134F-9B1AA7EF56BF}"/>
              </a:ext>
            </a:extLst>
          </p:cNvPr>
          <p:cNvSpPr>
            <a:spLocks noGrp="1"/>
          </p:cNvSpPr>
          <p:nvPr>
            <p:ph type="pic" sz="quarter" idx="13"/>
          </p:nvPr>
        </p:nvSpPr>
        <p:spPr>
          <a:xfrm>
            <a:off x="6273497" y="0"/>
            <a:ext cx="5918502" cy="6858000"/>
          </a:xfrm>
          <a:custGeom>
            <a:avLst/>
            <a:gdLst>
              <a:gd name="connsiteX0" fmla="*/ 1724094 w 5918502"/>
              <a:gd name="connsiteY0" fmla="*/ 0 h 6858000"/>
              <a:gd name="connsiteX1" fmla="*/ 5918502 w 5918502"/>
              <a:gd name="connsiteY1" fmla="*/ 0 h 6858000"/>
              <a:gd name="connsiteX2" fmla="*/ 5918502 w 5918502"/>
              <a:gd name="connsiteY2" fmla="*/ 6858000 h 6858000"/>
              <a:gd name="connsiteX3" fmla="*/ 1340067 w 5918502"/>
              <a:gd name="connsiteY3" fmla="*/ 6858000 h 6858000"/>
              <a:gd name="connsiteX4" fmla="*/ 1331328 w 5918502"/>
              <a:gd name="connsiteY4" fmla="*/ 6841032 h 6858000"/>
              <a:gd name="connsiteX5" fmla="*/ 1073506 w 5918502"/>
              <a:gd name="connsiteY5" fmla="*/ 6290713 h 6858000"/>
              <a:gd name="connsiteX6" fmla="*/ 294948 w 5918502"/>
              <a:gd name="connsiteY6" fmla="*/ 1557377 h 6858000"/>
              <a:gd name="connsiteX7" fmla="*/ 1708847 w 5918502"/>
              <a:gd name="connsiteY7" fmla="*/ 114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8502" h="6858000">
                <a:moveTo>
                  <a:pt x="1724094" y="0"/>
                </a:moveTo>
                <a:lnTo>
                  <a:pt x="5918502" y="0"/>
                </a:lnTo>
                <a:lnTo>
                  <a:pt x="5918502" y="6858000"/>
                </a:lnTo>
                <a:lnTo>
                  <a:pt x="1340067" y="6858000"/>
                </a:lnTo>
                <a:lnTo>
                  <a:pt x="1331328" y="6841032"/>
                </a:lnTo>
                <a:cubicBezTo>
                  <a:pt x="1241503" y="6657160"/>
                  <a:pt x="1155843" y="6473091"/>
                  <a:pt x="1073506" y="6290713"/>
                </a:cubicBezTo>
                <a:cubicBezTo>
                  <a:pt x="402654" y="4806101"/>
                  <a:pt x="-463401" y="3184337"/>
                  <a:pt x="294948" y="1557377"/>
                </a:cubicBezTo>
                <a:cubicBezTo>
                  <a:pt x="574357" y="958673"/>
                  <a:pt x="1145539" y="443896"/>
                  <a:pt x="1708847" y="11418"/>
                </a:cubicBezTo>
                <a:close/>
              </a:path>
            </a:pathLst>
          </a:custGeom>
          <a:solidFill>
            <a:schemeClr val="bg2"/>
          </a:solidFill>
        </p:spPr>
        <p:txBody>
          <a:bodyPr wrap="square">
            <a:noAutofit/>
          </a:bodyPr>
          <a:lstStyle/>
          <a:p>
            <a:endParaRPr lang="en-US"/>
          </a:p>
        </p:txBody>
      </p:sp>
      <p:sp>
        <p:nvSpPr>
          <p:cNvPr id="2" name="TextBox 1">
            <a:extLst>
              <a:ext uri="{FF2B5EF4-FFF2-40B4-BE49-F238E27FC236}">
                <a16:creationId xmlns:a16="http://schemas.microsoft.com/office/drawing/2014/main" id="{4FDDE9FF-B640-D15E-1B8E-AA72652308CD}"/>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60578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Quote_1">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A593DF75-FE2F-7F19-A4F8-157BB9DA70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36267">
            <a:off x="188857" y="-1732360"/>
            <a:ext cx="13105605" cy="13105604"/>
          </a:xfrm>
          <a:custGeom>
            <a:avLst/>
            <a:gdLst>
              <a:gd name="connsiteX0" fmla="*/ 12018923 w 13105605"/>
              <a:gd name="connsiteY0" fmla="*/ 13105604 h 13105604"/>
              <a:gd name="connsiteX1" fmla="*/ 13105604 w 13105605"/>
              <a:gd name="connsiteY1" fmla="*/ 12462828 h 13105604"/>
              <a:gd name="connsiteX2" fmla="*/ 13105605 w 13105605"/>
              <a:gd name="connsiteY2" fmla="*/ 13105604 h 13105604"/>
              <a:gd name="connsiteX3" fmla="*/ 0 w 13105605"/>
              <a:gd name="connsiteY3" fmla="*/ 4828216 h 13105604"/>
              <a:gd name="connsiteX4" fmla="*/ 8162621 w 13105605"/>
              <a:gd name="connsiteY4" fmla="*/ 0 h 13105604"/>
              <a:gd name="connsiteX5" fmla="*/ 9024733 w 13105605"/>
              <a:gd name="connsiteY5" fmla="*/ 0 h 13105604"/>
              <a:gd name="connsiteX6" fmla="*/ 12292745 w 13105605"/>
              <a:gd name="connsiteY6" fmla="*/ 5524927 h 13105604"/>
              <a:gd name="connsiteX7" fmla="*/ 1787578 w 13105605"/>
              <a:gd name="connsiteY7" fmla="*/ 11738767 h 13105604"/>
              <a:gd name="connsiteX8" fmla="*/ 0 w 13105605"/>
              <a:gd name="connsiteY8" fmla="*/ 8716674 h 1310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05605" h="13105604">
                <a:moveTo>
                  <a:pt x="12018923" y="13105604"/>
                </a:moveTo>
                <a:lnTo>
                  <a:pt x="13105604" y="12462828"/>
                </a:lnTo>
                <a:lnTo>
                  <a:pt x="13105605" y="13105604"/>
                </a:lnTo>
                <a:close/>
                <a:moveTo>
                  <a:pt x="0" y="4828216"/>
                </a:moveTo>
                <a:lnTo>
                  <a:pt x="8162621" y="0"/>
                </a:lnTo>
                <a:lnTo>
                  <a:pt x="9024733" y="0"/>
                </a:lnTo>
                <a:lnTo>
                  <a:pt x="12292745" y="5524927"/>
                </a:lnTo>
                <a:lnTo>
                  <a:pt x="1787578" y="11738767"/>
                </a:lnTo>
                <a:lnTo>
                  <a:pt x="0" y="8716674"/>
                </a:lnTo>
                <a:close/>
              </a:path>
            </a:pathLst>
          </a:custGeom>
        </p:spPr>
      </p:pic>
      <p:pic>
        <p:nvPicPr>
          <p:cNvPr id="16" name="Graphic 15">
            <a:extLst>
              <a:ext uri="{FF2B5EF4-FFF2-40B4-BE49-F238E27FC236}">
                <a16:creationId xmlns:a16="http://schemas.microsoft.com/office/drawing/2014/main" id="{66BD4CF1-CF0B-B6B0-3160-EC5AA8CE5F0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4156646">
            <a:off x="-637299" y="-362133"/>
            <a:ext cx="13331356" cy="13331355"/>
          </a:xfrm>
          <a:custGeom>
            <a:avLst/>
            <a:gdLst>
              <a:gd name="connsiteX0" fmla="*/ 11563710 w 13331356"/>
              <a:gd name="connsiteY0" fmla="*/ 13331355 h 13331355"/>
              <a:gd name="connsiteX1" fmla="*/ 13331356 w 13331356"/>
              <a:gd name="connsiteY1" fmla="*/ 8658981 h 13331355"/>
              <a:gd name="connsiteX2" fmla="*/ 13331356 w 13331356"/>
              <a:gd name="connsiteY2" fmla="*/ 13331355 h 13331355"/>
              <a:gd name="connsiteX3" fmla="*/ 0 w 13331356"/>
              <a:gd name="connsiteY3" fmla="*/ 6470384 h 13331355"/>
              <a:gd name="connsiteX4" fmla="*/ 2447867 w 13331356"/>
              <a:gd name="connsiteY4" fmla="*/ 0 h 13331355"/>
              <a:gd name="connsiteX5" fmla="*/ 6503242 w 13331356"/>
              <a:gd name="connsiteY5" fmla="*/ 0 h 13331355"/>
              <a:gd name="connsiteX6" fmla="*/ 9369940 w 13331356"/>
              <a:gd name="connsiteY6" fmla="*/ 1084525 h 13331355"/>
              <a:gd name="connsiteX7" fmla="*/ 5051162 w 13331356"/>
              <a:gd name="connsiteY7" fmla="*/ 12500238 h 13331355"/>
              <a:gd name="connsiteX8" fmla="*/ 0 w 13331356"/>
              <a:gd name="connsiteY8" fmla="*/ 10589289 h 1333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1356" h="13331355">
                <a:moveTo>
                  <a:pt x="11563710" y="13331355"/>
                </a:moveTo>
                <a:lnTo>
                  <a:pt x="13331356" y="8658981"/>
                </a:lnTo>
                <a:lnTo>
                  <a:pt x="13331356" y="13331355"/>
                </a:lnTo>
                <a:close/>
                <a:moveTo>
                  <a:pt x="0" y="6470384"/>
                </a:moveTo>
                <a:lnTo>
                  <a:pt x="2447867" y="0"/>
                </a:lnTo>
                <a:lnTo>
                  <a:pt x="6503242" y="0"/>
                </a:lnTo>
                <a:lnTo>
                  <a:pt x="9369940" y="1084525"/>
                </a:lnTo>
                <a:lnTo>
                  <a:pt x="5051162" y="12500238"/>
                </a:lnTo>
                <a:lnTo>
                  <a:pt x="0" y="10589289"/>
                </a:lnTo>
                <a:close/>
              </a:path>
            </a:pathLst>
          </a:custGeom>
        </p:spPr>
      </p:pic>
      <p:sp>
        <p:nvSpPr>
          <p:cNvPr id="14" name="Freeform 13">
            <a:extLst>
              <a:ext uri="{FF2B5EF4-FFF2-40B4-BE49-F238E27FC236}">
                <a16:creationId xmlns:a16="http://schemas.microsoft.com/office/drawing/2014/main" id="{2B73B787-960F-2813-1CBC-AAD783A429DE}"/>
              </a:ext>
            </a:extLst>
          </p:cNvPr>
          <p:cNvSpPr/>
          <p:nvPr/>
        </p:nvSpPr>
        <p:spPr>
          <a:xfrm rot="4156646">
            <a:off x="1048995" y="-1858407"/>
            <a:ext cx="9291529" cy="12424741"/>
          </a:xfrm>
          <a:custGeom>
            <a:avLst/>
            <a:gdLst>
              <a:gd name="connsiteX0" fmla="*/ 0 w 9291529"/>
              <a:gd name="connsiteY0" fmla="*/ 6187626 h 12424741"/>
              <a:gd name="connsiteX1" fmla="*/ 1965506 w 9291529"/>
              <a:gd name="connsiteY1" fmla="*/ 992254 h 12424741"/>
              <a:gd name="connsiteX2" fmla="*/ 1969762 w 9291529"/>
              <a:gd name="connsiteY2" fmla="*/ 989355 h 12424741"/>
              <a:gd name="connsiteX3" fmla="*/ 2927678 w 9291529"/>
              <a:gd name="connsiteY3" fmla="*/ 525084 h 12424741"/>
              <a:gd name="connsiteX4" fmla="*/ 6267776 w 9291529"/>
              <a:gd name="connsiteY4" fmla="*/ 596 h 12424741"/>
              <a:gd name="connsiteX5" fmla="*/ 6624392 w 9291529"/>
              <a:gd name="connsiteY5" fmla="*/ 0 h 12424741"/>
              <a:gd name="connsiteX6" fmla="*/ 9291529 w 9291529"/>
              <a:gd name="connsiteY6" fmla="*/ 1009028 h 12424741"/>
              <a:gd name="connsiteX7" fmla="*/ 4972751 w 9291529"/>
              <a:gd name="connsiteY7" fmla="*/ 12424741 h 12424741"/>
              <a:gd name="connsiteX8" fmla="*/ 2748259 w 9291529"/>
              <a:gd name="connsiteY8" fmla="*/ 11583174 h 12424741"/>
              <a:gd name="connsiteX9" fmla="*/ 2730056 w 9291529"/>
              <a:gd name="connsiteY9" fmla="*/ 11570939 h 12424741"/>
              <a:gd name="connsiteX10" fmla="*/ 691522 w 9291529"/>
              <a:gd name="connsiteY10" fmla="*/ 9758695 h 12424741"/>
              <a:gd name="connsiteX11" fmla="*/ 416752 w 9291529"/>
              <a:gd name="connsiteY11" fmla="*/ 9450322 h 12424741"/>
              <a:gd name="connsiteX12" fmla="*/ 412811 w 9291529"/>
              <a:gd name="connsiteY12" fmla="*/ 9435512 h 12424741"/>
              <a:gd name="connsiteX13" fmla="*/ 4306 w 9291529"/>
              <a:gd name="connsiteY13" fmla="*/ 6466903 h 12424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91529" h="12424741">
                <a:moveTo>
                  <a:pt x="0" y="6187626"/>
                </a:moveTo>
                <a:lnTo>
                  <a:pt x="1965506" y="992254"/>
                </a:lnTo>
                <a:lnTo>
                  <a:pt x="1969762" y="989355"/>
                </a:lnTo>
                <a:cubicBezTo>
                  <a:pt x="2261986" y="803885"/>
                  <a:pt x="2584823" y="650776"/>
                  <a:pt x="2927678" y="525084"/>
                </a:cubicBezTo>
                <a:cubicBezTo>
                  <a:pt x="3956241" y="148007"/>
                  <a:pt x="5164964" y="17681"/>
                  <a:pt x="6267776" y="596"/>
                </a:cubicBezTo>
                <a:lnTo>
                  <a:pt x="6624392" y="0"/>
                </a:lnTo>
                <a:lnTo>
                  <a:pt x="9291529" y="1009028"/>
                </a:lnTo>
                <a:lnTo>
                  <a:pt x="4972751" y="12424741"/>
                </a:lnTo>
                <a:lnTo>
                  <a:pt x="2748259" y="11583174"/>
                </a:lnTo>
                <a:lnTo>
                  <a:pt x="2730056" y="11570939"/>
                </a:lnTo>
                <a:cubicBezTo>
                  <a:pt x="2119651" y="11142916"/>
                  <a:pt x="1385869" y="10507047"/>
                  <a:pt x="691522" y="9758695"/>
                </a:cubicBezTo>
                <a:lnTo>
                  <a:pt x="416752" y="9450322"/>
                </a:lnTo>
                <a:lnTo>
                  <a:pt x="412811" y="9435512"/>
                </a:lnTo>
                <a:cubicBezTo>
                  <a:pt x="204068" y="8613329"/>
                  <a:pt x="42463" y="7557419"/>
                  <a:pt x="4306" y="6466903"/>
                </a:cubicBezTo>
                <a:close/>
              </a:path>
            </a:pathLst>
          </a:custGeom>
          <a:solidFill>
            <a:schemeClr val="tx2"/>
          </a:solidFill>
          <a:ln w="67757" cap="flat">
            <a:noFill/>
            <a:prstDash val="solid"/>
            <a:miter/>
          </a:ln>
        </p:spPr>
        <p:txBody>
          <a:bodyPr wrap="square" rtlCol="0" anchor="ctr">
            <a:noAutofit/>
          </a:bodyPr>
          <a:lstStyle/>
          <a:p>
            <a:endParaRPr lang="en-US"/>
          </a:p>
        </p:txBody>
      </p:sp>
      <p:sp>
        <p:nvSpPr>
          <p:cNvPr id="2" name="Text Placeholder 2">
            <a:extLst>
              <a:ext uri="{FF2B5EF4-FFF2-40B4-BE49-F238E27FC236}">
                <a16:creationId xmlns:a16="http://schemas.microsoft.com/office/drawing/2014/main" id="{97F6097F-F51C-701F-F050-15D037C39933}"/>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bg2"/>
                </a:solidFill>
                <a:latin typeface="+mj-lt"/>
              </a:defRPr>
            </a:lvl1pPr>
          </a:lstStyle>
          <a:p>
            <a:pPr lvl="0"/>
            <a:r>
              <a:rPr lang="en-US"/>
              <a:t>Click to edit Master text styles</a:t>
            </a:r>
          </a:p>
        </p:txBody>
      </p:sp>
      <p:sp>
        <p:nvSpPr>
          <p:cNvPr id="5" name="Text Placeholder 13">
            <a:extLst>
              <a:ext uri="{FF2B5EF4-FFF2-40B4-BE49-F238E27FC236}">
                <a16:creationId xmlns:a16="http://schemas.microsoft.com/office/drawing/2014/main" id="{83F3861D-5211-FD00-1274-5993B2C6A895}"/>
              </a:ext>
            </a:extLst>
          </p:cNvPr>
          <p:cNvSpPr>
            <a:spLocks noGrp="1"/>
          </p:cNvSpPr>
          <p:nvPr userDrawn="1">
            <p:ph type="body" sz="quarter" idx="14" hasCustomPrompt="1"/>
          </p:nvPr>
        </p:nvSpPr>
        <p:spPr>
          <a:xfrm>
            <a:off x="4213895" y="4876800"/>
            <a:ext cx="3779838" cy="381000"/>
          </a:xfrm>
        </p:spPr>
        <p:txBody>
          <a:bodyPr/>
          <a:lstStyle>
            <a:lvl1pPr algn="ctr">
              <a:defRPr>
                <a:solidFill>
                  <a:schemeClr val="bg2"/>
                </a:solidFill>
                <a:latin typeface="+mj-lt"/>
              </a:defRPr>
            </a:lvl1pPr>
          </a:lstStyle>
          <a:p>
            <a:pPr lvl="0"/>
            <a:r>
              <a:rPr lang="en-US"/>
              <a:t>Insert Name</a:t>
            </a:r>
          </a:p>
        </p:txBody>
      </p:sp>
      <p:sp>
        <p:nvSpPr>
          <p:cNvPr id="10" name="Text Placeholder 13">
            <a:extLst>
              <a:ext uri="{FF2B5EF4-FFF2-40B4-BE49-F238E27FC236}">
                <a16:creationId xmlns:a16="http://schemas.microsoft.com/office/drawing/2014/main" id="{2B10772D-39D0-C8C9-67DB-6540285F3AEE}"/>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bg2"/>
                </a:solidFill>
                <a:latin typeface="+mn-lt"/>
              </a:defRPr>
            </a:lvl1pPr>
          </a:lstStyle>
          <a:p>
            <a:pPr lvl="0"/>
            <a:r>
              <a:rPr lang="en-US"/>
              <a:t>Insert Title</a:t>
            </a:r>
          </a:p>
        </p:txBody>
      </p:sp>
      <p:pic>
        <p:nvPicPr>
          <p:cNvPr id="11" name="Graphic 10">
            <a:extLst>
              <a:ext uri="{FF2B5EF4-FFF2-40B4-BE49-F238E27FC236}">
                <a16:creationId xmlns:a16="http://schemas.microsoft.com/office/drawing/2014/main" id="{A453FC12-3FE2-19EC-A92C-0043B8BD598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3" name="TextBox 2">
            <a:extLst>
              <a:ext uri="{FF2B5EF4-FFF2-40B4-BE49-F238E27FC236}">
                <a16:creationId xmlns:a16="http://schemas.microsoft.com/office/drawing/2014/main" id="{9C5F697A-44A5-6ECC-A332-F281AFBC732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27330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Quote_1">
    <p:bg>
      <p:bgPr>
        <a:solidFill>
          <a:schemeClr val="tx2"/>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A593DF75-FE2F-7F19-A4F8-157BB9DA70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36267">
            <a:off x="188857" y="-1732360"/>
            <a:ext cx="13105605" cy="13105604"/>
          </a:xfrm>
          <a:custGeom>
            <a:avLst/>
            <a:gdLst>
              <a:gd name="connsiteX0" fmla="*/ 12018923 w 13105605"/>
              <a:gd name="connsiteY0" fmla="*/ 13105604 h 13105604"/>
              <a:gd name="connsiteX1" fmla="*/ 13105604 w 13105605"/>
              <a:gd name="connsiteY1" fmla="*/ 12462828 h 13105604"/>
              <a:gd name="connsiteX2" fmla="*/ 13105605 w 13105605"/>
              <a:gd name="connsiteY2" fmla="*/ 13105604 h 13105604"/>
              <a:gd name="connsiteX3" fmla="*/ 0 w 13105605"/>
              <a:gd name="connsiteY3" fmla="*/ 4828216 h 13105604"/>
              <a:gd name="connsiteX4" fmla="*/ 8162621 w 13105605"/>
              <a:gd name="connsiteY4" fmla="*/ 0 h 13105604"/>
              <a:gd name="connsiteX5" fmla="*/ 9024733 w 13105605"/>
              <a:gd name="connsiteY5" fmla="*/ 0 h 13105604"/>
              <a:gd name="connsiteX6" fmla="*/ 12292745 w 13105605"/>
              <a:gd name="connsiteY6" fmla="*/ 5524927 h 13105604"/>
              <a:gd name="connsiteX7" fmla="*/ 1787578 w 13105605"/>
              <a:gd name="connsiteY7" fmla="*/ 11738767 h 13105604"/>
              <a:gd name="connsiteX8" fmla="*/ 0 w 13105605"/>
              <a:gd name="connsiteY8" fmla="*/ 8716674 h 1310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05605" h="13105604">
                <a:moveTo>
                  <a:pt x="12018923" y="13105604"/>
                </a:moveTo>
                <a:lnTo>
                  <a:pt x="13105604" y="12462828"/>
                </a:lnTo>
                <a:lnTo>
                  <a:pt x="13105605" y="13105604"/>
                </a:lnTo>
                <a:close/>
                <a:moveTo>
                  <a:pt x="0" y="4828216"/>
                </a:moveTo>
                <a:lnTo>
                  <a:pt x="8162621" y="0"/>
                </a:lnTo>
                <a:lnTo>
                  <a:pt x="9024733" y="0"/>
                </a:lnTo>
                <a:lnTo>
                  <a:pt x="12292745" y="5524927"/>
                </a:lnTo>
                <a:lnTo>
                  <a:pt x="1787578" y="11738767"/>
                </a:lnTo>
                <a:lnTo>
                  <a:pt x="0" y="8716674"/>
                </a:lnTo>
                <a:close/>
              </a:path>
            </a:pathLst>
          </a:custGeom>
        </p:spPr>
      </p:pic>
      <p:pic>
        <p:nvPicPr>
          <p:cNvPr id="16" name="Graphic 15">
            <a:extLst>
              <a:ext uri="{FF2B5EF4-FFF2-40B4-BE49-F238E27FC236}">
                <a16:creationId xmlns:a16="http://schemas.microsoft.com/office/drawing/2014/main" id="{66BD4CF1-CF0B-B6B0-3160-EC5AA8CE5F0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4156646">
            <a:off x="-637299" y="-362133"/>
            <a:ext cx="13331356" cy="13331355"/>
          </a:xfrm>
          <a:custGeom>
            <a:avLst/>
            <a:gdLst>
              <a:gd name="connsiteX0" fmla="*/ 11563710 w 13331356"/>
              <a:gd name="connsiteY0" fmla="*/ 13331355 h 13331355"/>
              <a:gd name="connsiteX1" fmla="*/ 13331356 w 13331356"/>
              <a:gd name="connsiteY1" fmla="*/ 8658981 h 13331355"/>
              <a:gd name="connsiteX2" fmla="*/ 13331356 w 13331356"/>
              <a:gd name="connsiteY2" fmla="*/ 13331355 h 13331355"/>
              <a:gd name="connsiteX3" fmla="*/ 0 w 13331356"/>
              <a:gd name="connsiteY3" fmla="*/ 6470384 h 13331355"/>
              <a:gd name="connsiteX4" fmla="*/ 2447867 w 13331356"/>
              <a:gd name="connsiteY4" fmla="*/ 0 h 13331355"/>
              <a:gd name="connsiteX5" fmla="*/ 6503242 w 13331356"/>
              <a:gd name="connsiteY5" fmla="*/ 0 h 13331355"/>
              <a:gd name="connsiteX6" fmla="*/ 9369940 w 13331356"/>
              <a:gd name="connsiteY6" fmla="*/ 1084525 h 13331355"/>
              <a:gd name="connsiteX7" fmla="*/ 5051162 w 13331356"/>
              <a:gd name="connsiteY7" fmla="*/ 12500238 h 13331355"/>
              <a:gd name="connsiteX8" fmla="*/ 0 w 13331356"/>
              <a:gd name="connsiteY8" fmla="*/ 10589289 h 1333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1356" h="13331355">
                <a:moveTo>
                  <a:pt x="11563710" y="13331355"/>
                </a:moveTo>
                <a:lnTo>
                  <a:pt x="13331356" y="8658981"/>
                </a:lnTo>
                <a:lnTo>
                  <a:pt x="13331356" y="13331355"/>
                </a:lnTo>
                <a:close/>
                <a:moveTo>
                  <a:pt x="0" y="6470384"/>
                </a:moveTo>
                <a:lnTo>
                  <a:pt x="2447867" y="0"/>
                </a:lnTo>
                <a:lnTo>
                  <a:pt x="6503242" y="0"/>
                </a:lnTo>
                <a:lnTo>
                  <a:pt x="9369940" y="1084525"/>
                </a:lnTo>
                <a:lnTo>
                  <a:pt x="5051162" y="12500238"/>
                </a:lnTo>
                <a:lnTo>
                  <a:pt x="0" y="10589289"/>
                </a:lnTo>
                <a:close/>
              </a:path>
            </a:pathLst>
          </a:custGeom>
        </p:spPr>
      </p:pic>
      <p:sp>
        <p:nvSpPr>
          <p:cNvPr id="14" name="Freeform 13">
            <a:extLst>
              <a:ext uri="{FF2B5EF4-FFF2-40B4-BE49-F238E27FC236}">
                <a16:creationId xmlns:a16="http://schemas.microsoft.com/office/drawing/2014/main" id="{2B73B787-960F-2813-1CBC-AAD783A429DE}"/>
              </a:ext>
            </a:extLst>
          </p:cNvPr>
          <p:cNvSpPr/>
          <p:nvPr/>
        </p:nvSpPr>
        <p:spPr>
          <a:xfrm rot="4156646">
            <a:off x="1048995" y="-1858407"/>
            <a:ext cx="9291529" cy="12424741"/>
          </a:xfrm>
          <a:custGeom>
            <a:avLst/>
            <a:gdLst>
              <a:gd name="connsiteX0" fmla="*/ 0 w 9291529"/>
              <a:gd name="connsiteY0" fmla="*/ 6187626 h 12424741"/>
              <a:gd name="connsiteX1" fmla="*/ 1965506 w 9291529"/>
              <a:gd name="connsiteY1" fmla="*/ 992254 h 12424741"/>
              <a:gd name="connsiteX2" fmla="*/ 1969762 w 9291529"/>
              <a:gd name="connsiteY2" fmla="*/ 989355 h 12424741"/>
              <a:gd name="connsiteX3" fmla="*/ 2927678 w 9291529"/>
              <a:gd name="connsiteY3" fmla="*/ 525084 h 12424741"/>
              <a:gd name="connsiteX4" fmla="*/ 6267776 w 9291529"/>
              <a:gd name="connsiteY4" fmla="*/ 596 h 12424741"/>
              <a:gd name="connsiteX5" fmla="*/ 6624392 w 9291529"/>
              <a:gd name="connsiteY5" fmla="*/ 0 h 12424741"/>
              <a:gd name="connsiteX6" fmla="*/ 9291529 w 9291529"/>
              <a:gd name="connsiteY6" fmla="*/ 1009028 h 12424741"/>
              <a:gd name="connsiteX7" fmla="*/ 4972751 w 9291529"/>
              <a:gd name="connsiteY7" fmla="*/ 12424741 h 12424741"/>
              <a:gd name="connsiteX8" fmla="*/ 2748259 w 9291529"/>
              <a:gd name="connsiteY8" fmla="*/ 11583174 h 12424741"/>
              <a:gd name="connsiteX9" fmla="*/ 2730056 w 9291529"/>
              <a:gd name="connsiteY9" fmla="*/ 11570939 h 12424741"/>
              <a:gd name="connsiteX10" fmla="*/ 691522 w 9291529"/>
              <a:gd name="connsiteY10" fmla="*/ 9758695 h 12424741"/>
              <a:gd name="connsiteX11" fmla="*/ 416752 w 9291529"/>
              <a:gd name="connsiteY11" fmla="*/ 9450322 h 12424741"/>
              <a:gd name="connsiteX12" fmla="*/ 412811 w 9291529"/>
              <a:gd name="connsiteY12" fmla="*/ 9435512 h 12424741"/>
              <a:gd name="connsiteX13" fmla="*/ 4306 w 9291529"/>
              <a:gd name="connsiteY13" fmla="*/ 6466903 h 12424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91529" h="12424741">
                <a:moveTo>
                  <a:pt x="0" y="6187626"/>
                </a:moveTo>
                <a:lnTo>
                  <a:pt x="1965506" y="992254"/>
                </a:lnTo>
                <a:lnTo>
                  <a:pt x="1969762" y="989355"/>
                </a:lnTo>
                <a:cubicBezTo>
                  <a:pt x="2261986" y="803885"/>
                  <a:pt x="2584823" y="650776"/>
                  <a:pt x="2927678" y="525084"/>
                </a:cubicBezTo>
                <a:cubicBezTo>
                  <a:pt x="3956241" y="148007"/>
                  <a:pt x="5164964" y="17681"/>
                  <a:pt x="6267776" y="596"/>
                </a:cubicBezTo>
                <a:lnTo>
                  <a:pt x="6624392" y="0"/>
                </a:lnTo>
                <a:lnTo>
                  <a:pt x="9291529" y="1009028"/>
                </a:lnTo>
                <a:lnTo>
                  <a:pt x="4972751" y="12424741"/>
                </a:lnTo>
                <a:lnTo>
                  <a:pt x="2748259" y="11583174"/>
                </a:lnTo>
                <a:lnTo>
                  <a:pt x="2730056" y="11570939"/>
                </a:lnTo>
                <a:cubicBezTo>
                  <a:pt x="2119651" y="11142916"/>
                  <a:pt x="1385869" y="10507047"/>
                  <a:pt x="691522" y="9758695"/>
                </a:cubicBezTo>
                <a:lnTo>
                  <a:pt x="416752" y="9450322"/>
                </a:lnTo>
                <a:lnTo>
                  <a:pt x="412811" y="9435512"/>
                </a:lnTo>
                <a:cubicBezTo>
                  <a:pt x="204068" y="8613329"/>
                  <a:pt x="42463" y="7557419"/>
                  <a:pt x="4306" y="6466903"/>
                </a:cubicBezTo>
                <a:close/>
              </a:path>
            </a:pathLst>
          </a:custGeom>
          <a:solidFill>
            <a:schemeClr val="bg1"/>
          </a:solidFill>
          <a:ln w="67757" cap="flat">
            <a:noFill/>
            <a:prstDash val="solid"/>
            <a:miter/>
          </a:ln>
        </p:spPr>
        <p:txBody>
          <a:bodyPr wrap="square" rtlCol="0" anchor="ctr">
            <a:noAutofit/>
          </a:bodyPr>
          <a:lstStyle/>
          <a:p>
            <a:endParaRPr lang="en-US"/>
          </a:p>
        </p:txBody>
      </p:sp>
      <p:sp>
        <p:nvSpPr>
          <p:cNvPr id="2" name="Text Placeholder 2">
            <a:extLst>
              <a:ext uri="{FF2B5EF4-FFF2-40B4-BE49-F238E27FC236}">
                <a16:creationId xmlns:a16="http://schemas.microsoft.com/office/drawing/2014/main" id="{97F6097F-F51C-701F-F050-15D037C39933}"/>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sp>
        <p:nvSpPr>
          <p:cNvPr id="5" name="Text Placeholder 13">
            <a:extLst>
              <a:ext uri="{FF2B5EF4-FFF2-40B4-BE49-F238E27FC236}">
                <a16:creationId xmlns:a16="http://schemas.microsoft.com/office/drawing/2014/main" id="{83F3861D-5211-FD00-1274-5993B2C6A895}"/>
              </a:ext>
            </a:extLst>
          </p:cNvPr>
          <p:cNvSpPr>
            <a:spLocks noGrp="1"/>
          </p:cNvSpPr>
          <p:nvPr userDrawn="1">
            <p:ph type="body" sz="quarter" idx="14" hasCustomPrompt="1"/>
          </p:nvPr>
        </p:nvSpPr>
        <p:spPr>
          <a:xfrm>
            <a:off x="4213895" y="4876800"/>
            <a:ext cx="3779838" cy="381000"/>
          </a:xfrm>
        </p:spPr>
        <p:txBody>
          <a:bodyPr/>
          <a:lstStyle>
            <a:lvl1pPr algn="ctr">
              <a:defRPr>
                <a:solidFill>
                  <a:schemeClr val="tx1"/>
                </a:solidFill>
                <a:latin typeface="+mj-lt"/>
              </a:defRPr>
            </a:lvl1pPr>
          </a:lstStyle>
          <a:p>
            <a:pPr lvl="0"/>
            <a:r>
              <a:rPr lang="en-US"/>
              <a:t>Insert Name</a:t>
            </a:r>
          </a:p>
        </p:txBody>
      </p:sp>
      <p:sp>
        <p:nvSpPr>
          <p:cNvPr id="10" name="Text Placeholder 13">
            <a:extLst>
              <a:ext uri="{FF2B5EF4-FFF2-40B4-BE49-F238E27FC236}">
                <a16:creationId xmlns:a16="http://schemas.microsoft.com/office/drawing/2014/main" id="{2B10772D-39D0-C8C9-67DB-6540285F3AEE}"/>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tx1"/>
                </a:solidFill>
                <a:latin typeface="+mn-lt"/>
              </a:defRPr>
            </a:lvl1pPr>
          </a:lstStyle>
          <a:p>
            <a:pPr lvl="0"/>
            <a:r>
              <a:rPr lang="en-US"/>
              <a:t>Insert Title</a:t>
            </a:r>
          </a:p>
        </p:txBody>
      </p:sp>
      <p:pic>
        <p:nvPicPr>
          <p:cNvPr id="11" name="Graphic 10">
            <a:extLst>
              <a:ext uri="{FF2B5EF4-FFF2-40B4-BE49-F238E27FC236}">
                <a16:creationId xmlns:a16="http://schemas.microsoft.com/office/drawing/2014/main" id="{A453FC12-3FE2-19EC-A92C-0043B8BD598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3" name="TextBox 2">
            <a:extLst>
              <a:ext uri="{FF2B5EF4-FFF2-40B4-BE49-F238E27FC236}">
                <a16:creationId xmlns:a16="http://schemas.microsoft.com/office/drawing/2014/main" id="{9EAE2B66-C770-33F2-021B-CAAB48CAB3F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82502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Quote_2_al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E817EA9E-8C1E-BA16-65E0-BE6A7FB0C75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68800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5_Quote_2_al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35877859-EC44-8FBD-562B-8B35638FAA8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78564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Quote_2">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rgbClr val="C7E5FF"/>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8A9F6AFF-6A98-2C2E-1D06-F8AE64DD5B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713480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Quote_2_alt">
    <p:bg>
      <p:bgPr>
        <a:solidFill>
          <a:schemeClr val="tx2"/>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0BA344A1-93E2-C734-DB0F-8080819570A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54187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4_Quote_2_alt">
    <p:bg>
      <p:bgPr>
        <a:solidFill>
          <a:schemeClr val="tx2"/>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E37633F6-B610-32B1-13D1-3BA7FDD859A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540590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3_Quote_2_alt">
    <p:bg>
      <p:bgPr>
        <a:solidFill>
          <a:schemeClr val="accent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accent1">
                <a:lumMod val="20000"/>
                <a:lumOff val="80000"/>
              </a:schemeClr>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8F940A99-70AF-9251-D2E4-8CA5E835F83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252186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2_Quote_2_alt">
    <p:bg>
      <p:bgPr>
        <a:solidFill>
          <a:schemeClr val="accent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3D7CF997-FCDA-7006-1527-01B9464AB35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711233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_Quote_3">
    <p:bg>
      <p:bgPr>
        <a:solidFill>
          <a:schemeClr val="accent4"/>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327196E-EDFA-4F44-1068-7B73389B3EEA}"/>
              </a:ext>
            </a:extLst>
          </p:cNvPr>
          <p:cNvGrpSpPr/>
          <p:nvPr userDrawn="1"/>
        </p:nvGrpSpPr>
        <p:grpSpPr>
          <a:xfrm>
            <a:off x="1361420" y="-1423311"/>
            <a:ext cx="9469159" cy="10060413"/>
            <a:chOff x="1382501" y="-1423311"/>
            <a:chExt cx="9469159" cy="10060413"/>
          </a:xfrm>
        </p:grpSpPr>
        <p:pic>
          <p:nvPicPr>
            <p:cNvPr id="17" name="Graphic 16">
              <a:extLst>
                <a:ext uri="{FF2B5EF4-FFF2-40B4-BE49-F238E27FC236}">
                  <a16:creationId xmlns:a16="http://schemas.microsoft.com/office/drawing/2014/main" id="{75622417-4552-7406-421B-1C6E2EAE9E6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4" name="Graphic 13">
              <a:extLst>
                <a:ext uri="{FF2B5EF4-FFF2-40B4-BE49-F238E27FC236}">
                  <a16:creationId xmlns:a16="http://schemas.microsoft.com/office/drawing/2014/main" id="{0BF1BE29-45E4-6ACE-52A0-B0C37428DFF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2" name="Freeform 11">
              <a:extLst>
                <a:ext uri="{FF2B5EF4-FFF2-40B4-BE49-F238E27FC236}">
                  <a16:creationId xmlns:a16="http://schemas.microsoft.com/office/drawing/2014/main" id="{B215C10B-EE70-3BCA-2B75-A23EDC410F7F}"/>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1"/>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11ACFF73-0CE1-FBA3-1F5B-853D7B9E718A}"/>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sp>
        <p:nvSpPr>
          <p:cNvPr id="7" name="Text Placeholder 13">
            <a:extLst>
              <a:ext uri="{FF2B5EF4-FFF2-40B4-BE49-F238E27FC236}">
                <a16:creationId xmlns:a16="http://schemas.microsoft.com/office/drawing/2014/main" id="{13B3CFA5-CF71-D5B8-1B61-060E0CFA88F3}"/>
              </a:ext>
            </a:extLst>
          </p:cNvPr>
          <p:cNvSpPr>
            <a:spLocks noGrp="1"/>
          </p:cNvSpPr>
          <p:nvPr userDrawn="1">
            <p:ph type="body" sz="quarter" idx="14" hasCustomPrompt="1"/>
          </p:nvPr>
        </p:nvSpPr>
        <p:spPr>
          <a:xfrm>
            <a:off x="4213895" y="4876800"/>
            <a:ext cx="3779838" cy="381000"/>
          </a:xfrm>
        </p:spPr>
        <p:txBody>
          <a:bodyPr/>
          <a:lstStyle>
            <a:lvl1pPr algn="ctr">
              <a:defRPr>
                <a:solidFill>
                  <a:schemeClr val="tx1"/>
                </a:solidFill>
                <a:latin typeface="+mj-lt"/>
              </a:defRPr>
            </a:lvl1pPr>
          </a:lstStyle>
          <a:p>
            <a:pPr lvl="0"/>
            <a:r>
              <a:rPr lang="en-US"/>
              <a:t>Insert Name</a:t>
            </a:r>
          </a:p>
        </p:txBody>
      </p:sp>
      <p:sp>
        <p:nvSpPr>
          <p:cNvPr id="8" name="Text Placeholder 13">
            <a:extLst>
              <a:ext uri="{FF2B5EF4-FFF2-40B4-BE49-F238E27FC236}">
                <a16:creationId xmlns:a16="http://schemas.microsoft.com/office/drawing/2014/main" id="{8E964779-5E9A-CA37-F235-0FD6E2D58060}"/>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tx1"/>
                </a:solidFill>
                <a:latin typeface="+mn-lt"/>
              </a:defRPr>
            </a:lvl1pPr>
          </a:lstStyle>
          <a:p>
            <a:pPr lvl="0"/>
            <a:r>
              <a:rPr lang="en-US"/>
              <a:t>Insert Title</a:t>
            </a:r>
          </a:p>
        </p:txBody>
      </p:sp>
      <p:pic>
        <p:nvPicPr>
          <p:cNvPr id="9" name="Graphic 8">
            <a:extLst>
              <a:ext uri="{FF2B5EF4-FFF2-40B4-BE49-F238E27FC236}">
                <a16:creationId xmlns:a16="http://schemas.microsoft.com/office/drawing/2014/main" id="{B1A94E69-6677-EC94-EC34-B440AE9BEF4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2" name="TextBox 1">
            <a:extLst>
              <a:ext uri="{FF2B5EF4-FFF2-40B4-BE49-F238E27FC236}">
                <a16:creationId xmlns:a16="http://schemas.microsoft.com/office/drawing/2014/main" id="{9493F8C1-A729-2F2C-C7A7-F28D9FF60D7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718482450"/>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Quote_3">
    <p:bg>
      <p:bgPr>
        <a:solidFill>
          <a:schemeClr val="accent3"/>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327196E-EDFA-4F44-1068-7B73389B3EEA}"/>
              </a:ext>
            </a:extLst>
          </p:cNvPr>
          <p:cNvGrpSpPr/>
          <p:nvPr userDrawn="1"/>
        </p:nvGrpSpPr>
        <p:grpSpPr>
          <a:xfrm>
            <a:off x="1382501" y="-1423311"/>
            <a:ext cx="9469159" cy="10060413"/>
            <a:chOff x="1382501" y="-1423311"/>
            <a:chExt cx="9469159" cy="10060413"/>
          </a:xfrm>
        </p:grpSpPr>
        <p:pic>
          <p:nvPicPr>
            <p:cNvPr id="17" name="Graphic 16">
              <a:extLst>
                <a:ext uri="{FF2B5EF4-FFF2-40B4-BE49-F238E27FC236}">
                  <a16:creationId xmlns:a16="http://schemas.microsoft.com/office/drawing/2014/main" id="{75622417-4552-7406-421B-1C6E2EAE9E6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4" name="Graphic 13">
              <a:extLst>
                <a:ext uri="{FF2B5EF4-FFF2-40B4-BE49-F238E27FC236}">
                  <a16:creationId xmlns:a16="http://schemas.microsoft.com/office/drawing/2014/main" id="{0BF1BE29-45E4-6ACE-52A0-B0C37428DFF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2" name="Freeform 11">
              <a:extLst>
                <a:ext uri="{FF2B5EF4-FFF2-40B4-BE49-F238E27FC236}">
                  <a16:creationId xmlns:a16="http://schemas.microsoft.com/office/drawing/2014/main" id="{B215C10B-EE70-3BCA-2B75-A23EDC410F7F}"/>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11ACFF73-0CE1-FBA3-1F5B-853D7B9E718A}"/>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sp>
        <p:nvSpPr>
          <p:cNvPr id="7" name="Text Placeholder 13">
            <a:extLst>
              <a:ext uri="{FF2B5EF4-FFF2-40B4-BE49-F238E27FC236}">
                <a16:creationId xmlns:a16="http://schemas.microsoft.com/office/drawing/2014/main" id="{13B3CFA5-CF71-D5B8-1B61-060E0CFA88F3}"/>
              </a:ext>
            </a:extLst>
          </p:cNvPr>
          <p:cNvSpPr>
            <a:spLocks noGrp="1"/>
          </p:cNvSpPr>
          <p:nvPr userDrawn="1">
            <p:ph type="body" sz="quarter" idx="14" hasCustomPrompt="1"/>
          </p:nvPr>
        </p:nvSpPr>
        <p:spPr>
          <a:xfrm>
            <a:off x="4213895" y="4876800"/>
            <a:ext cx="3779838" cy="381000"/>
          </a:xfrm>
        </p:spPr>
        <p:txBody>
          <a:bodyPr/>
          <a:lstStyle>
            <a:lvl1pPr algn="ctr">
              <a:defRPr>
                <a:solidFill>
                  <a:schemeClr val="tx1"/>
                </a:solidFill>
                <a:latin typeface="+mj-lt"/>
              </a:defRPr>
            </a:lvl1pPr>
          </a:lstStyle>
          <a:p>
            <a:pPr lvl="0"/>
            <a:r>
              <a:rPr lang="en-US"/>
              <a:t>Insert Name</a:t>
            </a:r>
          </a:p>
        </p:txBody>
      </p:sp>
      <p:sp>
        <p:nvSpPr>
          <p:cNvPr id="8" name="Text Placeholder 13">
            <a:extLst>
              <a:ext uri="{FF2B5EF4-FFF2-40B4-BE49-F238E27FC236}">
                <a16:creationId xmlns:a16="http://schemas.microsoft.com/office/drawing/2014/main" id="{8E964779-5E9A-CA37-F235-0FD6E2D58060}"/>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tx1"/>
                </a:solidFill>
                <a:latin typeface="+mn-lt"/>
              </a:defRPr>
            </a:lvl1pPr>
          </a:lstStyle>
          <a:p>
            <a:pPr lvl="0"/>
            <a:r>
              <a:rPr lang="en-US"/>
              <a:t>Insert Title</a:t>
            </a:r>
          </a:p>
        </p:txBody>
      </p:sp>
      <p:pic>
        <p:nvPicPr>
          <p:cNvPr id="9" name="Graphic 8">
            <a:extLst>
              <a:ext uri="{FF2B5EF4-FFF2-40B4-BE49-F238E27FC236}">
                <a16:creationId xmlns:a16="http://schemas.microsoft.com/office/drawing/2014/main" id="{B1A94E69-6677-EC94-EC34-B440AE9BEF4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2" name="TextBox 1">
            <a:extLst>
              <a:ext uri="{FF2B5EF4-FFF2-40B4-BE49-F238E27FC236}">
                <a16:creationId xmlns:a16="http://schemas.microsoft.com/office/drawing/2014/main" id="{79BE0C0A-ECEC-9A22-598D-0135A19A33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422460465"/>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grpSp>
        <p:nvGrpSpPr>
          <p:cNvPr id="11" name="Group 10">
            <a:extLst>
              <a:ext uri="{FF2B5EF4-FFF2-40B4-BE49-F238E27FC236}">
                <a16:creationId xmlns:a16="http://schemas.microsoft.com/office/drawing/2014/main" id="{C61892AC-C9C5-C331-68D4-0B5553DB9CAD}"/>
              </a:ext>
            </a:extLst>
          </p:cNvPr>
          <p:cNvGrpSpPr/>
          <p:nvPr userDrawn="1"/>
        </p:nvGrpSpPr>
        <p:grpSpPr>
          <a:xfrm>
            <a:off x="6096001" y="-1"/>
            <a:ext cx="6095999" cy="6156349"/>
            <a:chOff x="6096001" y="-1"/>
            <a:chExt cx="6095999" cy="6156349"/>
          </a:xfrm>
        </p:grpSpPr>
        <p:sp>
          <p:nvSpPr>
            <p:cNvPr id="14" name="Freeform 13">
              <a:extLst>
                <a:ext uri="{FF2B5EF4-FFF2-40B4-BE49-F238E27FC236}">
                  <a16:creationId xmlns:a16="http://schemas.microsoft.com/office/drawing/2014/main" id="{0F35DDEA-34CF-2667-540A-F88C4CF757B7}"/>
                </a:ext>
              </a:extLst>
            </p:cNvPr>
            <p:cNvSpPr/>
            <p:nvPr userDrawn="1"/>
          </p:nvSpPr>
          <p:spPr>
            <a:xfrm rot="5400000">
              <a:off x="6524835" y="489184"/>
              <a:ext cx="6156349" cy="5177980"/>
            </a:xfrm>
            <a:custGeom>
              <a:avLst/>
              <a:gdLst>
                <a:gd name="connsiteX0" fmla="*/ 0 w 6156349"/>
                <a:gd name="connsiteY0" fmla="*/ 4715251 h 5177980"/>
                <a:gd name="connsiteX1" fmla="*/ 1 w 6156349"/>
                <a:gd name="connsiteY1" fmla="*/ 0 h 5177980"/>
                <a:gd name="connsiteX2" fmla="*/ 5970397 w 6156349"/>
                <a:gd name="connsiteY2" fmla="*/ 0 h 5177980"/>
                <a:gd name="connsiteX3" fmla="*/ 6009936 w 6156349"/>
                <a:gd name="connsiteY3" fmla="*/ 185953 h 5177980"/>
                <a:gd name="connsiteX4" fmla="*/ 5998060 w 6156349"/>
                <a:gd name="connsiteY4" fmla="*/ 2936930 h 5177980"/>
                <a:gd name="connsiteX5" fmla="*/ 3661641 w 6156349"/>
                <a:gd name="connsiteY5" fmla="*/ 5092241 h 5177980"/>
                <a:gd name="connsiteX6" fmla="*/ 3640178 w 6156349"/>
                <a:gd name="connsiteY6" fmla="*/ 5094722 h 5177980"/>
                <a:gd name="connsiteX7" fmla="*/ 3640177 w 6156349"/>
                <a:gd name="connsiteY7" fmla="*/ 5094723 h 5177980"/>
                <a:gd name="connsiteX8" fmla="*/ 3490781 w 6156349"/>
                <a:gd name="connsiteY8" fmla="*/ 5111997 h 5177980"/>
                <a:gd name="connsiteX9" fmla="*/ 2506664 w 6156349"/>
                <a:gd name="connsiteY9" fmla="*/ 5177922 h 5177980"/>
                <a:gd name="connsiteX10" fmla="*/ 117493 w 6156349"/>
                <a:gd name="connsiteY10" fmla="*/ 4784845 h 5177980"/>
                <a:gd name="connsiteX11" fmla="*/ 0 w 6156349"/>
                <a:gd name="connsiteY11" fmla="*/ 4715251 h 517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6349" h="5177980">
                  <a:moveTo>
                    <a:pt x="0" y="4715251"/>
                  </a:moveTo>
                  <a:lnTo>
                    <a:pt x="1" y="0"/>
                  </a:lnTo>
                  <a:lnTo>
                    <a:pt x="5970397" y="0"/>
                  </a:lnTo>
                  <a:lnTo>
                    <a:pt x="6009936" y="185953"/>
                  </a:lnTo>
                  <a:cubicBezTo>
                    <a:pt x="6211949" y="1202440"/>
                    <a:pt x="6202026" y="2085942"/>
                    <a:pt x="5998060" y="2936930"/>
                  </a:cubicBezTo>
                  <a:cubicBezTo>
                    <a:pt x="5642855" y="4418699"/>
                    <a:pt x="5107076" y="4909507"/>
                    <a:pt x="3661641" y="5092241"/>
                  </a:cubicBezTo>
                  <a:lnTo>
                    <a:pt x="3640178" y="5094722"/>
                  </a:lnTo>
                  <a:lnTo>
                    <a:pt x="3640177" y="5094723"/>
                  </a:lnTo>
                  <a:lnTo>
                    <a:pt x="3490781" y="5111997"/>
                  </a:lnTo>
                  <a:cubicBezTo>
                    <a:pt x="3199148" y="5142775"/>
                    <a:pt x="2872838" y="5163132"/>
                    <a:pt x="2506664" y="5177922"/>
                  </a:cubicBezTo>
                  <a:cubicBezTo>
                    <a:pt x="1405192" y="5180974"/>
                    <a:pt x="651025" y="5064342"/>
                    <a:pt x="117493" y="4784845"/>
                  </a:cubicBezTo>
                  <a:lnTo>
                    <a:pt x="0" y="471525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447AE6E2-CB85-827D-7993-F287AEFAA6E2}"/>
                </a:ext>
              </a:extLst>
            </p:cNvPr>
            <p:cNvSpPr/>
            <p:nvPr userDrawn="1"/>
          </p:nvSpPr>
          <p:spPr>
            <a:xfrm rot="5400000">
              <a:off x="6288836" y="-192835"/>
              <a:ext cx="5710329" cy="6095999"/>
            </a:xfrm>
            <a:custGeom>
              <a:avLst/>
              <a:gdLst>
                <a:gd name="connsiteX0" fmla="*/ 0 w 5710329"/>
                <a:gd name="connsiteY0" fmla="*/ 5753280 h 6095999"/>
                <a:gd name="connsiteX1" fmla="*/ 1 w 5710329"/>
                <a:gd name="connsiteY1" fmla="*/ 0 h 6095999"/>
                <a:gd name="connsiteX2" fmla="*/ 4879049 w 5710329"/>
                <a:gd name="connsiteY2" fmla="*/ 0 h 6095999"/>
                <a:gd name="connsiteX3" fmla="*/ 4908244 w 5710329"/>
                <a:gd name="connsiteY3" fmla="*/ 46647 h 6095999"/>
                <a:gd name="connsiteX4" fmla="*/ 5443554 w 5710329"/>
                <a:gd name="connsiteY4" fmla="*/ 1194582 h 6095999"/>
                <a:gd name="connsiteX5" fmla="*/ 3810471 w 5710329"/>
                <a:gd name="connsiteY5" fmla="*/ 4975765 h 6095999"/>
                <a:gd name="connsiteX6" fmla="*/ 3640177 w 5710329"/>
                <a:gd name="connsiteY6" fmla="*/ 5094722 h 6095999"/>
                <a:gd name="connsiteX7" fmla="*/ 3640175 w 5710329"/>
                <a:gd name="connsiteY7" fmla="*/ 5094722 h 6095999"/>
                <a:gd name="connsiteX8" fmla="*/ 3627189 w 5710329"/>
                <a:gd name="connsiteY8" fmla="*/ 5103794 h 6095999"/>
                <a:gd name="connsiteX9" fmla="*/ 25591 w 5710329"/>
                <a:gd name="connsiteY9" fmla="*/ 5770091 h 6095999"/>
                <a:gd name="connsiteX10" fmla="*/ 0 w 5710329"/>
                <a:gd name="connsiteY10" fmla="*/ 5753280 h 609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0329" h="6095999">
                  <a:moveTo>
                    <a:pt x="0" y="5753280"/>
                  </a:moveTo>
                  <a:lnTo>
                    <a:pt x="1" y="0"/>
                  </a:lnTo>
                  <a:lnTo>
                    <a:pt x="4879049" y="0"/>
                  </a:lnTo>
                  <a:lnTo>
                    <a:pt x="4908244" y="46647"/>
                  </a:lnTo>
                  <a:cubicBezTo>
                    <a:pt x="5131497" y="417493"/>
                    <a:pt x="5307586" y="797576"/>
                    <a:pt x="5443554" y="1194582"/>
                  </a:cubicBezTo>
                  <a:cubicBezTo>
                    <a:pt x="6055107" y="2980435"/>
                    <a:pt x="5657477" y="3673064"/>
                    <a:pt x="3810471" y="4975765"/>
                  </a:cubicBezTo>
                  <a:lnTo>
                    <a:pt x="3640177" y="5094722"/>
                  </a:lnTo>
                  <a:lnTo>
                    <a:pt x="3640175" y="5094722"/>
                  </a:lnTo>
                  <a:lnTo>
                    <a:pt x="3627189" y="5103794"/>
                  </a:lnTo>
                  <a:cubicBezTo>
                    <a:pt x="1938856" y="6181146"/>
                    <a:pt x="979798" y="6345006"/>
                    <a:pt x="25591" y="5770091"/>
                  </a:cubicBezTo>
                  <a:lnTo>
                    <a:pt x="0" y="57532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Picture Placeholder 15">
            <a:extLst>
              <a:ext uri="{FF2B5EF4-FFF2-40B4-BE49-F238E27FC236}">
                <a16:creationId xmlns:a16="http://schemas.microsoft.com/office/drawing/2014/main" id="{9D9EF41E-7E82-044C-5DCF-8CEA3E1F4CDB}"/>
              </a:ext>
            </a:extLst>
          </p:cNvPr>
          <p:cNvSpPr>
            <a:spLocks noGrp="1"/>
          </p:cNvSpPr>
          <p:nvPr>
            <p:ph type="pic" sz="quarter" idx="37"/>
          </p:nvPr>
        </p:nvSpPr>
        <p:spPr>
          <a:xfrm>
            <a:off x="7014018" y="1"/>
            <a:ext cx="5177982" cy="5710329"/>
          </a:xfrm>
          <a:custGeom>
            <a:avLst/>
            <a:gdLst>
              <a:gd name="connsiteX0" fmla="*/ 462730 w 5177982"/>
              <a:gd name="connsiteY0" fmla="*/ 0 h 5710329"/>
              <a:gd name="connsiteX1" fmla="*/ 5177982 w 5177982"/>
              <a:gd name="connsiteY1" fmla="*/ 1 h 5710329"/>
              <a:gd name="connsiteX2" fmla="*/ 5177982 w 5177982"/>
              <a:gd name="connsiteY2" fmla="*/ 4879049 h 5710329"/>
              <a:gd name="connsiteX3" fmla="*/ 5131335 w 5177982"/>
              <a:gd name="connsiteY3" fmla="*/ 4908244 h 5710329"/>
              <a:gd name="connsiteX4" fmla="*/ 3983400 w 5177982"/>
              <a:gd name="connsiteY4" fmla="*/ 5443554 h 5710329"/>
              <a:gd name="connsiteX5" fmla="*/ 202217 w 5177982"/>
              <a:gd name="connsiteY5" fmla="*/ 3810471 h 5710329"/>
              <a:gd name="connsiteX6" fmla="*/ 83260 w 5177982"/>
              <a:gd name="connsiteY6" fmla="*/ 3640177 h 5710329"/>
              <a:gd name="connsiteX7" fmla="*/ 83260 w 5177982"/>
              <a:gd name="connsiteY7" fmla="*/ 3640175 h 5710329"/>
              <a:gd name="connsiteX8" fmla="*/ 83258 w 5177982"/>
              <a:gd name="connsiteY8" fmla="*/ 3640172 h 5710329"/>
              <a:gd name="connsiteX9" fmla="*/ 65984 w 5177982"/>
              <a:gd name="connsiteY9" fmla="*/ 3490780 h 5710329"/>
              <a:gd name="connsiteX10" fmla="*/ 59 w 5177982"/>
              <a:gd name="connsiteY10" fmla="*/ 2506663 h 5710329"/>
              <a:gd name="connsiteX11" fmla="*/ 393136 w 5177982"/>
              <a:gd name="connsiteY11" fmla="*/ 117493 h 571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77982" h="5710329">
                <a:moveTo>
                  <a:pt x="462730" y="0"/>
                </a:moveTo>
                <a:lnTo>
                  <a:pt x="5177982" y="1"/>
                </a:lnTo>
                <a:lnTo>
                  <a:pt x="5177982" y="4879049"/>
                </a:lnTo>
                <a:lnTo>
                  <a:pt x="5131335" y="4908244"/>
                </a:lnTo>
                <a:cubicBezTo>
                  <a:pt x="4760489" y="5131497"/>
                  <a:pt x="4380406" y="5307586"/>
                  <a:pt x="3983400" y="5443554"/>
                </a:cubicBezTo>
                <a:cubicBezTo>
                  <a:pt x="2197547" y="6055107"/>
                  <a:pt x="1504918" y="5657477"/>
                  <a:pt x="202217" y="3810471"/>
                </a:cubicBezTo>
                <a:lnTo>
                  <a:pt x="83260" y="3640177"/>
                </a:lnTo>
                <a:lnTo>
                  <a:pt x="83260" y="3640175"/>
                </a:lnTo>
                <a:lnTo>
                  <a:pt x="83258" y="3640172"/>
                </a:lnTo>
                <a:lnTo>
                  <a:pt x="65984" y="3490780"/>
                </a:lnTo>
                <a:cubicBezTo>
                  <a:pt x="35206" y="3199147"/>
                  <a:pt x="14849" y="2872837"/>
                  <a:pt x="59" y="2506663"/>
                </a:cubicBezTo>
                <a:cubicBezTo>
                  <a:pt x="-2993" y="1405192"/>
                  <a:pt x="113639" y="651025"/>
                  <a:pt x="393136" y="117493"/>
                </a:cubicBezTo>
                <a:close/>
              </a:path>
            </a:pathLst>
          </a:custGeom>
          <a:solidFill>
            <a:schemeClr val="bg2"/>
          </a:solidFill>
        </p:spPr>
        <p:txBody>
          <a:bodyPr wrap="square">
            <a:noAutofit/>
          </a:bodyPr>
          <a:lstStyle/>
          <a:p>
            <a:endParaRPr lang="en-US"/>
          </a:p>
        </p:txBody>
      </p:sp>
      <p:sp>
        <p:nvSpPr>
          <p:cNvPr id="2" name="TextBox 1">
            <a:extLst>
              <a:ext uri="{FF2B5EF4-FFF2-40B4-BE49-F238E27FC236}">
                <a16:creationId xmlns:a16="http://schemas.microsoft.com/office/drawing/2014/main" id="{3C7C1C45-9752-51FA-4B73-A460A255CBA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161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4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grpSp>
        <p:nvGrpSpPr>
          <p:cNvPr id="19" name="Group 18">
            <a:extLst>
              <a:ext uri="{FF2B5EF4-FFF2-40B4-BE49-F238E27FC236}">
                <a16:creationId xmlns:a16="http://schemas.microsoft.com/office/drawing/2014/main" id="{4771154D-CE29-6CBD-318B-648A00500BE7}"/>
              </a:ext>
            </a:extLst>
          </p:cNvPr>
          <p:cNvGrpSpPr/>
          <p:nvPr userDrawn="1"/>
        </p:nvGrpSpPr>
        <p:grpSpPr>
          <a:xfrm>
            <a:off x="7588096" y="-1010310"/>
            <a:ext cx="5122415" cy="5736138"/>
            <a:chOff x="7588096" y="-1010310"/>
            <a:chExt cx="5122415" cy="5736138"/>
          </a:xfrm>
        </p:grpSpPr>
        <p:sp>
          <p:nvSpPr>
            <p:cNvPr id="18" name="Freeform 17">
              <a:extLst>
                <a:ext uri="{FF2B5EF4-FFF2-40B4-BE49-F238E27FC236}">
                  <a16:creationId xmlns:a16="http://schemas.microsoft.com/office/drawing/2014/main" id="{CDBB7CE5-0F87-C97F-A253-3FB335923DA3}"/>
                </a:ext>
              </a:extLst>
            </p:cNvPr>
            <p:cNvSpPr/>
            <p:nvPr userDrawn="1"/>
          </p:nvSpPr>
          <p:spPr>
            <a:xfrm>
              <a:off x="10652960" y="2019298"/>
              <a:ext cx="1552382" cy="2706530"/>
            </a:xfrm>
            <a:custGeom>
              <a:avLst/>
              <a:gdLst>
                <a:gd name="connsiteX0" fmla="*/ 1353265 w 1552382"/>
                <a:gd name="connsiteY0" fmla="*/ 0 h 2706530"/>
                <a:gd name="connsiteX1" fmla="*/ 1491628 w 1552382"/>
                <a:gd name="connsiteY1" fmla="*/ 6987 h 2706530"/>
                <a:gd name="connsiteX2" fmla="*/ 1552382 w 1552382"/>
                <a:gd name="connsiteY2" fmla="*/ 16259 h 2706530"/>
                <a:gd name="connsiteX3" fmla="*/ 1552382 w 1552382"/>
                <a:gd name="connsiteY3" fmla="*/ 2690271 h 2706530"/>
                <a:gd name="connsiteX4" fmla="*/ 1491628 w 1552382"/>
                <a:gd name="connsiteY4" fmla="*/ 2699544 h 2706530"/>
                <a:gd name="connsiteX5" fmla="*/ 1353265 w 1552382"/>
                <a:gd name="connsiteY5" fmla="*/ 2706530 h 2706530"/>
                <a:gd name="connsiteX6" fmla="*/ 0 w 1552382"/>
                <a:gd name="connsiteY6" fmla="*/ 1353265 h 2706530"/>
                <a:gd name="connsiteX7" fmla="*/ 1353265 w 1552382"/>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2382" h="2706530">
                  <a:moveTo>
                    <a:pt x="1353265" y="0"/>
                  </a:moveTo>
                  <a:cubicBezTo>
                    <a:pt x="1399977" y="0"/>
                    <a:pt x="1446136" y="2367"/>
                    <a:pt x="1491628" y="6987"/>
                  </a:cubicBezTo>
                  <a:lnTo>
                    <a:pt x="1552382" y="16259"/>
                  </a:lnTo>
                  <a:lnTo>
                    <a:pt x="1552382" y="2690271"/>
                  </a:lnTo>
                  <a:lnTo>
                    <a:pt x="1491628"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Graphic 13">
              <a:extLst>
                <a:ext uri="{FF2B5EF4-FFF2-40B4-BE49-F238E27FC236}">
                  <a16:creationId xmlns:a16="http://schemas.microsoft.com/office/drawing/2014/main" id="{29404932-0924-270F-E771-E81FAAA0AC2F}"/>
                </a:ext>
              </a:extLst>
            </p:cNvPr>
            <p:cNvPicPr>
              <a:picLocks noChangeAspect="1"/>
            </p:cNvPicPr>
            <p:nvPr userDrawn="1"/>
          </p:nvPicPr>
          <p:blipFill>
            <a:blip r:embed="rId4">
              <a:extLst>
                <a:ext uri="{96DAC541-7B7A-43D3-8B79-37D633B846F1}">
                  <asvg:svgBlip xmlns:asvg="http://schemas.microsoft.com/office/drawing/2016/SVG/main" r:embed="rId5"/>
                </a:ext>
              </a:extLst>
            </a:blip>
            <a:srcRect r="24950" b="5778"/>
            <a:stretch>
              <a:fillRect/>
            </a:stretch>
          </p:blipFill>
          <p:spPr>
            <a:xfrm rot="16200000">
              <a:off x="8180823" y="-455821"/>
              <a:ext cx="3568698" cy="4480340"/>
            </a:xfrm>
            <a:custGeom>
              <a:avLst/>
              <a:gdLst>
                <a:gd name="connsiteX0" fmla="*/ 3568698 w 3568698"/>
                <a:gd name="connsiteY0" fmla="*/ 0 h 4480340"/>
                <a:gd name="connsiteX1" fmla="*/ 3568698 w 3568698"/>
                <a:gd name="connsiteY1" fmla="*/ 4480340 h 4480340"/>
                <a:gd name="connsiteX2" fmla="*/ 0 w 3568698"/>
                <a:gd name="connsiteY2" fmla="*/ 4480340 h 4480340"/>
                <a:gd name="connsiteX3" fmla="*/ 0 w 3568698"/>
                <a:gd name="connsiteY3" fmla="*/ 0 h 4480340"/>
              </a:gdLst>
              <a:ahLst/>
              <a:cxnLst>
                <a:cxn ang="0">
                  <a:pos x="connsiteX0" y="connsiteY0"/>
                </a:cxn>
                <a:cxn ang="0">
                  <a:pos x="connsiteX1" y="connsiteY1"/>
                </a:cxn>
                <a:cxn ang="0">
                  <a:pos x="connsiteX2" y="connsiteY2"/>
                </a:cxn>
                <a:cxn ang="0">
                  <a:pos x="connsiteX3" y="connsiteY3"/>
                </a:cxn>
              </a:cxnLst>
              <a:rect l="l" t="t" r="r" b="b"/>
              <a:pathLst>
                <a:path w="3568698" h="4480340">
                  <a:moveTo>
                    <a:pt x="3568698" y="0"/>
                  </a:moveTo>
                  <a:lnTo>
                    <a:pt x="3568698" y="4480340"/>
                  </a:lnTo>
                  <a:lnTo>
                    <a:pt x="0" y="4480340"/>
                  </a:lnTo>
                  <a:lnTo>
                    <a:pt x="0" y="0"/>
                  </a:lnTo>
                  <a:close/>
                </a:path>
              </a:pathLst>
            </a:custGeom>
          </p:spPr>
        </p:pic>
        <p:pic>
          <p:nvPicPr>
            <p:cNvPr id="10" name="Graphic 9">
              <a:extLst>
                <a:ext uri="{FF2B5EF4-FFF2-40B4-BE49-F238E27FC236}">
                  <a16:creationId xmlns:a16="http://schemas.microsoft.com/office/drawing/2014/main" id="{4CDD6E4A-718F-8E1A-46D1-D9747B52A6F9}"/>
                </a:ext>
              </a:extLst>
            </p:cNvPr>
            <p:cNvPicPr>
              <a:picLocks noChangeAspect="1"/>
            </p:cNvPicPr>
            <p:nvPr userDrawn="1"/>
          </p:nvPicPr>
          <p:blipFill>
            <a:blip r:embed="rId6">
              <a:extLst>
                <a:ext uri="{96DAC541-7B7A-43D3-8B79-37D633B846F1}">
                  <asvg:svgBlip xmlns:asvg="http://schemas.microsoft.com/office/drawing/2016/SVG/main" r:embed="rId7"/>
                </a:ext>
              </a:extLst>
            </a:blip>
            <a:srcRect r="5208"/>
            <a:stretch>
              <a:fillRect/>
            </a:stretch>
          </p:blipFill>
          <p:spPr>
            <a:xfrm rot="18712001">
              <a:off x="7721494" y="-1143708"/>
              <a:ext cx="4855620" cy="5122415"/>
            </a:xfrm>
            <a:custGeom>
              <a:avLst/>
              <a:gdLst>
                <a:gd name="connsiteX0" fmla="*/ 2035907 w 4855620"/>
                <a:gd name="connsiteY0" fmla="*/ 0 h 5122415"/>
                <a:gd name="connsiteX1" fmla="*/ 4855620 w 4855620"/>
                <a:gd name="connsiteY1" fmla="*/ 3146301 h 5122415"/>
                <a:gd name="connsiteX2" fmla="*/ 2650626 w 4855620"/>
                <a:gd name="connsiteY2" fmla="*/ 5122415 h 5122415"/>
                <a:gd name="connsiteX3" fmla="*/ 0 w 4855620"/>
                <a:gd name="connsiteY3" fmla="*/ 5122415 h 5122415"/>
                <a:gd name="connsiteX4" fmla="*/ 0 w 4855620"/>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5620" h="5122415">
                  <a:moveTo>
                    <a:pt x="2035907" y="0"/>
                  </a:moveTo>
                  <a:lnTo>
                    <a:pt x="4855620" y="3146301"/>
                  </a:lnTo>
                  <a:lnTo>
                    <a:pt x="2650626" y="5122415"/>
                  </a:lnTo>
                  <a:lnTo>
                    <a:pt x="0" y="5122415"/>
                  </a:lnTo>
                  <a:lnTo>
                    <a:pt x="0" y="0"/>
                  </a:lnTo>
                  <a:close/>
                </a:path>
              </a:pathLst>
            </a:custGeom>
          </p:spPr>
        </p:pic>
        <p:sp>
          <p:nvSpPr>
            <p:cNvPr id="16" name="Freeform 15">
              <a:extLst>
                <a:ext uri="{FF2B5EF4-FFF2-40B4-BE49-F238E27FC236}">
                  <a16:creationId xmlns:a16="http://schemas.microsoft.com/office/drawing/2014/main" id="{5E7A943C-3F3B-F397-FFFA-4E3DEB497D18}"/>
                </a:ext>
              </a:extLst>
            </p:cNvPr>
            <p:cNvSpPr/>
            <p:nvPr userDrawn="1"/>
          </p:nvSpPr>
          <p:spPr>
            <a:xfrm>
              <a:off x="10652960" y="2019299"/>
              <a:ext cx="1552382" cy="1464740"/>
            </a:xfrm>
            <a:custGeom>
              <a:avLst/>
              <a:gdLst>
                <a:gd name="connsiteX0" fmla="*/ 1353265 w 1552382"/>
                <a:gd name="connsiteY0" fmla="*/ 0 h 1464740"/>
                <a:gd name="connsiteX1" fmla="*/ 1491628 w 1552382"/>
                <a:gd name="connsiteY1" fmla="*/ 6987 h 1464740"/>
                <a:gd name="connsiteX2" fmla="*/ 1552382 w 1552382"/>
                <a:gd name="connsiteY2" fmla="*/ 16260 h 1464740"/>
                <a:gd name="connsiteX3" fmla="*/ 1552382 w 1552382"/>
                <a:gd name="connsiteY3" fmla="*/ 632104 h 1464740"/>
                <a:gd name="connsiteX4" fmla="*/ 1471695 w 1552382"/>
                <a:gd name="connsiteY4" fmla="*/ 770427 h 1464740"/>
                <a:gd name="connsiteX5" fmla="*/ 686610 w 1552382"/>
                <a:gd name="connsiteY5" fmla="*/ 1309373 h 1464740"/>
                <a:gd name="connsiteX6" fmla="*/ 13971 w 1552382"/>
                <a:gd name="connsiteY6" fmla="*/ 1463649 h 1464740"/>
                <a:gd name="connsiteX7" fmla="*/ 5629 w 1552382"/>
                <a:gd name="connsiteY7" fmla="*/ 1464740 h 1464740"/>
                <a:gd name="connsiteX8" fmla="*/ 0 w 1552382"/>
                <a:gd name="connsiteY8" fmla="*/ 1353265 h 1464740"/>
                <a:gd name="connsiteX9" fmla="*/ 1353265 w 1552382"/>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2382" h="1464740">
                  <a:moveTo>
                    <a:pt x="1353265" y="0"/>
                  </a:moveTo>
                  <a:cubicBezTo>
                    <a:pt x="1399976" y="0"/>
                    <a:pt x="1446135" y="2367"/>
                    <a:pt x="1491628" y="6987"/>
                  </a:cubicBezTo>
                  <a:lnTo>
                    <a:pt x="1552382" y="16260"/>
                  </a:lnTo>
                  <a:lnTo>
                    <a:pt x="1552382" y="632104"/>
                  </a:lnTo>
                  <a:lnTo>
                    <a:pt x="1471695" y="770427"/>
                  </a:lnTo>
                  <a:cubicBezTo>
                    <a:pt x="1294601" y="1027787"/>
                    <a:pt x="1038677" y="1190504"/>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Picture Placeholder 4">
            <a:extLst>
              <a:ext uri="{FF2B5EF4-FFF2-40B4-BE49-F238E27FC236}">
                <a16:creationId xmlns:a16="http://schemas.microsoft.com/office/drawing/2014/main" id="{5B6BA865-DAE0-11DB-52B3-C0DC2BCA7D4A}"/>
              </a:ext>
            </a:extLst>
          </p:cNvPr>
          <p:cNvSpPr>
            <a:spLocks noGrp="1"/>
          </p:cNvSpPr>
          <p:nvPr userDrawn="1">
            <p:ph type="pic" sz="quarter" idx="15" hasCustomPrompt="1"/>
          </p:nvPr>
        </p:nvSpPr>
        <p:spPr>
          <a:xfrm>
            <a:off x="7068718" y="904104"/>
            <a:ext cx="2569577" cy="5049792"/>
          </a:xfrm>
          <a:prstGeom prst="roundRect">
            <a:avLst>
              <a:gd name="adj" fmla="val 8636"/>
            </a:avLst>
          </a:prstGeom>
          <a:solidFill>
            <a:schemeClr val="bg2"/>
          </a:solidFill>
          <a:ln w="127000">
            <a:solidFill>
              <a:srgbClr val="F1F2F2"/>
            </a:solidFill>
          </a:ln>
          <a:effectLst>
            <a:outerShdw blurRad="183858" algn="ctr" rotWithShape="0">
              <a:prstClr val="black">
                <a:alpha val="21875"/>
              </a:prstClr>
            </a:outerShdw>
          </a:effectLst>
        </p:spPr>
        <p:txBody>
          <a:bodyPr anchor="ctr"/>
          <a:lstStyle>
            <a:lvl1pPr algn="ctr">
              <a:defRPr sz="1050" b="0"/>
            </a:lvl1pPr>
          </a:lstStyle>
          <a:p>
            <a:r>
              <a:rPr lang="en-US"/>
              <a:t>Click to insert screenshot</a:t>
            </a:r>
          </a:p>
        </p:txBody>
      </p:sp>
      <p:sp>
        <p:nvSpPr>
          <p:cNvPr id="2" name="TextBox 1">
            <a:extLst>
              <a:ext uri="{FF2B5EF4-FFF2-40B4-BE49-F238E27FC236}">
                <a16:creationId xmlns:a16="http://schemas.microsoft.com/office/drawing/2014/main" id="{29FEED22-1F20-E4EA-C02B-1695AF9796C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5203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5_Demo">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C44BE29-9AD7-7DA0-1416-BF607F0F8B4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3716215">
            <a:off x="7628378" y="-163961"/>
            <a:ext cx="4080876" cy="4080876"/>
          </a:xfrm>
          <a:custGeom>
            <a:avLst/>
            <a:gdLst>
              <a:gd name="connsiteX0" fmla="*/ 4080876 w 4080876"/>
              <a:gd name="connsiteY0" fmla="*/ 2563430 h 4080876"/>
              <a:gd name="connsiteX1" fmla="*/ 2743237 w 4080876"/>
              <a:gd name="connsiteY1" fmla="*/ 4080875 h 4080876"/>
              <a:gd name="connsiteX2" fmla="*/ 519283 w 4080876"/>
              <a:gd name="connsiteY2" fmla="*/ 4080876 h 4080876"/>
              <a:gd name="connsiteX3" fmla="*/ 0 w 4080876"/>
              <a:gd name="connsiteY3" fmla="*/ 3623124 h 4080876"/>
              <a:gd name="connsiteX4" fmla="*/ 0 w 4080876"/>
              <a:gd name="connsiteY4" fmla="*/ 0 h 4080876"/>
              <a:gd name="connsiteX5" fmla="*/ 4080876 w 4080876"/>
              <a:gd name="connsiteY5" fmla="*/ 0 h 408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80876" h="4080876">
                <a:moveTo>
                  <a:pt x="4080876" y="2563430"/>
                </a:moveTo>
                <a:lnTo>
                  <a:pt x="2743237" y="4080875"/>
                </a:lnTo>
                <a:lnTo>
                  <a:pt x="519283" y="4080876"/>
                </a:lnTo>
                <a:lnTo>
                  <a:pt x="0" y="3623124"/>
                </a:lnTo>
                <a:lnTo>
                  <a:pt x="0" y="0"/>
                </a:lnTo>
                <a:lnTo>
                  <a:pt x="4080876" y="0"/>
                </a:lnTo>
                <a:close/>
              </a:path>
            </a:pathLst>
          </a:custGeom>
        </p:spPr>
      </p:pic>
      <p:grpSp>
        <p:nvGrpSpPr>
          <p:cNvPr id="7" name="Group 6">
            <a:extLst>
              <a:ext uri="{FF2B5EF4-FFF2-40B4-BE49-F238E27FC236}">
                <a16:creationId xmlns:a16="http://schemas.microsoft.com/office/drawing/2014/main" id="{C4815D7F-FB30-96E8-7657-325FE71E9FD6}"/>
              </a:ext>
            </a:extLst>
          </p:cNvPr>
          <p:cNvGrpSpPr/>
          <p:nvPr userDrawn="1"/>
        </p:nvGrpSpPr>
        <p:grpSpPr>
          <a:xfrm>
            <a:off x="7661513" y="-98432"/>
            <a:ext cx="4611756" cy="3964589"/>
            <a:chOff x="7661513" y="-98432"/>
            <a:chExt cx="4611756" cy="3964589"/>
          </a:xfrm>
        </p:grpSpPr>
        <p:pic>
          <p:nvPicPr>
            <p:cNvPr id="22" name="Graphic 21">
              <a:extLst>
                <a:ext uri="{FF2B5EF4-FFF2-40B4-BE49-F238E27FC236}">
                  <a16:creationId xmlns:a16="http://schemas.microsoft.com/office/drawing/2014/main" id="{92DCFE68-75DB-EA8D-64A9-2A3AB5F1E87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1204214">
              <a:off x="7661513" y="77906"/>
              <a:ext cx="3788251" cy="3788251"/>
            </a:xfrm>
            <a:prstGeom prst="rect">
              <a:avLst/>
            </a:prstGeom>
          </p:spPr>
        </p:pic>
        <p:sp>
          <p:nvSpPr>
            <p:cNvPr id="6" name="Freeform 5">
              <a:extLst>
                <a:ext uri="{FF2B5EF4-FFF2-40B4-BE49-F238E27FC236}">
                  <a16:creationId xmlns:a16="http://schemas.microsoft.com/office/drawing/2014/main" id="{8D811FD3-91BC-7178-A405-8B21DE15B4E7}"/>
                </a:ext>
              </a:extLst>
            </p:cNvPr>
            <p:cNvSpPr/>
            <p:nvPr userDrawn="1"/>
          </p:nvSpPr>
          <p:spPr>
            <a:xfrm rot="16604214">
              <a:off x="10402793" y="-138149"/>
              <a:ext cx="1830759" cy="1910193"/>
            </a:xfrm>
            <a:custGeom>
              <a:avLst/>
              <a:gdLst>
                <a:gd name="connsiteX0" fmla="*/ 1644608 w 1830759"/>
                <a:gd name="connsiteY0" fmla="*/ 164433 h 1910193"/>
                <a:gd name="connsiteX1" fmla="*/ 1830759 w 1830759"/>
                <a:gd name="connsiteY1" fmla="*/ 1740304 h 1910193"/>
                <a:gd name="connsiteX2" fmla="*/ 392555 w 1830759"/>
                <a:gd name="connsiteY2" fmla="*/ 1910193 h 1910193"/>
                <a:gd name="connsiteX3" fmla="*/ 392330 w 1830759"/>
                <a:gd name="connsiteY3" fmla="*/ 1910026 h 1910193"/>
                <a:gd name="connsiteX4" fmla="*/ 0 w 1830759"/>
                <a:gd name="connsiteY4" fmla="*/ 1078106 h 1910193"/>
                <a:gd name="connsiteX5" fmla="*/ 1078106 w 1830759"/>
                <a:gd name="connsiteY5" fmla="*/ 0 h 1910193"/>
                <a:gd name="connsiteX6" fmla="*/ 1497753 w 1830759"/>
                <a:gd name="connsiteY6" fmla="*/ 84723 h 191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0759" h="1910193">
                  <a:moveTo>
                    <a:pt x="1644608" y="164433"/>
                  </a:moveTo>
                  <a:lnTo>
                    <a:pt x="1830759" y="1740304"/>
                  </a:lnTo>
                  <a:lnTo>
                    <a:pt x="392555" y="1910193"/>
                  </a:lnTo>
                  <a:lnTo>
                    <a:pt x="392330" y="1910026"/>
                  </a:lnTo>
                  <a:cubicBezTo>
                    <a:pt x="152724" y="1712285"/>
                    <a:pt x="0" y="1413031"/>
                    <a:pt x="0" y="1078106"/>
                  </a:cubicBezTo>
                  <a:cubicBezTo>
                    <a:pt x="0" y="482684"/>
                    <a:pt x="482684" y="0"/>
                    <a:pt x="1078106" y="0"/>
                  </a:cubicBezTo>
                  <a:cubicBezTo>
                    <a:pt x="1226961" y="0"/>
                    <a:pt x="1368771" y="30167"/>
                    <a:pt x="1497753" y="84723"/>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B25FC17-017E-96DD-A9B2-0941A09B103A}"/>
                </a:ext>
              </a:extLst>
            </p:cNvPr>
            <p:cNvSpPr/>
            <p:nvPr userDrawn="1"/>
          </p:nvSpPr>
          <p:spPr>
            <a:xfrm rot="16604214">
              <a:off x="10231390" y="412288"/>
              <a:ext cx="1382878" cy="1166915"/>
            </a:xfrm>
            <a:custGeom>
              <a:avLst/>
              <a:gdLst>
                <a:gd name="connsiteX0" fmla="*/ 1353265 w 1735822"/>
                <a:gd name="connsiteY0" fmla="*/ 0 h 1464740"/>
                <a:gd name="connsiteX1" fmla="*/ 1625995 w 1735822"/>
                <a:gd name="connsiteY1" fmla="*/ 27494 h 1464740"/>
                <a:gd name="connsiteX2" fmla="*/ 1735822 w 1735822"/>
                <a:gd name="connsiteY2" fmla="*/ 55733 h 1464740"/>
                <a:gd name="connsiteX3" fmla="*/ 1709070 w 1735822"/>
                <a:gd name="connsiteY3" fmla="*/ 193996 h 1464740"/>
                <a:gd name="connsiteX4" fmla="*/ 686610 w 1735822"/>
                <a:gd name="connsiteY4" fmla="*/ 1309373 h 1464740"/>
                <a:gd name="connsiteX5" fmla="*/ 13971 w 1735822"/>
                <a:gd name="connsiteY5" fmla="*/ 1463649 h 1464740"/>
                <a:gd name="connsiteX6" fmla="*/ 5629 w 1735822"/>
                <a:gd name="connsiteY6" fmla="*/ 1464740 h 1464740"/>
                <a:gd name="connsiteX7" fmla="*/ 0 w 1735822"/>
                <a:gd name="connsiteY7" fmla="*/ 1353265 h 1464740"/>
                <a:gd name="connsiteX8" fmla="*/ 1353265 w 1735822"/>
                <a:gd name="connsiteY8"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5822" h="1464740">
                  <a:moveTo>
                    <a:pt x="1353265" y="0"/>
                  </a:moveTo>
                  <a:cubicBezTo>
                    <a:pt x="1446688" y="0"/>
                    <a:pt x="1537901" y="9467"/>
                    <a:pt x="1625995" y="27494"/>
                  </a:cubicBezTo>
                  <a:lnTo>
                    <a:pt x="1735822" y="55733"/>
                  </a:lnTo>
                  <a:lnTo>
                    <a:pt x="1709070" y="193996"/>
                  </a:lnTo>
                  <a:cubicBezTo>
                    <a:pt x="1567097" y="816740"/>
                    <a:pt x="1249918" y="1119182"/>
                    <a:pt x="686610" y="1309373"/>
                  </a:cubicBezTo>
                  <a:cubicBezTo>
                    <a:pt x="508690" y="1369446"/>
                    <a:pt x="275052" y="1424483"/>
                    <a:pt x="13971" y="1463649"/>
                  </a:cubicBezTo>
                  <a:lnTo>
                    <a:pt x="5629" y="1464740"/>
                  </a:lnTo>
                  <a:lnTo>
                    <a:pt x="0" y="1353265"/>
                  </a:lnTo>
                  <a:cubicBezTo>
                    <a:pt x="0" y="605877"/>
                    <a:pt x="605877" y="0"/>
                    <a:pt x="135326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Subtitle 2">
            <a:extLst>
              <a:ext uri="{FF2B5EF4-FFF2-40B4-BE49-F238E27FC236}">
                <a16:creationId xmlns:a16="http://schemas.microsoft.com/office/drawing/2014/main" id="{90F4175A-B2F8-F7DC-A773-2FB99CD3C423}"/>
              </a:ext>
            </a:extLst>
          </p:cNvPr>
          <p:cNvSpPr>
            <a:spLocks noGrp="1"/>
          </p:cNvSpPr>
          <p:nvPr userDrawn="1">
            <p:ph type="subTitle" idx="1" hasCustomPrompt="1"/>
          </p:nvPr>
        </p:nvSpPr>
        <p:spPr>
          <a:xfrm>
            <a:off x="603077" y="4208374"/>
            <a:ext cx="3742914" cy="1204240"/>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userDrawn="1">
            <p:ph type="body" sz="quarter" idx="10" hasCustomPrompt="1"/>
          </p:nvPr>
        </p:nvSpPr>
        <p:spPr>
          <a:xfrm>
            <a:off x="603077" y="2654000"/>
            <a:ext cx="3742914" cy="1406820"/>
          </a:xfrm>
        </p:spPr>
        <p:txBody>
          <a:bodyPr lIns="0" anchor="t" anchorCtr="0"/>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603077" y="1772958"/>
            <a:ext cx="616123" cy="555880"/>
          </a:xfrm>
          <a:prstGeom prst="rect">
            <a:avLst/>
          </a:prstGeom>
        </p:spPr>
      </p:pic>
      <p:sp>
        <p:nvSpPr>
          <p:cNvPr id="16" name="Picture Placeholder 5">
            <a:extLst>
              <a:ext uri="{FF2B5EF4-FFF2-40B4-BE49-F238E27FC236}">
                <a16:creationId xmlns:a16="http://schemas.microsoft.com/office/drawing/2014/main" id="{54389266-A5AD-BAD2-62FD-6B6FCEE26F4C}"/>
              </a:ext>
            </a:extLst>
          </p:cNvPr>
          <p:cNvSpPr>
            <a:spLocks noGrp="1"/>
          </p:cNvSpPr>
          <p:nvPr userDrawn="1">
            <p:ph type="pic" sz="quarter" idx="11"/>
          </p:nvPr>
        </p:nvSpPr>
        <p:spPr>
          <a:xfrm>
            <a:off x="5311920" y="1362284"/>
            <a:ext cx="5807061" cy="3796073"/>
          </a:xfrm>
          <a:prstGeom prst="roundRect">
            <a:avLst>
              <a:gd name="adj" fmla="val 3000"/>
            </a:avLst>
          </a:prstGeom>
          <a:solidFill>
            <a:schemeClr val="bg2"/>
          </a:solidFill>
          <a:ln w="127000">
            <a:solidFill>
              <a:srgbClr val="F1F2F2"/>
            </a:solidFill>
          </a:ln>
          <a:effectLst>
            <a:outerShdw blurRad="1778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050" b="0" i="0" kern="1200">
                <a:solidFill>
                  <a:schemeClr val="tx1"/>
                </a:solidFill>
                <a:latin typeface="+mn-lt"/>
                <a:ea typeface="+mn-ea"/>
                <a:cs typeface="+mn-cs"/>
              </a:defRPr>
            </a:lvl1pPr>
          </a:lstStyle>
          <a:p>
            <a:pPr marR="0" lvl="0" algn="ctr" defTabSz="412750" fontAlgn="auto" hangingPunct="0">
              <a:lnSpc>
                <a:spcPct val="100000"/>
              </a:lnSpc>
              <a:spcBef>
                <a:spcPts val="0"/>
              </a:spcBef>
              <a:spcAft>
                <a:spcPts val="0"/>
              </a:spcAft>
              <a:buClrTx/>
              <a:buSzTx/>
              <a:buFontTx/>
              <a:tabLst/>
            </a:pPr>
            <a:r>
              <a:rPr lang="en-US"/>
              <a:t>Click icon to add picture</a:t>
            </a:r>
          </a:p>
        </p:txBody>
      </p:sp>
      <p:sp>
        <p:nvSpPr>
          <p:cNvPr id="17" name="Picture Placeholder 4">
            <a:extLst>
              <a:ext uri="{FF2B5EF4-FFF2-40B4-BE49-F238E27FC236}">
                <a16:creationId xmlns:a16="http://schemas.microsoft.com/office/drawing/2014/main" id="{F2F2E04D-7B5F-55DA-646A-0F3402F9C5E9}"/>
              </a:ext>
            </a:extLst>
          </p:cNvPr>
          <p:cNvSpPr>
            <a:spLocks noGrp="1"/>
          </p:cNvSpPr>
          <p:nvPr userDrawn="1">
            <p:ph type="pic" sz="quarter" idx="15" hasCustomPrompt="1"/>
          </p:nvPr>
        </p:nvSpPr>
        <p:spPr>
          <a:xfrm>
            <a:off x="9773307" y="1981200"/>
            <a:ext cx="1806045" cy="3877454"/>
          </a:xfrm>
          <a:prstGeom prst="roundRect">
            <a:avLst>
              <a:gd name="adj" fmla="val 6153"/>
            </a:avLst>
          </a:prstGeom>
          <a:solidFill>
            <a:schemeClr val="bg2"/>
          </a:solidFill>
          <a:ln w="127000">
            <a:solidFill>
              <a:srgbClr val="F1F2F2"/>
            </a:solidFill>
          </a:ln>
          <a:effectLst>
            <a:outerShdw blurRad="177800" algn="ctr" rotWithShape="0">
              <a:prstClr val="black">
                <a:alpha val="22000"/>
              </a:prstClr>
            </a:outerShdw>
          </a:effectLst>
        </p:spPr>
        <p:txBody>
          <a:bodyPr anchor="ctr"/>
          <a:lstStyle>
            <a:lvl1pPr algn="ctr">
              <a:defRPr sz="1050" b="0"/>
            </a:lvl1pPr>
          </a:lstStyle>
          <a:p>
            <a:r>
              <a:rPr lang="en-US"/>
              <a:t>Click to insert screenshot</a:t>
            </a:r>
          </a:p>
        </p:txBody>
      </p:sp>
      <p:sp>
        <p:nvSpPr>
          <p:cNvPr id="2" name="TextBox 1">
            <a:extLst>
              <a:ext uri="{FF2B5EF4-FFF2-40B4-BE49-F238E27FC236}">
                <a16:creationId xmlns:a16="http://schemas.microsoft.com/office/drawing/2014/main" id="{B1C5FC1F-F06A-1D1F-3ACF-1E3F9CE520E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88572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pic>
        <p:nvPicPr>
          <p:cNvPr id="4" name="Graphic 3">
            <a:extLst>
              <a:ext uri="{FF2B5EF4-FFF2-40B4-BE49-F238E27FC236}">
                <a16:creationId xmlns:a16="http://schemas.microsoft.com/office/drawing/2014/main" id="{82CD787A-CF1D-18FC-096A-863C4E7E21A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8237500">
            <a:off x="8533506" y="294542"/>
            <a:ext cx="4791272" cy="4791272"/>
          </a:xfrm>
          <a:custGeom>
            <a:avLst/>
            <a:gdLst>
              <a:gd name="connsiteX0" fmla="*/ 1024751 w 4791272"/>
              <a:gd name="connsiteY0" fmla="*/ 4791272 h 4791272"/>
              <a:gd name="connsiteX1" fmla="*/ 0 w 4791272"/>
              <a:gd name="connsiteY1" fmla="*/ 3845383 h 4791272"/>
              <a:gd name="connsiteX2" fmla="*/ 0 w 4791272"/>
              <a:gd name="connsiteY2" fmla="*/ 3109443 h 4791272"/>
              <a:gd name="connsiteX3" fmla="*/ 2870149 w 4791272"/>
              <a:gd name="connsiteY3" fmla="*/ 0 h 4791272"/>
              <a:gd name="connsiteX4" fmla="*/ 4791272 w 4791272"/>
              <a:gd name="connsiteY4" fmla="*/ 0 h 4791272"/>
              <a:gd name="connsiteX5" fmla="*/ 4791272 w 4791272"/>
              <a:gd name="connsiteY5" fmla="*/ 4791272 h 47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1272" h="4791272">
                <a:moveTo>
                  <a:pt x="1024751" y="4791272"/>
                </a:moveTo>
                <a:lnTo>
                  <a:pt x="0" y="3845383"/>
                </a:lnTo>
                <a:lnTo>
                  <a:pt x="0" y="3109443"/>
                </a:lnTo>
                <a:lnTo>
                  <a:pt x="2870149" y="0"/>
                </a:lnTo>
                <a:lnTo>
                  <a:pt x="4791272" y="0"/>
                </a:lnTo>
                <a:lnTo>
                  <a:pt x="4791272" y="4791272"/>
                </a:lnTo>
                <a:close/>
              </a:path>
            </a:pathLst>
          </a:custGeom>
        </p:spPr>
      </p:pic>
      <p:grpSp>
        <p:nvGrpSpPr>
          <p:cNvPr id="16" name="Group 15">
            <a:extLst>
              <a:ext uri="{FF2B5EF4-FFF2-40B4-BE49-F238E27FC236}">
                <a16:creationId xmlns:a16="http://schemas.microsoft.com/office/drawing/2014/main" id="{75F5289D-9A7A-9357-873E-D8A6B251C2CD}"/>
              </a:ext>
            </a:extLst>
          </p:cNvPr>
          <p:cNvGrpSpPr/>
          <p:nvPr userDrawn="1"/>
        </p:nvGrpSpPr>
        <p:grpSpPr>
          <a:xfrm>
            <a:off x="8515059" y="1"/>
            <a:ext cx="4405926" cy="5209038"/>
            <a:chOff x="8515059" y="1"/>
            <a:chExt cx="4405926" cy="5209038"/>
          </a:xfrm>
        </p:grpSpPr>
        <p:pic>
          <p:nvPicPr>
            <p:cNvPr id="7" name="Graphic 6">
              <a:extLst>
                <a:ext uri="{FF2B5EF4-FFF2-40B4-BE49-F238E27FC236}">
                  <a16:creationId xmlns:a16="http://schemas.microsoft.com/office/drawing/2014/main" id="{827552B8-CE66-B952-4C78-F18A939CD6B1}"/>
                </a:ext>
              </a:extLst>
            </p:cNvPr>
            <p:cNvPicPr>
              <a:picLocks noChangeAspect="1"/>
            </p:cNvPicPr>
            <p:nvPr userDrawn="1"/>
          </p:nvPicPr>
          <p:blipFill>
            <a:blip r:embed="rId6">
              <a:extLst>
                <a:ext uri="{96DAC541-7B7A-43D3-8B79-37D633B846F1}">
                  <asvg:svgBlip xmlns:asvg="http://schemas.microsoft.com/office/drawing/2016/SVG/main" r:embed="rId7"/>
                </a:ext>
              </a:extLst>
            </a:blip>
            <a:srcRect b="6899"/>
            <a:stretch>
              <a:fillRect/>
            </a:stretch>
          </p:blipFill>
          <p:spPr>
            <a:xfrm rot="17182235">
              <a:off x="8597014" y="885069"/>
              <a:ext cx="4478453" cy="4169488"/>
            </a:xfrm>
            <a:custGeom>
              <a:avLst/>
              <a:gdLst>
                <a:gd name="connsiteX0" fmla="*/ 4478453 w 4478453"/>
                <a:gd name="connsiteY0" fmla="*/ 0 h 4169488"/>
                <a:gd name="connsiteX1" fmla="*/ 4478453 w 4478453"/>
                <a:gd name="connsiteY1" fmla="*/ 2853905 h 4169488"/>
                <a:gd name="connsiteX2" fmla="*/ 0 w 4478453"/>
                <a:gd name="connsiteY2" fmla="*/ 4169488 h 4169488"/>
                <a:gd name="connsiteX3" fmla="*/ 0 w 4478453"/>
                <a:gd name="connsiteY3" fmla="*/ 0 h 4169488"/>
              </a:gdLst>
              <a:ahLst/>
              <a:cxnLst>
                <a:cxn ang="0">
                  <a:pos x="connsiteX0" y="connsiteY0"/>
                </a:cxn>
                <a:cxn ang="0">
                  <a:pos x="connsiteX1" y="connsiteY1"/>
                </a:cxn>
                <a:cxn ang="0">
                  <a:pos x="connsiteX2" y="connsiteY2"/>
                </a:cxn>
                <a:cxn ang="0">
                  <a:pos x="connsiteX3" y="connsiteY3"/>
                </a:cxn>
              </a:cxnLst>
              <a:rect l="l" t="t" r="r" b="b"/>
              <a:pathLst>
                <a:path w="4478453" h="4169488">
                  <a:moveTo>
                    <a:pt x="4478453" y="0"/>
                  </a:moveTo>
                  <a:lnTo>
                    <a:pt x="4478453" y="2853905"/>
                  </a:lnTo>
                  <a:lnTo>
                    <a:pt x="0" y="4169488"/>
                  </a:lnTo>
                  <a:lnTo>
                    <a:pt x="0" y="0"/>
                  </a:lnTo>
                  <a:close/>
                </a:path>
              </a:pathLst>
            </a:custGeom>
          </p:spPr>
        </p:pic>
        <p:sp>
          <p:nvSpPr>
            <p:cNvPr id="15" name="Freeform 14">
              <a:extLst>
                <a:ext uri="{FF2B5EF4-FFF2-40B4-BE49-F238E27FC236}">
                  <a16:creationId xmlns:a16="http://schemas.microsoft.com/office/drawing/2014/main" id="{1DBF1273-65CF-C191-E93E-CC443E46AF41}"/>
                </a:ext>
              </a:extLst>
            </p:cNvPr>
            <p:cNvSpPr/>
            <p:nvPr userDrawn="1"/>
          </p:nvSpPr>
          <p:spPr>
            <a:xfrm>
              <a:off x="8515059" y="1"/>
              <a:ext cx="2479006" cy="1736487"/>
            </a:xfrm>
            <a:custGeom>
              <a:avLst/>
              <a:gdLst>
                <a:gd name="connsiteX0" fmla="*/ 105284 w 2479006"/>
                <a:gd name="connsiteY0" fmla="*/ 0 h 1736487"/>
                <a:gd name="connsiteX1" fmla="*/ 2373722 w 2479006"/>
                <a:gd name="connsiteY1" fmla="*/ 0 h 1736487"/>
                <a:gd name="connsiteX2" fmla="*/ 2381599 w 2479006"/>
                <a:gd name="connsiteY2" fmla="*/ 14514 h 1736487"/>
                <a:gd name="connsiteX3" fmla="*/ 2479006 w 2479006"/>
                <a:gd name="connsiteY3" fmla="*/ 496984 h 1736487"/>
                <a:gd name="connsiteX4" fmla="*/ 1239503 w 2479006"/>
                <a:gd name="connsiteY4" fmla="*/ 1736487 h 1736487"/>
                <a:gd name="connsiteX5" fmla="*/ 0 w 2479006"/>
                <a:gd name="connsiteY5" fmla="*/ 496984 h 1736487"/>
                <a:gd name="connsiteX6" fmla="*/ 97406 w 2479006"/>
                <a:gd name="connsiteY6" fmla="*/ 14514 h 173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006" h="1736487">
                  <a:moveTo>
                    <a:pt x="105284" y="0"/>
                  </a:moveTo>
                  <a:lnTo>
                    <a:pt x="2373722" y="0"/>
                  </a:lnTo>
                  <a:lnTo>
                    <a:pt x="2381599" y="14514"/>
                  </a:lnTo>
                  <a:cubicBezTo>
                    <a:pt x="2444322" y="162806"/>
                    <a:pt x="2479006" y="325845"/>
                    <a:pt x="2479006" y="496984"/>
                  </a:cubicBezTo>
                  <a:cubicBezTo>
                    <a:pt x="2479006" y="1181543"/>
                    <a:pt x="1924062" y="1736487"/>
                    <a:pt x="1239503" y="1736487"/>
                  </a:cubicBezTo>
                  <a:cubicBezTo>
                    <a:pt x="554944" y="1736487"/>
                    <a:pt x="0" y="1181543"/>
                    <a:pt x="0" y="496984"/>
                  </a:cubicBezTo>
                  <a:cubicBezTo>
                    <a:pt x="0" y="325845"/>
                    <a:pt x="34684" y="162806"/>
                    <a:pt x="97406" y="1451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AACA86B-F336-206B-8B3F-4B04C62A4746}"/>
                </a:ext>
              </a:extLst>
            </p:cNvPr>
            <p:cNvSpPr/>
            <p:nvPr/>
          </p:nvSpPr>
          <p:spPr>
            <a:xfrm rot="17182235">
              <a:off x="9399526" y="439405"/>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48E9AEA2-B85E-4D17-2F92-790D2509C8E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025578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grpSp>
        <p:nvGrpSpPr>
          <p:cNvPr id="16" name="Group 15">
            <a:extLst>
              <a:ext uri="{FF2B5EF4-FFF2-40B4-BE49-F238E27FC236}">
                <a16:creationId xmlns:a16="http://schemas.microsoft.com/office/drawing/2014/main" id="{740ECD7A-4079-AC7D-4710-6ACBF3CFC102}"/>
              </a:ext>
            </a:extLst>
          </p:cNvPr>
          <p:cNvGrpSpPr/>
          <p:nvPr userDrawn="1"/>
        </p:nvGrpSpPr>
        <p:grpSpPr>
          <a:xfrm>
            <a:off x="8515059" y="1"/>
            <a:ext cx="4809719" cy="5209038"/>
            <a:chOff x="8515059" y="1"/>
            <a:chExt cx="4809719" cy="5209038"/>
          </a:xfrm>
        </p:grpSpPr>
        <p:pic>
          <p:nvPicPr>
            <p:cNvPr id="4" name="Graphic 3">
              <a:extLst>
                <a:ext uri="{FF2B5EF4-FFF2-40B4-BE49-F238E27FC236}">
                  <a16:creationId xmlns:a16="http://schemas.microsoft.com/office/drawing/2014/main" id="{EB8A2BB8-64B1-D597-CAB0-9128A6BD862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8237500">
              <a:off x="8533506" y="294542"/>
              <a:ext cx="4791272" cy="4791272"/>
            </a:xfrm>
            <a:custGeom>
              <a:avLst/>
              <a:gdLst>
                <a:gd name="connsiteX0" fmla="*/ 1024751 w 4791272"/>
                <a:gd name="connsiteY0" fmla="*/ 4791272 h 4791272"/>
                <a:gd name="connsiteX1" fmla="*/ 0 w 4791272"/>
                <a:gd name="connsiteY1" fmla="*/ 3845383 h 4791272"/>
                <a:gd name="connsiteX2" fmla="*/ 0 w 4791272"/>
                <a:gd name="connsiteY2" fmla="*/ 3109443 h 4791272"/>
                <a:gd name="connsiteX3" fmla="*/ 2870149 w 4791272"/>
                <a:gd name="connsiteY3" fmla="*/ 0 h 4791272"/>
                <a:gd name="connsiteX4" fmla="*/ 4791272 w 4791272"/>
                <a:gd name="connsiteY4" fmla="*/ 0 h 4791272"/>
                <a:gd name="connsiteX5" fmla="*/ 4791272 w 4791272"/>
                <a:gd name="connsiteY5" fmla="*/ 4791272 h 47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1272" h="4791272">
                  <a:moveTo>
                    <a:pt x="1024751" y="4791272"/>
                  </a:moveTo>
                  <a:lnTo>
                    <a:pt x="0" y="3845383"/>
                  </a:lnTo>
                  <a:lnTo>
                    <a:pt x="0" y="3109443"/>
                  </a:lnTo>
                  <a:lnTo>
                    <a:pt x="2870149" y="0"/>
                  </a:lnTo>
                  <a:lnTo>
                    <a:pt x="4791272" y="0"/>
                  </a:lnTo>
                  <a:lnTo>
                    <a:pt x="4791272" y="4791272"/>
                  </a:lnTo>
                  <a:close/>
                </a:path>
              </a:pathLst>
            </a:custGeom>
          </p:spPr>
        </p:pic>
        <p:pic>
          <p:nvPicPr>
            <p:cNvPr id="15" name="Graphic 14">
              <a:extLst>
                <a:ext uri="{FF2B5EF4-FFF2-40B4-BE49-F238E27FC236}">
                  <a16:creationId xmlns:a16="http://schemas.microsoft.com/office/drawing/2014/main" id="{6378E259-4D49-2699-240C-C68094D26064}"/>
                </a:ext>
              </a:extLst>
            </p:cNvPr>
            <p:cNvPicPr>
              <a:picLocks noChangeAspect="1"/>
            </p:cNvPicPr>
            <p:nvPr userDrawn="1"/>
          </p:nvPicPr>
          <p:blipFill>
            <a:blip r:embed="rId6">
              <a:extLst>
                <a:ext uri="{96DAC541-7B7A-43D3-8B79-37D633B846F1}">
                  <asvg:svgBlip xmlns:asvg="http://schemas.microsoft.com/office/drawing/2016/SVG/main" r:embed="rId7"/>
                </a:ext>
              </a:extLst>
            </a:blip>
            <a:srcRect b="6899"/>
            <a:stretch>
              <a:fillRect/>
            </a:stretch>
          </p:blipFill>
          <p:spPr>
            <a:xfrm rot="17182235">
              <a:off x="8597014" y="885069"/>
              <a:ext cx="4478453" cy="4169488"/>
            </a:xfrm>
            <a:custGeom>
              <a:avLst/>
              <a:gdLst>
                <a:gd name="connsiteX0" fmla="*/ 4478453 w 4478453"/>
                <a:gd name="connsiteY0" fmla="*/ 0 h 4169488"/>
                <a:gd name="connsiteX1" fmla="*/ 4478453 w 4478453"/>
                <a:gd name="connsiteY1" fmla="*/ 2853905 h 4169488"/>
                <a:gd name="connsiteX2" fmla="*/ 0 w 4478453"/>
                <a:gd name="connsiteY2" fmla="*/ 4169488 h 4169488"/>
                <a:gd name="connsiteX3" fmla="*/ 0 w 4478453"/>
                <a:gd name="connsiteY3" fmla="*/ 0 h 4169488"/>
              </a:gdLst>
              <a:ahLst/>
              <a:cxnLst>
                <a:cxn ang="0">
                  <a:pos x="connsiteX0" y="connsiteY0"/>
                </a:cxn>
                <a:cxn ang="0">
                  <a:pos x="connsiteX1" y="connsiteY1"/>
                </a:cxn>
                <a:cxn ang="0">
                  <a:pos x="connsiteX2" y="connsiteY2"/>
                </a:cxn>
                <a:cxn ang="0">
                  <a:pos x="connsiteX3" y="connsiteY3"/>
                </a:cxn>
              </a:cxnLst>
              <a:rect l="l" t="t" r="r" b="b"/>
              <a:pathLst>
                <a:path w="4478453" h="4169488">
                  <a:moveTo>
                    <a:pt x="4478453" y="0"/>
                  </a:moveTo>
                  <a:lnTo>
                    <a:pt x="4478453" y="2853905"/>
                  </a:lnTo>
                  <a:lnTo>
                    <a:pt x="0" y="4169488"/>
                  </a:lnTo>
                  <a:lnTo>
                    <a:pt x="0" y="0"/>
                  </a:lnTo>
                  <a:close/>
                </a:path>
              </a:pathLst>
            </a:custGeom>
          </p:spPr>
        </p:pic>
        <p:sp>
          <p:nvSpPr>
            <p:cNvPr id="7" name="Freeform 6">
              <a:extLst>
                <a:ext uri="{FF2B5EF4-FFF2-40B4-BE49-F238E27FC236}">
                  <a16:creationId xmlns:a16="http://schemas.microsoft.com/office/drawing/2014/main" id="{DB1FB949-A266-A725-F7EB-FADC089D5495}"/>
                </a:ext>
              </a:extLst>
            </p:cNvPr>
            <p:cNvSpPr/>
            <p:nvPr userDrawn="1"/>
          </p:nvSpPr>
          <p:spPr>
            <a:xfrm>
              <a:off x="8515059" y="1"/>
              <a:ext cx="2479006" cy="1736487"/>
            </a:xfrm>
            <a:custGeom>
              <a:avLst/>
              <a:gdLst>
                <a:gd name="connsiteX0" fmla="*/ 105284 w 2479006"/>
                <a:gd name="connsiteY0" fmla="*/ 0 h 1736487"/>
                <a:gd name="connsiteX1" fmla="*/ 2373722 w 2479006"/>
                <a:gd name="connsiteY1" fmla="*/ 0 h 1736487"/>
                <a:gd name="connsiteX2" fmla="*/ 2381599 w 2479006"/>
                <a:gd name="connsiteY2" fmla="*/ 14514 h 1736487"/>
                <a:gd name="connsiteX3" fmla="*/ 2479006 w 2479006"/>
                <a:gd name="connsiteY3" fmla="*/ 496984 h 1736487"/>
                <a:gd name="connsiteX4" fmla="*/ 1239503 w 2479006"/>
                <a:gd name="connsiteY4" fmla="*/ 1736487 h 1736487"/>
                <a:gd name="connsiteX5" fmla="*/ 0 w 2479006"/>
                <a:gd name="connsiteY5" fmla="*/ 496984 h 1736487"/>
                <a:gd name="connsiteX6" fmla="*/ 97406 w 2479006"/>
                <a:gd name="connsiteY6" fmla="*/ 14514 h 173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006" h="1736487">
                  <a:moveTo>
                    <a:pt x="105284" y="0"/>
                  </a:moveTo>
                  <a:lnTo>
                    <a:pt x="2373722" y="0"/>
                  </a:lnTo>
                  <a:lnTo>
                    <a:pt x="2381599" y="14514"/>
                  </a:lnTo>
                  <a:cubicBezTo>
                    <a:pt x="2444322" y="162806"/>
                    <a:pt x="2479006" y="325845"/>
                    <a:pt x="2479006" y="496984"/>
                  </a:cubicBezTo>
                  <a:cubicBezTo>
                    <a:pt x="2479006" y="1181543"/>
                    <a:pt x="1924062" y="1736487"/>
                    <a:pt x="1239503" y="1736487"/>
                  </a:cubicBezTo>
                  <a:cubicBezTo>
                    <a:pt x="554944" y="1736487"/>
                    <a:pt x="0" y="1181543"/>
                    <a:pt x="0" y="496984"/>
                  </a:cubicBezTo>
                  <a:cubicBezTo>
                    <a:pt x="0" y="325845"/>
                    <a:pt x="34684" y="162806"/>
                    <a:pt x="97406" y="1451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AACA86B-F336-206B-8B3F-4B04C62A4746}"/>
                </a:ext>
              </a:extLst>
            </p:cNvPr>
            <p:cNvSpPr/>
            <p:nvPr/>
          </p:nvSpPr>
          <p:spPr>
            <a:xfrm rot="17182235">
              <a:off x="9399526" y="439405"/>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3"/>
            </a:solidFill>
            <a:ln w="22988"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623464D0-89A9-3148-9D81-4B6571FC8F7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47029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pic>
        <p:nvPicPr>
          <p:cNvPr id="4" name="Graphic 3">
            <a:extLst>
              <a:ext uri="{FF2B5EF4-FFF2-40B4-BE49-F238E27FC236}">
                <a16:creationId xmlns:a16="http://schemas.microsoft.com/office/drawing/2014/main" id="{94717FB8-E776-0BD5-8F3E-C601B1F7E0D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8237500">
            <a:off x="8533506" y="294542"/>
            <a:ext cx="4791272" cy="4791272"/>
          </a:xfrm>
          <a:custGeom>
            <a:avLst/>
            <a:gdLst>
              <a:gd name="connsiteX0" fmla="*/ 1024751 w 4791272"/>
              <a:gd name="connsiteY0" fmla="*/ 4791272 h 4791272"/>
              <a:gd name="connsiteX1" fmla="*/ 0 w 4791272"/>
              <a:gd name="connsiteY1" fmla="*/ 3845383 h 4791272"/>
              <a:gd name="connsiteX2" fmla="*/ 0 w 4791272"/>
              <a:gd name="connsiteY2" fmla="*/ 3109443 h 4791272"/>
              <a:gd name="connsiteX3" fmla="*/ 2870149 w 4791272"/>
              <a:gd name="connsiteY3" fmla="*/ 0 h 4791272"/>
              <a:gd name="connsiteX4" fmla="*/ 4791272 w 4791272"/>
              <a:gd name="connsiteY4" fmla="*/ 0 h 4791272"/>
              <a:gd name="connsiteX5" fmla="*/ 4791272 w 4791272"/>
              <a:gd name="connsiteY5" fmla="*/ 4791272 h 47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1272" h="4791272">
                <a:moveTo>
                  <a:pt x="1024751" y="4791272"/>
                </a:moveTo>
                <a:lnTo>
                  <a:pt x="0" y="3845383"/>
                </a:lnTo>
                <a:lnTo>
                  <a:pt x="0" y="3109443"/>
                </a:lnTo>
                <a:lnTo>
                  <a:pt x="2870149" y="0"/>
                </a:lnTo>
                <a:lnTo>
                  <a:pt x="4791272" y="0"/>
                </a:lnTo>
                <a:lnTo>
                  <a:pt x="4791272" y="4791272"/>
                </a:lnTo>
                <a:close/>
              </a:path>
            </a:pathLst>
          </a:custGeom>
        </p:spPr>
      </p:pic>
      <p:grpSp>
        <p:nvGrpSpPr>
          <p:cNvPr id="16" name="Group 15">
            <a:extLst>
              <a:ext uri="{FF2B5EF4-FFF2-40B4-BE49-F238E27FC236}">
                <a16:creationId xmlns:a16="http://schemas.microsoft.com/office/drawing/2014/main" id="{D0533300-ED37-3CF3-22D4-6E1564CD719A}"/>
              </a:ext>
            </a:extLst>
          </p:cNvPr>
          <p:cNvGrpSpPr/>
          <p:nvPr userDrawn="1"/>
        </p:nvGrpSpPr>
        <p:grpSpPr>
          <a:xfrm>
            <a:off x="8515059" y="1"/>
            <a:ext cx="4405926" cy="5209038"/>
            <a:chOff x="8515059" y="1"/>
            <a:chExt cx="4405926" cy="5209038"/>
          </a:xfrm>
        </p:grpSpPr>
        <p:pic>
          <p:nvPicPr>
            <p:cNvPr id="7" name="Graphic 6">
              <a:extLst>
                <a:ext uri="{FF2B5EF4-FFF2-40B4-BE49-F238E27FC236}">
                  <a16:creationId xmlns:a16="http://schemas.microsoft.com/office/drawing/2014/main" id="{9E4A1376-FF38-C069-6867-B5833AAEB8FF}"/>
                </a:ext>
              </a:extLst>
            </p:cNvPr>
            <p:cNvPicPr>
              <a:picLocks noChangeAspect="1"/>
            </p:cNvPicPr>
            <p:nvPr userDrawn="1"/>
          </p:nvPicPr>
          <p:blipFill>
            <a:blip r:embed="rId6">
              <a:extLst>
                <a:ext uri="{96DAC541-7B7A-43D3-8B79-37D633B846F1}">
                  <asvg:svgBlip xmlns:asvg="http://schemas.microsoft.com/office/drawing/2016/SVG/main" r:embed="rId7"/>
                </a:ext>
              </a:extLst>
            </a:blip>
            <a:srcRect b="6899"/>
            <a:stretch>
              <a:fillRect/>
            </a:stretch>
          </p:blipFill>
          <p:spPr>
            <a:xfrm rot="17182235">
              <a:off x="8597014" y="885069"/>
              <a:ext cx="4478453" cy="4169488"/>
            </a:xfrm>
            <a:custGeom>
              <a:avLst/>
              <a:gdLst>
                <a:gd name="connsiteX0" fmla="*/ 4478453 w 4478453"/>
                <a:gd name="connsiteY0" fmla="*/ 0 h 4169488"/>
                <a:gd name="connsiteX1" fmla="*/ 4478453 w 4478453"/>
                <a:gd name="connsiteY1" fmla="*/ 2853905 h 4169488"/>
                <a:gd name="connsiteX2" fmla="*/ 0 w 4478453"/>
                <a:gd name="connsiteY2" fmla="*/ 4169488 h 4169488"/>
                <a:gd name="connsiteX3" fmla="*/ 0 w 4478453"/>
                <a:gd name="connsiteY3" fmla="*/ 0 h 4169488"/>
              </a:gdLst>
              <a:ahLst/>
              <a:cxnLst>
                <a:cxn ang="0">
                  <a:pos x="connsiteX0" y="connsiteY0"/>
                </a:cxn>
                <a:cxn ang="0">
                  <a:pos x="connsiteX1" y="connsiteY1"/>
                </a:cxn>
                <a:cxn ang="0">
                  <a:pos x="connsiteX2" y="connsiteY2"/>
                </a:cxn>
                <a:cxn ang="0">
                  <a:pos x="connsiteX3" y="connsiteY3"/>
                </a:cxn>
              </a:cxnLst>
              <a:rect l="l" t="t" r="r" b="b"/>
              <a:pathLst>
                <a:path w="4478453" h="4169488">
                  <a:moveTo>
                    <a:pt x="4478453" y="0"/>
                  </a:moveTo>
                  <a:lnTo>
                    <a:pt x="4478453" y="2853905"/>
                  </a:lnTo>
                  <a:lnTo>
                    <a:pt x="0" y="4169488"/>
                  </a:lnTo>
                  <a:lnTo>
                    <a:pt x="0" y="0"/>
                  </a:lnTo>
                  <a:close/>
                </a:path>
              </a:pathLst>
            </a:custGeom>
          </p:spPr>
        </p:pic>
        <p:sp>
          <p:nvSpPr>
            <p:cNvPr id="15" name="Freeform 14">
              <a:extLst>
                <a:ext uri="{FF2B5EF4-FFF2-40B4-BE49-F238E27FC236}">
                  <a16:creationId xmlns:a16="http://schemas.microsoft.com/office/drawing/2014/main" id="{8F0FF456-0FAB-FB61-9C64-C5E9DB0A338D}"/>
                </a:ext>
              </a:extLst>
            </p:cNvPr>
            <p:cNvSpPr/>
            <p:nvPr userDrawn="1"/>
          </p:nvSpPr>
          <p:spPr>
            <a:xfrm>
              <a:off x="8515059" y="1"/>
              <a:ext cx="2479006" cy="1736487"/>
            </a:xfrm>
            <a:custGeom>
              <a:avLst/>
              <a:gdLst>
                <a:gd name="connsiteX0" fmla="*/ 105284 w 2479006"/>
                <a:gd name="connsiteY0" fmla="*/ 0 h 1736487"/>
                <a:gd name="connsiteX1" fmla="*/ 2373722 w 2479006"/>
                <a:gd name="connsiteY1" fmla="*/ 0 h 1736487"/>
                <a:gd name="connsiteX2" fmla="*/ 2381599 w 2479006"/>
                <a:gd name="connsiteY2" fmla="*/ 14514 h 1736487"/>
                <a:gd name="connsiteX3" fmla="*/ 2479006 w 2479006"/>
                <a:gd name="connsiteY3" fmla="*/ 496984 h 1736487"/>
                <a:gd name="connsiteX4" fmla="*/ 1239503 w 2479006"/>
                <a:gd name="connsiteY4" fmla="*/ 1736487 h 1736487"/>
                <a:gd name="connsiteX5" fmla="*/ 0 w 2479006"/>
                <a:gd name="connsiteY5" fmla="*/ 496984 h 1736487"/>
                <a:gd name="connsiteX6" fmla="*/ 97406 w 2479006"/>
                <a:gd name="connsiteY6" fmla="*/ 14514 h 173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006" h="1736487">
                  <a:moveTo>
                    <a:pt x="105284" y="0"/>
                  </a:moveTo>
                  <a:lnTo>
                    <a:pt x="2373722" y="0"/>
                  </a:lnTo>
                  <a:lnTo>
                    <a:pt x="2381599" y="14514"/>
                  </a:lnTo>
                  <a:cubicBezTo>
                    <a:pt x="2444322" y="162806"/>
                    <a:pt x="2479006" y="325845"/>
                    <a:pt x="2479006" y="496984"/>
                  </a:cubicBezTo>
                  <a:cubicBezTo>
                    <a:pt x="2479006" y="1181543"/>
                    <a:pt x="1924062" y="1736487"/>
                    <a:pt x="1239503" y="1736487"/>
                  </a:cubicBezTo>
                  <a:cubicBezTo>
                    <a:pt x="554944" y="1736487"/>
                    <a:pt x="0" y="1181543"/>
                    <a:pt x="0" y="496984"/>
                  </a:cubicBezTo>
                  <a:cubicBezTo>
                    <a:pt x="0" y="325845"/>
                    <a:pt x="34684" y="162806"/>
                    <a:pt x="97406" y="14514"/>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AACA86B-F336-206B-8B3F-4B04C62A4746}"/>
                </a:ext>
              </a:extLst>
            </p:cNvPr>
            <p:cNvSpPr/>
            <p:nvPr/>
          </p:nvSpPr>
          <p:spPr>
            <a:xfrm rot="17182235">
              <a:off x="9399526" y="439405"/>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3B33EF8D-1185-8B0B-6258-0C4DFEA2C5C1}"/>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364801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Device_Mobile_1">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B85B8BB7-D480-18A7-4524-910219015E2B}"/>
              </a:ext>
            </a:extLst>
          </p:cNvPr>
          <p:cNvGrpSpPr/>
          <p:nvPr userDrawn="1"/>
        </p:nvGrpSpPr>
        <p:grpSpPr>
          <a:xfrm>
            <a:off x="7536094" y="-1049261"/>
            <a:ext cx="5122415" cy="5775089"/>
            <a:chOff x="7536094" y="-1049261"/>
            <a:chExt cx="5122415" cy="5775089"/>
          </a:xfrm>
        </p:grpSpPr>
        <p:sp>
          <p:nvSpPr>
            <p:cNvPr id="15" name="Freeform 14">
              <a:extLst>
                <a:ext uri="{FF2B5EF4-FFF2-40B4-BE49-F238E27FC236}">
                  <a16:creationId xmlns:a16="http://schemas.microsoft.com/office/drawing/2014/main" id="{4DF681F8-9999-F2D8-AEC3-F794F45D3695}"/>
                </a:ext>
              </a:extLst>
            </p:cNvPr>
            <p:cNvSpPr/>
            <p:nvPr userDrawn="1"/>
          </p:nvSpPr>
          <p:spPr>
            <a:xfrm>
              <a:off x="10586058" y="2019298"/>
              <a:ext cx="1619284" cy="2706530"/>
            </a:xfrm>
            <a:custGeom>
              <a:avLst/>
              <a:gdLst>
                <a:gd name="connsiteX0" fmla="*/ 1353265 w 1619284"/>
                <a:gd name="connsiteY0" fmla="*/ 0 h 2706530"/>
                <a:gd name="connsiteX1" fmla="*/ 1491629 w 1619284"/>
                <a:gd name="connsiteY1" fmla="*/ 6987 h 2706530"/>
                <a:gd name="connsiteX2" fmla="*/ 1619284 w 1619284"/>
                <a:gd name="connsiteY2" fmla="*/ 26470 h 2706530"/>
                <a:gd name="connsiteX3" fmla="*/ 1619284 w 1619284"/>
                <a:gd name="connsiteY3" fmla="*/ 2680061 h 2706530"/>
                <a:gd name="connsiteX4" fmla="*/ 1491629 w 1619284"/>
                <a:gd name="connsiteY4" fmla="*/ 2699544 h 2706530"/>
                <a:gd name="connsiteX5" fmla="*/ 1353265 w 1619284"/>
                <a:gd name="connsiteY5" fmla="*/ 2706530 h 2706530"/>
                <a:gd name="connsiteX6" fmla="*/ 0 w 1619284"/>
                <a:gd name="connsiteY6" fmla="*/ 1353265 h 2706530"/>
                <a:gd name="connsiteX7" fmla="*/ 1353265 w 1619284"/>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284" h="2706530">
                  <a:moveTo>
                    <a:pt x="1353265" y="0"/>
                  </a:moveTo>
                  <a:cubicBezTo>
                    <a:pt x="1399977" y="0"/>
                    <a:pt x="1446136" y="2367"/>
                    <a:pt x="1491629" y="6987"/>
                  </a:cubicBezTo>
                  <a:lnTo>
                    <a:pt x="1619284" y="26470"/>
                  </a:lnTo>
                  <a:lnTo>
                    <a:pt x="1619284" y="2680061"/>
                  </a:lnTo>
                  <a:lnTo>
                    <a:pt x="1491629"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 name="Graphic 10">
              <a:extLst>
                <a:ext uri="{FF2B5EF4-FFF2-40B4-BE49-F238E27FC236}">
                  <a16:creationId xmlns:a16="http://schemas.microsoft.com/office/drawing/2014/main" id="{60424C30-1F71-0AA5-C88D-E651562A7CD2}"/>
                </a:ext>
              </a:extLst>
            </p:cNvPr>
            <p:cNvPicPr>
              <a:picLocks noChangeAspect="1"/>
            </p:cNvPicPr>
            <p:nvPr userDrawn="1"/>
          </p:nvPicPr>
          <p:blipFill>
            <a:blip r:embed="rId2">
              <a:extLst>
                <a:ext uri="{96DAC541-7B7A-43D3-8B79-37D633B846F1}">
                  <asvg:svgBlip xmlns:asvg="http://schemas.microsoft.com/office/drawing/2016/SVG/main" r:embed="rId3"/>
                </a:ext>
              </a:extLst>
            </a:blip>
            <a:srcRect r="24950" b="4371"/>
            <a:stretch>
              <a:fillRect/>
            </a:stretch>
          </p:blipFill>
          <p:spPr>
            <a:xfrm rot="16200000">
              <a:off x="8147372" y="-489272"/>
              <a:ext cx="3568698" cy="4547242"/>
            </a:xfrm>
            <a:custGeom>
              <a:avLst/>
              <a:gdLst>
                <a:gd name="connsiteX0" fmla="*/ 3568698 w 3568698"/>
                <a:gd name="connsiteY0" fmla="*/ 0 h 4547242"/>
                <a:gd name="connsiteX1" fmla="*/ 3568698 w 3568698"/>
                <a:gd name="connsiteY1" fmla="*/ 4547242 h 4547242"/>
                <a:gd name="connsiteX2" fmla="*/ 0 w 3568698"/>
                <a:gd name="connsiteY2" fmla="*/ 4547242 h 4547242"/>
                <a:gd name="connsiteX3" fmla="*/ 0 w 3568698"/>
                <a:gd name="connsiteY3" fmla="*/ 0 h 4547242"/>
              </a:gdLst>
              <a:ahLst/>
              <a:cxnLst>
                <a:cxn ang="0">
                  <a:pos x="connsiteX0" y="connsiteY0"/>
                </a:cxn>
                <a:cxn ang="0">
                  <a:pos x="connsiteX1" y="connsiteY1"/>
                </a:cxn>
                <a:cxn ang="0">
                  <a:pos x="connsiteX2" y="connsiteY2"/>
                </a:cxn>
                <a:cxn ang="0">
                  <a:pos x="connsiteX3" y="connsiteY3"/>
                </a:cxn>
              </a:cxnLst>
              <a:rect l="l" t="t" r="r" b="b"/>
              <a:pathLst>
                <a:path w="3568698" h="4547242">
                  <a:moveTo>
                    <a:pt x="3568698" y="0"/>
                  </a:moveTo>
                  <a:lnTo>
                    <a:pt x="3568698" y="4547242"/>
                  </a:lnTo>
                  <a:lnTo>
                    <a:pt x="0" y="4547242"/>
                  </a:lnTo>
                  <a:lnTo>
                    <a:pt x="0" y="0"/>
                  </a:lnTo>
                  <a:close/>
                </a:path>
              </a:pathLst>
            </a:custGeom>
          </p:spPr>
        </p:pic>
        <p:pic>
          <p:nvPicPr>
            <p:cNvPr id="8" name="Graphic 7">
              <a:extLst>
                <a:ext uri="{FF2B5EF4-FFF2-40B4-BE49-F238E27FC236}">
                  <a16:creationId xmlns:a16="http://schemas.microsoft.com/office/drawing/2014/main" id="{5E0223E8-FBA5-6D3B-CE6F-AB863963B2E9}"/>
                </a:ext>
              </a:extLst>
            </p:cNvPr>
            <p:cNvPicPr>
              <a:picLocks noChangeAspect="1"/>
            </p:cNvPicPr>
            <p:nvPr userDrawn="1"/>
          </p:nvPicPr>
          <p:blipFill>
            <a:blip r:embed="rId4">
              <a:extLst>
                <a:ext uri="{96DAC541-7B7A-43D3-8B79-37D633B846F1}">
                  <asvg:svgBlip xmlns:asvg="http://schemas.microsoft.com/office/drawing/2016/SVG/main" r:embed="rId5"/>
                </a:ext>
              </a:extLst>
            </a:blip>
            <a:srcRect r="4337"/>
            <a:stretch>
              <a:fillRect/>
            </a:stretch>
          </p:blipFill>
          <p:spPr>
            <a:xfrm rot="18712001">
              <a:off x="7647167" y="-1160334"/>
              <a:ext cx="4900270" cy="5122415"/>
            </a:xfrm>
            <a:custGeom>
              <a:avLst/>
              <a:gdLst>
                <a:gd name="connsiteX0" fmla="*/ 2035907 w 4900270"/>
                <a:gd name="connsiteY0" fmla="*/ 0 h 5122415"/>
                <a:gd name="connsiteX1" fmla="*/ 4900270 w 4900270"/>
                <a:gd name="connsiteY1" fmla="*/ 3196122 h 5122415"/>
                <a:gd name="connsiteX2" fmla="*/ 2750869 w 4900270"/>
                <a:gd name="connsiteY2" fmla="*/ 5122415 h 5122415"/>
                <a:gd name="connsiteX3" fmla="*/ 0 w 4900270"/>
                <a:gd name="connsiteY3" fmla="*/ 5122415 h 5122415"/>
                <a:gd name="connsiteX4" fmla="*/ 0 w 4900270"/>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0270" h="5122415">
                  <a:moveTo>
                    <a:pt x="2035907" y="0"/>
                  </a:moveTo>
                  <a:lnTo>
                    <a:pt x="4900270" y="3196122"/>
                  </a:lnTo>
                  <a:lnTo>
                    <a:pt x="2750869" y="5122415"/>
                  </a:lnTo>
                  <a:lnTo>
                    <a:pt x="0" y="5122415"/>
                  </a:lnTo>
                  <a:lnTo>
                    <a:pt x="0" y="0"/>
                  </a:lnTo>
                  <a:close/>
                </a:path>
              </a:pathLst>
            </a:custGeom>
          </p:spPr>
        </p:pic>
        <p:sp>
          <p:nvSpPr>
            <p:cNvPr id="13" name="Freeform 12">
              <a:extLst>
                <a:ext uri="{FF2B5EF4-FFF2-40B4-BE49-F238E27FC236}">
                  <a16:creationId xmlns:a16="http://schemas.microsoft.com/office/drawing/2014/main" id="{A679037E-10E7-1469-756B-8BE9E8BE9743}"/>
                </a:ext>
              </a:extLst>
            </p:cNvPr>
            <p:cNvSpPr/>
            <p:nvPr userDrawn="1"/>
          </p:nvSpPr>
          <p:spPr>
            <a:xfrm>
              <a:off x="10586058" y="2019299"/>
              <a:ext cx="1619284" cy="1464740"/>
            </a:xfrm>
            <a:custGeom>
              <a:avLst/>
              <a:gdLst>
                <a:gd name="connsiteX0" fmla="*/ 1353265 w 1619284"/>
                <a:gd name="connsiteY0" fmla="*/ 0 h 1464740"/>
                <a:gd name="connsiteX1" fmla="*/ 1491629 w 1619284"/>
                <a:gd name="connsiteY1" fmla="*/ 6987 h 1464740"/>
                <a:gd name="connsiteX2" fmla="*/ 1619284 w 1619284"/>
                <a:gd name="connsiteY2" fmla="*/ 26470 h 1464740"/>
                <a:gd name="connsiteX3" fmla="*/ 1619284 w 1619284"/>
                <a:gd name="connsiteY3" fmla="*/ 481335 h 1464740"/>
                <a:gd name="connsiteX4" fmla="*/ 1568631 w 1619284"/>
                <a:gd name="connsiteY4" fmla="*/ 604249 h 1464740"/>
                <a:gd name="connsiteX5" fmla="*/ 686610 w 1619284"/>
                <a:gd name="connsiteY5" fmla="*/ 1309373 h 1464740"/>
                <a:gd name="connsiteX6" fmla="*/ 13971 w 1619284"/>
                <a:gd name="connsiteY6" fmla="*/ 1463649 h 1464740"/>
                <a:gd name="connsiteX7" fmla="*/ 5629 w 1619284"/>
                <a:gd name="connsiteY7" fmla="*/ 1464740 h 1464740"/>
                <a:gd name="connsiteX8" fmla="*/ 0 w 1619284"/>
                <a:gd name="connsiteY8" fmla="*/ 1353265 h 1464740"/>
                <a:gd name="connsiteX9" fmla="*/ 1353265 w 1619284"/>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9284" h="1464740">
                  <a:moveTo>
                    <a:pt x="1353265" y="0"/>
                  </a:moveTo>
                  <a:cubicBezTo>
                    <a:pt x="1399977" y="0"/>
                    <a:pt x="1446136" y="2367"/>
                    <a:pt x="1491629" y="6987"/>
                  </a:cubicBezTo>
                  <a:lnTo>
                    <a:pt x="1619284" y="26470"/>
                  </a:lnTo>
                  <a:lnTo>
                    <a:pt x="1619284" y="481335"/>
                  </a:lnTo>
                  <a:lnTo>
                    <a:pt x="1568631" y="604249"/>
                  </a:lnTo>
                  <a:cubicBezTo>
                    <a:pt x="1393124" y="960946"/>
                    <a:pt x="1109091" y="1166730"/>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itle 2">
            <a:extLst>
              <a:ext uri="{FF2B5EF4-FFF2-40B4-BE49-F238E27FC236}">
                <a16:creationId xmlns:a16="http://schemas.microsoft.com/office/drawing/2014/main" id="{7D2E0E76-57A2-5740-95BA-F89AB0DC2F39}"/>
              </a:ext>
            </a:extLst>
          </p:cNvPr>
          <p:cNvSpPr>
            <a:spLocks noGrp="1"/>
          </p:cNvSpPr>
          <p:nvPr userDrawn="1">
            <p:ph type="title"/>
          </p:nvPr>
        </p:nvSpPr>
        <p:spPr>
          <a:xfrm>
            <a:off x="616419" y="606998"/>
            <a:ext cx="4573766" cy="1224499"/>
          </a:xfrm>
        </p:spPr>
        <p:txBody>
          <a:bodyPr/>
          <a:lstStyle>
            <a:lvl1pPr algn="l">
              <a:defRPr>
                <a:latin typeface="+mj-lt"/>
              </a:defRPr>
            </a:lvl1pPr>
          </a:lstStyle>
          <a:p>
            <a:r>
              <a:rPr lang="en-US"/>
              <a:t>Click to edit Master title style</a:t>
            </a:r>
          </a:p>
        </p:txBody>
      </p:sp>
      <p:sp>
        <p:nvSpPr>
          <p:cNvPr id="10" name="Picture Placeholder 4">
            <a:extLst>
              <a:ext uri="{FF2B5EF4-FFF2-40B4-BE49-F238E27FC236}">
                <a16:creationId xmlns:a16="http://schemas.microsoft.com/office/drawing/2014/main" id="{C54DEB38-40C0-64B1-0969-7C63A0FF58DA}"/>
              </a:ext>
            </a:extLst>
          </p:cNvPr>
          <p:cNvSpPr>
            <a:spLocks noGrp="1"/>
          </p:cNvSpPr>
          <p:nvPr userDrawn="1">
            <p:ph type="pic" sz="quarter" idx="15" hasCustomPrompt="1"/>
          </p:nvPr>
        </p:nvSpPr>
        <p:spPr>
          <a:xfrm>
            <a:off x="7001816" y="904104"/>
            <a:ext cx="2569577" cy="5049792"/>
          </a:xfrm>
          <a:prstGeom prst="roundRect">
            <a:avLst>
              <a:gd name="adj" fmla="val 8636"/>
            </a:avLst>
          </a:prstGeom>
          <a:solidFill>
            <a:schemeClr val="bg2"/>
          </a:solidFill>
          <a:ln w="127000">
            <a:solidFill>
              <a:srgbClr val="F1F2F2"/>
            </a:solidFill>
          </a:ln>
          <a:effectLst>
            <a:outerShdw blurRad="183858" algn="ctr" rotWithShape="0">
              <a:prstClr val="black">
                <a:alpha val="21875"/>
              </a:prstClr>
            </a:outerShdw>
          </a:effectLst>
        </p:spPr>
        <p:txBody>
          <a:bodyPr anchor="ctr"/>
          <a:lstStyle>
            <a:lvl1pPr algn="ctr">
              <a:defRPr sz="1050" b="0"/>
            </a:lvl1pPr>
          </a:lstStyle>
          <a:p>
            <a:r>
              <a:rPr lang="en-US"/>
              <a:t>Click to insert screenshot</a:t>
            </a:r>
          </a:p>
        </p:txBody>
      </p:sp>
      <p:sp>
        <p:nvSpPr>
          <p:cNvPr id="5" name="Content Placeholder 2">
            <a:extLst>
              <a:ext uri="{FF2B5EF4-FFF2-40B4-BE49-F238E27FC236}">
                <a16:creationId xmlns:a16="http://schemas.microsoft.com/office/drawing/2014/main" id="{C7DC504A-4956-DBC1-140C-7A72955A865E}"/>
              </a:ext>
            </a:extLst>
          </p:cNvPr>
          <p:cNvSpPr>
            <a:spLocks noGrp="1"/>
          </p:cNvSpPr>
          <p:nvPr userDrawn="1">
            <p:ph sz="half" idx="36"/>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D19D77D5-A893-85A1-3905-E3B33D4202A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3173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Device_Mobile_1">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772376DA-44EF-B168-92AB-6F74C6D449F0}"/>
              </a:ext>
            </a:extLst>
          </p:cNvPr>
          <p:cNvSpPr/>
          <p:nvPr userDrawn="1"/>
        </p:nvSpPr>
        <p:spPr>
          <a:xfrm rot="5400000">
            <a:off x="6996756" y="1662760"/>
            <a:ext cx="6858000" cy="3532483"/>
          </a:xfrm>
          <a:custGeom>
            <a:avLst/>
            <a:gdLst>
              <a:gd name="connsiteX0" fmla="*/ 0 w 6858000"/>
              <a:gd name="connsiteY0" fmla="*/ 3057391 h 3532483"/>
              <a:gd name="connsiteX1" fmla="*/ 0 w 6858000"/>
              <a:gd name="connsiteY1" fmla="*/ 0 h 3532483"/>
              <a:gd name="connsiteX2" fmla="*/ 6858000 w 6858000"/>
              <a:gd name="connsiteY2" fmla="*/ 0 h 3532483"/>
              <a:gd name="connsiteX3" fmla="*/ 6858000 w 6858000"/>
              <a:gd name="connsiteY3" fmla="*/ 2741176 h 3532483"/>
              <a:gd name="connsiteX4" fmla="*/ 6831922 w 6858000"/>
              <a:gd name="connsiteY4" fmla="*/ 2761408 h 3532483"/>
              <a:gd name="connsiteX5" fmla="*/ 4830860 w 6858000"/>
              <a:gd name="connsiteY5" fmla="*/ 3411425 h 3532483"/>
              <a:gd name="connsiteX6" fmla="*/ 4800556 w 6858000"/>
              <a:gd name="connsiteY6" fmla="*/ 3414927 h 3532483"/>
              <a:gd name="connsiteX7" fmla="*/ 4800554 w 6858000"/>
              <a:gd name="connsiteY7" fmla="*/ 3414929 h 3532483"/>
              <a:gd name="connsiteX8" fmla="*/ 4589618 w 6858000"/>
              <a:gd name="connsiteY8" fmla="*/ 3439319 h 3532483"/>
              <a:gd name="connsiteX9" fmla="*/ 3200103 w 6858000"/>
              <a:gd name="connsiteY9" fmla="*/ 3532401 h 3532483"/>
              <a:gd name="connsiteX10" fmla="*/ 124188 w 6858000"/>
              <a:gd name="connsiteY10" fmla="*/ 3114729 h 3532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0" h="3532483">
                <a:moveTo>
                  <a:pt x="0" y="3057391"/>
                </a:moveTo>
                <a:lnTo>
                  <a:pt x="0" y="0"/>
                </a:lnTo>
                <a:lnTo>
                  <a:pt x="6858000" y="0"/>
                </a:lnTo>
                <a:lnTo>
                  <a:pt x="6858000" y="2741176"/>
                </a:lnTo>
                <a:lnTo>
                  <a:pt x="6831922" y="2761408"/>
                </a:lnTo>
                <a:cubicBezTo>
                  <a:pt x="6347593" y="3109387"/>
                  <a:pt x="5707795" y="3300562"/>
                  <a:pt x="4830860" y="3411425"/>
                </a:cubicBezTo>
                <a:lnTo>
                  <a:pt x="4800556" y="3414927"/>
                </a:lnTo>
                <a:lnTo>
                  <a:pt x="4800554" y="3414929"/>
                </a:lnTo>
                <a:lnTo>
                  <a:pt x="4589618" y="3439319"/>
                </a:lnTo>
                <a:cubicBezTo>
                  <a:pt x="4177849" y="3482777"/>
                  <a:pt x="3717118" y="3511518"/>
                  <a:pt x="3200103" y="3532401"/>
                </a:cubicBezTo>
                <a:cubicBezTo>
                  <a:pt x="1839295" y="3536172"/>
                  <a:pt x="853928" y="3410562"/>
                  <a:pt x="124188" y="3114729"/>
                </a:cubicBezTo>
                <a:close/>
              </a:path>
            </a:pathLst>
          </a:custGeom>
          <a:solidFill>
            <a:schemeClr val="accent3"/>
          </a:solidFill>
          <a:ln w="41377"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25197112-676E-2EE6-7EA6-464DC1D3A788}"/>
              </a:ext>
            </a:extLst>
          </p:cNvPr>
          <p:cNvSpPr/>
          <p:nvPr userDrawn="1"/>
        </p:nvSpPr>
        <p:spPr>
          <a:xfrm rot="5400000">
            <a:off x="6348663" y="1014666"/>
            <a:ext cx="6858000" cy="4828670"/>
          </a:xfrm>
          <a:custGeom>
            <a:avLst/>
            <a:gdLst>
              <a:gd name="connsiteX0" fmla="*/ 0 w 6858000"/>
              <a:gd name="connsiteY0" fmla="*/ 4532348 h 4828670"/>
              <a:gd name="connsiteX1" fmla="*/ 0 w 6858000"/>
              <a:gd name="connsiteY1" fmla="*/ 0 h 4828670"/>
              <a:gd name="connsiteX2" fmla="*/ 6858000 w 6858000"/>
              <a:gd name="connsiteY2" fmla="*/ 0 h 4828670"/>
              <a:gd name="connsiteX3" fmla="*/ 6858000 w 6858000"/>
              <a:gd name="connsiteY3" fmla="*/ 1751623 h 4828670"/>
              <a:gd name="connsiteX4" fmla="*/ 6756300 w 6858000"/>
              <a:gd name="connsiteY4" fmla="*/ 1859521 h 4828670"/>
              <a:gd name="connsiteX5" fmla="*/ 5041002 w 6858000"/>
              <a:gd name="connsiteY5" fmla="*/ 3246969 h 4828670"/>
              <a:gd name="connsiteX6" fmla="*/ 4800558 w 6858000"/>
              <a:gd name="connsiteY6" fmla="*/ 3414929 h 4828670"/>
              <a:gd name="connsiteX7" fmla="*/ 4800554 w 6858000"/>
              <a:gd name="connsiteY7" fmla="*/ 3414929 h 4828670"/>
              <a:gd name="connsiteX8" fmla="*/ 4782219 w 6858000"/>
              <a:gd name="connsiteY8" fmla="*/ 3427737 h 4828670"/>
              <a:gd name="connsiteX9" fmla="*/ 277793 w 6858000"/>
              <a:gd name="connsiteY9" fmla="*/ 4651816 h 482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4828670">
                <a:moveTo>
                  <a:pt x="0" y="4532348"/>
                </a:moveTo>
                <a:lnTo>
                  <a:pt x="0" y="0"/>
                </a:lnTo>
                <a:lnTo>
                  <a:pt x="6858000" y="0"/>
                </a:lnTo>
                <a:lnTo>
                  <a:pt x="6858000" y="1751623"/>
                </a:lnTo>
                <a:lnTo>
                  <a:pt x="6756300" y="1859521"/>
                </a:lnTo>
                <a:cubicBezTo>
                  <a:pt x="6334122" y="2289845"/>
                  <a:pt x="5766822" y="2735044"/>
                  <a:pt x="5041002" y="3246969"/>
                </a:cubicBezTo>
                <a:lnTo>
                  <a:pt x="4800558" y="3414929"/>
                </a:lnTo>
                <a:lnTo>
                  <a:pt x="4800554" y="3414929"/>
                </a:lnTo>
                <a:lnTo>
                  <a:pt x="4782219" y="3427737"/>
                </a:lnTo>
                <a:cubicBezTo>
                  <a:pt x="2738942" y="4731586"/>
                  <a:pt x="1452175" y="5087828"/>
                  <a:pt x="277793" y="4651816"/>
                </a:cubicBezTo>
                <a:close/>
              </a:path>
            </a:pathLst>
          </a:custGeom>
          <a:solidFill>
            <a:schemeClr val="accent1"/>
          </a:solidFill>
          <a:ln w="41377" cap="flat">
            <a:noFill/>
            <a:prstDash val="solid"/>
            <a:miter/>
          </a:ln>
        </p:spPr>
        <p:txBody>
          <a:bodyPr wrap="square" rtlCol="0" anchor="ctr">
            <a:noAutofit/>
          </a:bodyPr>
          <a:lstStyle/>
          <a:p>
            <a:endParaRPr lang="en-US"/>
          </a:p>
        </p:txBody>
      </p:sp>
      <p:sp>
        <p:nvSpPr>
          <p:cNvPr id="21" name="Freeform 20">
            <a:extLst>
              <a:ext uri="{FF2B5EF4-FFF2-40B4-BE49-F238E27FC236}">
                <a16:creationId xmlns:a16="http://schemas.microsoft.com/office/drawing/2014/main" id="{FCCBF857-E4D1-EEAF-0C91-058B34B97FB9}"/>
              </a:ext>
            </a:extLst>
          </p:cNvPr>
          <p:cNvSpPr/>
          <p:nvPr userDrawn="1"/>
        </p:nvSpPr>
        <p:spPr>
          <a:xfrm rot="5400000">
            <a:off x="6996756" y="1662760"/>
            <a:ext cx="6858000" cy="3532483"/>
          </a:xfrm>
          <a:custGeom>
            <a:avLst/>
            <a:gdLst>
              <a:gd name="connsiteX0" fmla="*/ 0 w 6858000"/>
              <a:gd name="connsiteY0" fmla="*/ 3057391 h 3532483"/>
              <a:gd name="connsiteX1" fmla="*/ 0 w 6858000"/>
              <a:gd name="connsiteY1" fmla="*/ 0 h 3532483"/>
              <a:gd name="connsiteX2" fmla="*/ 6858000 w 6858000"/>
              <a:gd name="connsiteY2" fmla="*/ 0 h 3532483"/>
              <a:gd name="connsiteX3" fmla="*/ 6858000 w 6858000"/>
              <a:gd name="connsiteY3" fmla="*/ 1751623 h 3532483"/>
              <a:gd name="connsiteX4" fmla="*/ 6756299 w 6858000"/>
              <a:gd name="connsiteY4" fmla="*/ 1859522 h 3532483"/>
              <a:gd name="connsiteX5" fmla="*/ 5041001 w 6858000"/>
              <a:gd name="connsiteY5" fmla="*/ 3246969 h 3532483"/>
              <a:gd name="connsiteX6" fmla="*/ 4800557 w 6858000"/>
              <a:gd name="connsiteY6" fmla="*/ 3414929 h 3532483"/>
              <a:gd name="connsiteX7" fmla="*/ 4589619 w 6858000"/>
              <a:gd name="connsiteY7" fmla="*/ 3439319 h 3532483"/>
              <a:gd name="connsiteX8" fmla="*/ 3200107 w 6858000"/>
              <a:gd name="connsiteY8" fmla="*/ 3532401 h 3532483"/>
              <a:gd name="connsiteX9" fmla="*/ 124189 w 6858000"/>
              <a:gd name="connsiteY9" fmla="*/ 3114729 h 3532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3532483">
                <a:moveTo>
                  <a:pt x="0" y="3057391"/>
                </a:moveTo>
                <a:lnTo>
                  <a:pt x="0" y="0"/>
                </a:lnTo>
                <a:lnTo>
                  <a:pt x="6858000" y="0"/>
                </a:lnTo>
                <a:lnTo>
                  <a:pt x="6858000" y="1751623"/>
                </a:lnTo>
                <a:lnTo>
                  <a:pt x="6756299" y="1859522"/>
                </a:lnTo>
                <a:cubicBezTo>
                  <a:pt x="6334121" y="2289846"/>
                  <a:pt x="5766821" y="2735045"/>
                  <a:pt x="5041001" y="3246969"/>
                </a:cubicBezTo>
                <a:lnTo>
                  <a:pt x="4800557" y="3414929"/>
                </a:lnTo>
                <a:lnTo>
                  <a:pt x="4589619" y="3439319"/>
                </a:lnTo>
                <a:cubicBezTo>
                  <a:pt x="4177852" y="3482777"/>
                  <a:pt x="3717122" y="3511518"/>
                  <a:pt x="3200107" y="3532401"/>
                </a:cubicBezTo>
                <a:cubicBezTo>
                  <a:pt x="1839296" y="3536172"/>
                  <a:pt x="853929" y="3410562"/>
                  <a:pt x="124189" y="3114729"/>
                </a:cubicBezTo>
                <a:close/>
              </a:path>
            </a:pathLst>
          </a:custGeom>
          <a:solidFill>
            <a:schemeClr val="tx2"/>
          </a:solidFill>
          <a:ln w="41377" cap="flat">
            <a:noFill/>
            <a:prstDash val="solid"/>
            <a:miter/>
          </a:ln>
        </p:spPr>
        <p:txBody>
          <a:bodyPr wrap="square" rtlCol="0" anchor="ctr">
            <a:noAutofit/>
          </a:bodyPr>
          <a:lstStyle/>
          <a:p>
            <a:endParaRPr lang="en-US"/>
          </a:p>
        </p:txBody>
      </p:sp>
      <p:sp>
        <p:nvSpPr>
          <p:cNvPr id="3" name="Title 2">
            <a:extLst>
              <a:ext uri="{FF2B5EF4-FFF2-40B4-BE49-F238E27FC236}">
                <a16:creationId xmlns:a16="http://schemas.microsoft.com/office/drawing/2014/main" id="{7D2E0E76-57A2-5740-95BA-F89AB0DC2F39}"/>
              </a:ext>
            </a:extLst>
          </p:cNvPr>
          <p:cNvSpPr>
            <a:spLocks noGrp="1"/>
          </p:cNvSpPr>
          <p:nvPr userDrawn="1">
            <p:ph type="title"/>
          </p:nvPr>
        </p:nvSpPr>
        <p:spPr>
          <a:xfrm>
            <a:off x="616418" y="606998"/>
            <a:ext cx="5479581" cy="1224499"/>
          </a:xfrm>
        </p:spPr>
        <p:txBody>
          <a:bodyPr/>
          <a:lstStyle>
            <a:lvl1pPr algn="l">
              <a:defRPr>
                <a:latin typeface="+mj-lt"/>
              </a:defRPr>
            </a:lvl1pPr>
          </a:lstStyle>
          <a:p>
            <a:r>
              <a:rPr lang="en-US"/>
              <a:t>Click to edit Master title style</a:t>
            </a:r>
          </a:p>
        </p:txBody>
      </p:sp>
      <p:sp>
        <p:nvSpPr>
          <p:cNvPr id="10" name="Picture Placeholder 4">
            <a:extLst>
              <a:ext uri="{FF2B5EF4-FFF2-40B4-BE49-F238E27FC236}">
                <a16:creationId xmlns:a16="http://schemas.microsoft.com/office/drawing/2014/main" id="{C54DEB38-40C0-64B1-0969-7C63A0FF58DA}"/>
              </a:ext>
            </a:extLst>
          </p:cNvPr>
          <p:cNvSpPr>
            <a:spLocks noGrp="1"/>
          </p:cNvSpPr>
          <p:nvPr userDrawn="1">
            <p:ph type="pic" sz="quarter" idx="15" hasCustomPrompt="1"/>
          </p:nvPr>
        </p:nvSpPr>
        <p:spPr>
          <a:xfrm>
            <a:off x="7859327" y="904104"/>
            <a:ext cx="2569577" cy="5049792"/>
          </a:xfrm>
          <a:prstGeom prst="roundRect">
            <a:avLst>
              <a:gd name="adj" fmla="val 8636"/>
            </a:avLst>
          </a:prstGeom>
          <a:solidFill>
            <a:schemeClr val="bg2"/>
          </a:solidFill>
          <a:ln w="127000">
            <a:solidFill>
              <a:srgbClr val="F1F2F2"/>
            </a:solidFill>
          </a:ln>
          <a:effectLst>
            <a:outerShdw blurRad="183858" algn="ctr" rotWithShape="0">
              <a:prstClr val="black">
                <a:alpha val="21875"/>
              </a:prstClr>
            </a:outerShdw>
          </a:effectLst>
        </p:spPr>
        <p:txBody>
          <a:bodyPr anchor="ctr"/>
          <a:lstStyle>
            <a:lvl1pPr algn="ctr">
              <a:defRPr sz="1050" b="0"/>
            </a:lvl1pPr>
          </a:lstStyle>
          <a:p>
            <a:r>
              <a:rPr lang="en-US"/>
              <a:t>Click to insert screenshot</a:t>
            </a:r>
          </a:p>
        </p:txBody>
      </p:sp>
      <p:sp>
        <p:nvSpPr>
          <p:cNvPr id="5" name="Content Placeholder 2">
            <a:extLst>
              <a:ext uri="{FF2B5EF4-FFF2-40B4-BE49-F238E27FC236}">
                <a16:creationId xmlns:a16="http://schemas.microsoft.com/office/drawing/2014/main" id="{C7DC504A-4956-DBC1-140C-7A72955A865E}"/>
              </a:ext>
            </a:extLst>
          </p:cNvPr>
          <p:cNvSpPr>
            <a:spLocks noGrp="1"/>
          </p:cNvSpPr>
          <p:nvPr userDrawn="1">
            <p:ph sz="half" idx="36"/>
          </p:nvPr>
        </p:nvSpPr>
        <p:spPr>
          <a:xfrm>
            <a:off x="612648" y="1981200"/>
            <a:ext cx="5483352"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81D5D06-ACD0-F7F2-C3A2-FC93814CA8C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7550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Device_Laptop&amp;Mobile_1">
    <p:spTree>
      <p:nvGrpSpPr>
        <p:cNvPr id="1" name=""/>
        <p:cNvGrpSpPr/>
        <p:nvPr/>
      </p:nvGrpSpPr>
      <p:grpSpPr>
        <a:xfrm>
          <a:off x="0" y="0"/>
          <a:ext cx="0" cy="0"/>
          <a:chOff x="0" y="0"/>
          <a:chExt cx="0" cy="0"/>
        </a:xfrm>
      </p:grpSpPr>
      <p:sp>
        <p:nvSpPr>
          <p:cNvPr id="40" name="Freeform 39">
            <a:extLst>
              <a:ext uri="{FF2B5EF4-FFF2-40B4-BE49-F238E27FC236}">
                <a16:creationId xmlns:a16="http://schemas.microsoft.com/office/drawing/2014/main" id="{50BA391C-F895-B5CC-38A4-DEE527A7FDEB}"/>
              </a:ext>
            </a:extLst>
          </p:cNvPr>
          <p:cNvSpPr/>
          <p:nvPr userDrawn="1"/>
        </p:nvSpPr>
        <p:spPr>
          <a:xfrm rot="5400000">
            <a:off x="6444262" y="1110265"/>
            <a:ext cx="6858000" cy="4637472"/>
          </a:xfrm>
          <a:custGeom>
            <a:avLst/>
            <a:gdLst>
              <a:gd name="connsiteX0" fmla="*/ 0 w 6858000"/>
              <a:gd name="connsiteY0" fmla="*/ 4162380 h 4637472"/>
              <a:gd name="connsiteX1" fmla="*/ 0 w 6858000"/>
              <a:gd name="connsiteY1" fmla="*/ 0 h 4637472"/>
              <a:gd name="connsiteX2" fmla="*/ 6858000 w 6858000"/>
              <a:gd name="connsiteY2" fmla="*/ 0 h 4637472"/>
              <a:gd name="connsiteX3" fmla="*/ 6858000 w 6858000"/>
              <a:gd name="connsiteY3" fmla="*/ 3846165 h 4637472"/>
              <a:gd name="connsiteX4" fmla="*/ 6831922 w 6858000"/>
              <a:gd name="connsiteY4" fmla="*/ 3866397 h 4637472"/>
              <a:gd name="connsiteX5" fmla="*/ 4830860 w 6858000"/>
              <a:gd name="connsiteY5" fmla="*/ 4516414 h 4637472"/>
              <a:gd name="connsiteX6" fmla="*/ 4800556 w 6858000"/>
              <a:gd name="connsiteY6" fmla="*/ 4519916 h 4637472"/>
              <a:gd name="connsiteX7" fmla="*/ 4800554 w 6858000"/>
              <a:gd name="connsiteY7" fmla="*/ 4519918 h 4637472"/>
              <a:gd name="connsiteX8" fmla="*/ 4589618 w 6858000"/>
              <a:gd name="connsiteY8" fmla="*/ 4544308 h 4637472"/>
              <a:gd name="connsiteX9" fmla="*/ 3200103 w 6858000"/>
              <a:gd name="connsiteY9" fmla="*/ 4637390 h 4637472"/>
              <a:gd name="connsiteX10" fmla="*/ 124188 w 6858000"/>
              <a:gd name="connsiteY10" fmla="*/ 4219717 h 463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0" h="4637472">
                <a:moveTo>
                  <a:pt x="0" y="4162380"/>
                </a:moveTo>
                <a:lnTo>
                  <a:pt x="0" y="0"/>
                </a:lnTo>
                <a:lnTo>
                  <a:pt x="6858000" y="0"/>
                </a:lnTo>
                <a:lnTo>
                  <a:pt x="6858000" y="3846165"/>
                </a:lnTo>
                <a:lnTo>
                  <a:pt x="6831922" y="3866397"/>
                </a:lnTo>
                <a:cubicBezTo>
                  <a:pt x="6347593" y="4214376"/>
                  <a:pt x="5707795" y="4405551"/>
                  <a:pt x="4830860" y="4516414"/>
                </a:cubicBezTo>
                <a:lnTo>
                  <a:pt x="4800556" y="4519916"/>
                </a:lnTo>
                <a:lnTo>
                  <a:pt x="4800554" y="4519918"/>
                </a:lnTo>
                <a:lnTo>
                  <a:pt x="4589618" y="4544308"/>
                </a:lnTo>
                <a:cubicBezTo>
                  <a:pt x="4177849" y="4587765"/>
                  <a:pt x="3717118" y="4616507"/>
                  <a:pt x="3200103" y="4637390"/>
                </a:cubicBezTo>
                <a:cubicBezTo>
                  <a:pt x="1839295" y="4641161"/>
                  <a:pt x="853928" y="4515551"/>
                  <a:pt x="124188" y="4219717"/>
                </a:cubicBezTo>
                <a:close/>
              </a:path>
            </a:pathLst>
          </a:custGeom>
          <a:solidFill>
            <a:schemeClr val="accent3"/>
          </a:solidFill>
          <a:ln w="41377" cap="flat">
            <a:noFill/>
            <a:prstDash val="solid"/>
            <a:miter/>
          </a:ln>
        </p:spPr>
        <p:txBody>
          <a:bodyPr wrap="square" rtlCol="0" anchor="ctr">
            <a:noAutofit/>
          </a:bodyPr>
          <a:lstStyle/>
          <a:p>
            <a:endParaRPr lang="en-US"/>
          </a:p>
        </p:txBody>
      </p:sp>
      <p:sp>
        <p:nvSpPr>
          <p:cNvPr id="38" name="Freeform 37">
            <a:extLst>
              <a:ext uri="{FF2B5EF4-FFF2-40B4-BE49-F238E27FC236}">
                <a16:creationId xmlns:a16="http://schemas.microsoft.com/office/drawing/2014/main" id="{2126544F-7EE6-A299-646A-0E3BD2EBD409}"/>
              </a:ext>
            </a:extLst>
          </p:cNvPr>
          <p:cNvSpPr/>
          <p:nvPr userDrawn="1"/>
        </p:nvSpPr>
        <p:spPr>
          <a:xfrm rot="5400000">
            <a:off x="5796168" y="462172"/>
            <a:ext cx="6858000" cy="5933659"/>
          </a:xfrm>
          <a:custGeom>
            <a:avLst/>
            <a:gdLst>
              <a:gd name="connsiteX0" fmla="*/ 0 w 6858000"/>
              <a:gd name="connsiteY0" fmla="*/ 5637337 h 5933659"/>
              <a:gd name="connsiteX1" fmla="*/ 0 w 6858000"/>
              <a:gd name="connsiteY1" fmla="*/ 0 h 5933659"/>
              <a:gd name="connsiteX2" fmla="*/ 6858000 w 6858000"/>
              <a:gd name="connsiteY2" fmla="*/ 0 h 5933659"/>
              <a:gd name="connsiteX3" fmla="*/ 6858000 w 6858000"/>
              <a:gd name="connsiteY3" fmla="*/ 2856612 h 5933659"/>
              <a:gd name="connsiteX4" fmla="*/ 6756300 w 6858000"/>
              <a:gd name="connsiteY4" fmla="*/ 2964510 h 5933659"/>
              <a:gd name="connsiteX5" fmla="*/ 5041002 w 6858000"/>
              <a:gd name="connsiteY5" fmla="*/ 4351958 h 5933659"/>
              <a:gd name="connsiteX6" fmla="*/ 4800558 w 6858000"/>
              <a:gd name="connsiteY6" fmla="*/ 4519918 h 5933659"/>
              <a:gd name="connsiteX7" fmla="*/ 4800554 w 6858000"/>
              <a:gd name="connsiteY7" fmla="*/ 4519918 h 5933659"/>
              <a:gd name="connsiteX8" fmla="*/ 4782219 w 6858000"/>
              <a:gd name="connsiteY8" fmla="*/ 4532726 h 5933659"/>
              <a:gd name="connsiteX9" fmla="*/ 277793 w 6858000"/>
              <a:gd name="connsiteY9" fmla="*/ 5756805 h 593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5933659">
                <a:moveTo>
                  <a:pt x="0" y="5637337"/>
                </a:moveTo>
                <a:lnTo>
                  <a:pt x="0" y="0"/>
                </a:lnTo>
                <a:lnTo>
                  <a:pt x="6858000" y="0"/>
                </a:lnTo>
                <a:lnTo>
                  <a:pt x="6858000" y="2856612"/>
                </a:lnTo>
                <a:lnTo>
                  <a:pt x="6756300" y="2964510"/>
                </a:lnTo>
                <a:cubicBezTo>
                  <a:pt x="6334122" y="3394834"/>
                  <a:pt x="5766822" y="3840033"/>
                  <a:pt x="5041002" y="4351958"/>
                </a:cubicBezTo>
                <a:lnTo>
                  <a:pt x="4800558" y="4519918"/>
                </a:lnTo>
                <a:lnTo>
                  <a:pt x="4800554" y="4519918"/>
                </a:lnTo>
                <a:lnTo>
                  <a:pt x="4782219" y="4532726"/>
                </a:lnTo>
                <a:cubicBezTo>
                  <a:pt x="2738942" y="5836575"/>
                  <a:pt x="1452175" y="6192817"/>
                  <a:pt x="277793" y="5756805"/>
                </a:cubicBezTo>
                <a:close/>
              </a:path>
            </a:pathLst>
          </a:custGeom>
          <a:solidFill>
            <a:schemeClr val="accent1"/>
          </a:solidFill>
          <a:ln w="41377" cap="flat">
            <a:noFill/>
            <a:prstDash val="solid"/>
            <a:miter/>
          </a:ln>
        </p:spPr>
        <p:txBody>
          <a:bodyPr wrap="square" rtlCol="0" anchor="ctr">
            <a:noAutofit/>
          </a:bodyPr>
          <a:lstStyle/>
          <a:p>
            <a:endParaRPr lang="en-US"/>
          </a:p>
        </p:txBody>
      </p:sp>
      <p:sp>
        <p:nvSpPr>
          <p:cNvPr id="36" name="Freeform 35">
            <a:extLst>
              <a:ext uri="{FF2B5EF4-FFF2-40B4-BE49-F238E27FC236}">
                <a16:creationId xmlns:a16="http://schemas.microsoft.com/office/drawing/2014/main" id="{BDD0542A-6C2B-96D6-49E0-890C241BB814}"/>
              </a:ext>
            </a:extLst>
          </p:cNvPr>
          <p:cNvSpPr/>
          <p:nvPr userDrawn="1"/>
        </p:nvSpPr>
        <p:spPr>
          <a:xfrm rot="5400000">
            <a:off x="6444262" y="1110265"/>
            <a:ext cx="6858000" cy="4637472"/>
          </a:xfrm>
          <a:custGeom>
            <a:avLst/>
            <a:gdLst>
              <a:gd name="connsiteX0" fmla="*/ 0 w 6858000"/>
              <a:gd name="connsiteY0" fmla="*/ 4162380 h 4637472"/>
              <a:gd name="connsiteX1" fmla="*/ 0 w 6858000"/>
              <a:gd name="connsiteY1" fmla="*/ 0 h 4637472"/>
              <a:gd name="connsiteX2" fmla="*/ 6858000 w 6858000"/>
              <a:gd name="connsiteY2" fmla="*/ 0 h 4637472"/>
              <a:gd name="connsiteX3" fmla="*/ 6858000 w 6858000"/>
              <a:gd name="connsiteY3" fmla="*/ 2856612 h 4637472"/>
              <a:gd name="connsiteX4" fmla="*/ 6756299 w 6858000"/>
              <a:gd name="connsiteY4" fmla="*/ 2964510 h 4637472"/>
              <a:gd name="connsiteX5" fmla="*/ 5041001 w 6858000"/>
              <a:gd name="connsiteY5" fmla="*/ 4351958 h 4637472"/>
              <a:gd name="connsiteX6" fmla="*/ 4800557 w 6858000"/>
              <a:gd name="connsiteY6" fmla="*/ 4519918 h 4637472"/>
              <a:gd name="connsiteX7" fmla="*/ 4589619 w 6858000"/>
              <a:gd name="connsiteY7" fmla="*/ 4544308 h 4637472"/>
              <a:gd name="connsiteX8" fmla="*/ 3200107 w 6858000"/>
              <a:gd name="connsiteY8" fmla="*/ 4637390 h 4637472"/>
              <a:gd name="connsiteX9" fmla="*/ 124189 w 6858000"/>
              <a:gd name="connsiteY9" fmla="*/ 4219717 h 463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4637472">
                <a:moveTo>
                  <a:pt x="0" y="4162380"/>
                </a:moveTo>
                <a:lnTo>
                  <a:pt x="0" y="0"/>
                </a:lnTo>
                <a:lnTo>
                  <a:pt x="6858000" y="0"/>
                </a:lnTo>
                <a:lnTo>
                  <a:pt x="6858000" y="2856612"/>
                </a:lnTo>
                <a:lnTo>
                  <a:pt x="6756299" y="2964510"/>
                </a:lnTo>
                <a:cubicBezTo>
                  <a:pt x="6334121" y="3394834"/>
                  <a:pt x="5766821" y="3840033"/>
                  <a:pt x="5041001" y="4351958"/>
                </a:cubicBezTo>
                <a:lnTo>
                  <a:pt x="4800557" y="4519918"/>
                </a:lnTo>
                <a:lnTo>
                  <a:pt x="4589619" y="4544308"/>
                </a:lnTo>
                <a:cubicBezTo>
                  <a:pt x="4177852" y="4587765"/>
                  <a:pt x="3717122" y="4616507"/>
                  <a:pt x="3200107" y="4637390"/>
                </a:cubicBezTo>
                <a:cubicBezTo>
                  <a:pt x="1839296" y="4641161"/>
                  <a:pt x="853929" y="4515551"/>
                  <a:pt x="124189" y="4219717"/>
                </a:cubicBezTo>
                <a:close/>
              </a:path>
            </a:pathLst>
          </a:custGeom>
          <a:solidFill>
            <a:schemeClr val="tx2"/>
          </a:solidFill>
          <a:ln w="41377" cap="flat">
            <a:noFill/>
            <a:prstDash val="solid"/>
            <a:miter/>
          </a:ln>
        </p:spPr>
        <p:txBody>
          <a:bodyPr wrap="square" rtlCol="0" anchor="ctr">
            <a:noAutofit/>
          </a:bodyPr>
          <a:lstStyle/>
          <a:p>
            <a:endParaRPr lang="en-US"/>
          </a:p>
        </p:txBody>
      </p:sp>
      <p:sp>
        <p:nvSpPr>
          <p:cNvPr id="3" name="Title 2">
            <a:extLst>
              <a:ext uri="{FF2B5EF4-FFF2-40B4-BE49-F238E27FC236}">
                <a16:creationId xmlns:a16="http://schemas.microsoft.com/office/drawing/2014/main" id="{7D2E0E76-57A2-5740-95BA-F89AB0DC2F39}"/>
              </a:ext>
            </a:extLst>
          </p:cNvPr>
          <p:cNvSpPr>
            <a:spLocks noGrp="1"/>
          </p:cNvSpPr>
          <p:nvPr userDrawn="1">
            <p:ph type="title"/>
          </p:nvPr>
        </p:nvSpPr>
        <p:spPr>
          <a:xfrm>
            <a:off x="606568" y="613612"/>
            <a:ext cx="4092180" cy="1157169"/>
          </a:xfrm>
        </p:spPr>
        <p:txBody>
          <a:bodyPr anchor="t" anchorCtr="0"/>
          <a:lstStyle>
            <a:lvl1pPr algn="l">
              <a:defRPr>
                <a:latin typeface="+mj-lt"/>
              </a:defRPr>
            </a:lvl1pPr>
          </a:lstStyle>
          <a:p>
            <a:r>
              <a:rPr lang="en-US"/>
              <a:t>Click to edit Master title style</a:t>
            </a:r>
          </a:p>
        </p:txBody>
      </p:sp>
      <p:sp>
        <p:nvSpPr>
          <p:cNvPr id="4" name="Picture Placeholder 5">
            <a:extLst>
              <a:ext uri="{FF2B5EF4-FFF2-40B4-BE49-F238E27FC236}">
                <a16:creationId xmlns:a16="http://schemas.microsoft.com/office/drawing/2014/main" id="{A79C08D5-32FA-B890-AC1E-5938E79534C1}"/>
              </a:ext>
            </a:extLst>
          </p:cNvPr>
          <p:cNvSpPr>
            <a:spLocks noGrp="1"/>
          </p:cNvSpPr>
          <p:nvPr userDrawn="1">
            <p:ph type="pic" sz="quarter" idx="10"/>
          </p:nvPr>
        </p:nvSpPr>
        <p:spPr>
          <a:xfrm>
            <a:off x="5311920" y="1362284"/>
            <a:ext cx="5807061" cy="3796073"/>
          </a:xfrm>
          <a:prstGeom prst="roundRect">
            <a:avLst>
              <a:gd name="adj" fmla="val 3000"/>
            </a:avLst>
          </a:prstGeom>
          <a:solidFill>
            <a:schemeClr val="bg2"/>
          </a:solidFill>
          <a:ln w="127000">
            <a:solidFill>
              <a:srgbClr val="F1F2F2"/>
            </a:solidFill>
          </a:ln>
          <a:effectLst>
            <a:outerShdw blurRad="1778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050" b="0" i="0" kern="1200">
                <a:solidFill>
                  <a:schemeClr val="tx1"/>
                </a:solidFill>
                <a:latin typeface="+mn-lt"/>
                <a:ea typeface="+mn-ea"/>
                <a:cs typeface="+mn-cs"/>
              </a:defRPr>
            </a:lvl1pPr>
          </a:lstStyle>
          <a:p>
            <a:pPr marR="0" lvl="0" algn="ctr" defTabSz="412750" fontAlgn="auto" hangingPunct="0">
              <a:lnSpc>
                <a:spcPct val="100000"/>
              </a:lnSpc>
              <a:spcBef>
                <a:spcPts val="0"/>
              </a:spcBef>
              <a:spcAft>
                <a:spcPts val="0"/>
              </a:spcAft>
              <a:buClrTx/>
              <a:buSzTx/>
              <a:buFontTx/>
              <a:tabLst/>
            </a:pPr>
            <a:r>
              <a:rPr lang="en-US"/>
              <a:t>Click icon to add picture</a:t>
            </a:r>
          </a:p>
        </p:txBody>
      </p:sp>
      <p:sp>
        <p:nvSpPr>
          <p:cNvPr id="7" name="Picture Placeholder 4">
            <a:extLst>
              <a:ext uri="{FF2B5EF4-FFF2-40B4-BE49-F238E27FC236}">
                <a16:creationId xmlns:a16="http://schemas.microsoft.com/office/drawing/2014/main" id="{C2E93EFB-F461-B9E5-C332-9638CF2F88DB}"/>
              </a:ext>
            </a:extLst>
          </p:cNvPr>
          <p:cNvSpPr>
            <a:spLocks noGrp="1"/>
          </p:cNvSpPr>
          <p:nvPr userDrawn="1">
            <p:ph type="pic" sz="quarter" idx="15" hasCustomPrompt="1"/>
          </p:nvPr>
        </p:nvSpPr>
        <p:spPr>
          <a:xfrm>
            <a:off x="9773307" y="1981200"/>
            <a:ext cx="1806045" cy="3877454"/>
          </a:xfrm>
          <a:prstGeom prst="roundRect">
            <a:avLst>
              <a:gd name="adj" fmla="val 6153"/>
            </a:avLst>
          </a:prstGeom>
          <a:solidFill>
            <a:schemeClr val="bg2"/>
          </a:solidFill>
          <a:ln w="127000">
            <a:solidFill>
              <a:srgbClr val="F1F2F2"/>
            </a:solidFill>
          </a:ln>
          <a:effectLst>
            <a:outerShdw blurRad="177800" algn="ctr" rotWithShape="0">
              <a:prstClr val="black">
                <a:alpha val="22000"/>
              </a:prstClr>
            </a:outerShdw>
          </a:effectLst>
        </p:spPr>
        <p:txBody>
          <a:bodyPr anchor="ctr"/>
          <a:lstStyle>
            <a:lvl1pPr algn="ctr">
              <a:defRPr sz="1050" b="0"/>
            </a:lvl1pPr>
          </a:lstStyle>
          <a:p>
            <a:r>
              <a:rPr lang="en-US"/>
              <a:t>Click to insert screenshot</a:t>
            </a:r>
          </a:p>
        </p:txBody>
      </p:sp>
      <p:sp>
        <p:nvSpPr>
          <p:cNvPr id="8" name="Content Placeholder 2">
            <a:extLst>
              <a:ext uri="{FF2B5EF4-FFF2-40B4-BE49-F238E27FC236}">
                <a16:creationId xmlns:a16="http://schemas.microsoft.com/office/drawing/2014/main" id="{4B468D6F-A02E-CCA3-321E-22627B0407A3}"/>
              </a:ext>
            </a:extLst>
          </p:cNvPr>
          <p:cNvSpPr>
            <a:spLocks noGrp="1"/>
          </p:cNvSpPr>
          <p:nvPr userDrawn="1">
            <p:ph sz="half" idx="36"/>
          </p:nvPr>
        </p:nvSpPr>
        <p:spPr>
          <a:xfrm>
            <a:off x="612648" y="1981200"/>
            <a:ext cx="40866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F73ECFB-ADC0-E4A8-78F4-F5C7BAB7C87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24114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Device_Laptop_Centre_1">
    <p:bg>
      <p:bgPr>
        <a:solidFill>
          <a:srgbClr val="DEF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74FDE-4394-EA43-88F3-01FA07C65CBD}"/>
              </a:ext>
            </a:extLst>
          </p:cNvPr>
          <p:cNvSpPr>
            <a:spLocks noGrp="1"/>
          </p:cNvSpPr>
          <p:nvPr>
            <p:ph type="title"/>
          </p:nvPr>
        </p:nvSpPr>
        <p:spPr>
          <a:xfrm>
            <a:off x="603077" y="610314"/>
            <a:ext cx="11255485" cy="784800"/>
          </a:xfrm>
        </p:spPr>
        <p:txBody>
          <a:bodyPr/>
          <a:lstStyle>
            <a:lvl1pPr algn="l">
              <a:defRPr>
                <a:solidFill>
                  <a:schemeClr val="tx1"/>
                </a:solidFill>
                <a:latin typeface="+mj-lt"/>
              </a:defRPr>
            </a:lvl1pPr>
          </a:lstStyle>
          <a:p>
            <a:r>
              <a:rPr lang="en-US"/>
              <a:t>Click to edit Master title style</a:t>
            </a:r>
          </a:p>
        </p:txBody>
      </p:sp>
      <p:cxnSp>
        <p:nvCxnSpPr>
          <p:cNvPr id="3" name="Straight Connector 2">
            <a:extLst>
              <a:ext uri="{FF2B5EF4-FFF2-40B4-BE49-F238E27FC236}">
                <a16:creationId xmlns:a16="http://schemas.microsoft.com/office/drawing/2014/main" id="{348AFCE1-FA18-A394-C675-A4000E689902}"/>
              </a:ext>
              <a:ext uri="{C183D7F6-B498-43B3-948B-1728B52AA6E4}">
                <adec:decorative xmlns:adec="http://schemas.microsoft.com/office/drawing/2017/decorative" val="1"/>
              </a:ext>
            </a:extLst>
          </p:cNvPr>
          <p:cNvCxnSpPr>
            <a:cxnSpLocks/>
          </p:cNvCxnSpPr>
          <p:nvPr userDrawn="1"/>
        </p:nvCxnSpPr>
        <p:spPr>
          <a:xfrm>
            <a:off x="-13855" y="3865530"/>
            <a:ext cx="12205855" cy="0"/>
          </a:xfrm>
          <a:prstGeom prst="line">
            <a:avLst/>
          </a:prstGeom>
          <a:ln w="38100">
            <a:solidFill>
              <a:srgbClr val="C7E5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843E531-1959-DA46-B125-6664FF6CB53B}"/>
              </a:ext>
              <a:ext uri="{C183D7F6-B498-43B3-948B-1728B52AA6E4}">
                <adec:decorative xmlns:adec="http://schemas.microsoft.com/office/drawing/2017/decorative" val="1"/>
              </a:ext>
            </a:extLst>
          </p:cNvPr>
          <p:cNvCxnSpPr>
            <a:cxnSpLocks/>
          </p:cNvCxnSpPr>
          <p:nvPr/>
        </p:nvCxnSpPr>
        <p:spPr>
          <a:xfrm>
            <a:off x="980534" y="4209847"/>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30B92037-E668-59E8-D4D0-595A1ED41724}"/>
              </a:ext>
            </a:extLst>
          </p:cNvPr>
          <p:cNvSpPr/>
          <p:nvPr userDrawn="1"/>
        </p:nvSpPr>
        <p:spPr>
          <a:xfrm>
            <a:off x="603077" y="3464293"/>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15">
            <a:extLst>
              <a:ext uri="{FF2B5EF4-FFF2-40B4-BE49-F238E27FC236}">
                <a16:creationId xmlns:a16="http://schemas.microsoft.com/office/drawing/2014/main" id="{C7850B40-1289-90DA-A604-B5A0B09D49C8}"/>
              </a:ext>
            </a:extLst>
          </p:cNvPr>
          <p:cNvSpPr>
            <a:spLocks noGrp="1"/>
          </p:cNvSpPr>
          <p:nvPr>
            <p:ph type="body" sz="quarter" idx="10" hasCustomPrompt="1"/>
          </p:nvPr>
        </p:nvSpPr>
        <p:spPr>
          <a:xfrm>
            <a:off x="949921" y="4928388"/>
            <a:ext cx="1672305" cy="310453"/>
          </a:xfrm>
        </p:spPr>
        <p:txBody>
          <a:bodyPr/>
          <a:lstStyle>
            <a:lvl1pPr algn="l">
              <a:defRPr sz="1600">
                <a:latin typeface="+mj-lt"/>
              </a:defRPr>
            </a:lvl1pPr>
          </a:lstStyle>
          <a:p>
            <a:pPr lvl="0"/>
            <a:r>
              <a:rPr lang="en-US"/>
              <a:t>Insert date</a:t>
            </a:r>
          </a:p>
        </p:txBody>
      </p:sp>
      <p:sp>
        <p:nvSpPr>
          <p:cNvPr id="42" name="Text Placeholder 15">
            <a:extLst>
              <a:ext uri="{FF2B5EF4-FFF2-40B4-BE49-F238E27FC236}">
                <a16:creationId xmlns:a16="http://schemas.microsoft.com/office/drawing/2014/main" id="{17C19948-674E-0A44-4489-FC4A88F4BE47}"/>
              </a:ext>
            </a:extLst>
          </p:cNvPr>
          <p:cNvSpPr>
            <a:spLocks noGrp="1"/>
          </p:cNvSpPr>
          <p:nvPr>
            <p:ph type="body" sz="quarter" idx="11" hasCustomPrompt="1"/>
          </p:nvPr>
        </p:nvSpPr>
        <p:spPr>
          <a:xfrm>
            <a:off x="949921" y="5217834"/>
            <a:ext cx="1672305" cy="711782"/>
          </a:xfrm>
        </p:spPr>
        <p:txBody>
          <a:bodyPr/>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45" name="Picture Placeholder 44">
            <a:extLst>
              <a:ext uri="{FF2B5EF4-FFF2-40B4-BE49-F238E27FC236}">
                <a16:creationId xmlns:a16="http://schemas.microsoft.com/office/drawing/2014/main" id="{1D1C543F-A11E-62C4-804A-97FAD9F031AE}"/>
              </a:ext>
            </a:extLst>
          </p:cNvPr>
          <p:cNvSpPr>
            <a:spLocks noGrp="1"/>
          </p:cNvSpPr>
          <p:nvPr>
            <p:ph type="pic" sz="quarter" idx="12"/>
          </p:nvPr>
        </p:nvSpPr>
        <p:spPr>
          <a:xfrm>
            <a:off x="756521" y="3616796"/>
            <a:ext cx="468313" cy="468313"/>
          </a:xfrm>
        </p:spPr>
        <p:txBody>
          <a:bodyPr/>
          <a:lstStyle/>
          <a:p>
            <a:endParaRPr lang="en-US"/>
          </a:p>
        </p:txBody>
      </p:sp>
      <p:cxnSp>
        <p:nvCxnSpPr>
          <p:cNvPr id="46" name="Straight Connector 45">
            <a:extLst>
              <a:ext uri="{FF2B5EF4-FFF2-40B4-BE49-F238E27FC236}">
                <a16:creationId xmlns:a16="http://schemas.microsoft.com/office/drawing/2014/main" id="{62E33C4D-8441-756B-3023-711BC8A1BAD5}"/>
              </a:ext>
              <a:ext uri="{C183D7F6-B498-43B3-948B-1728B52AA6E4}">
                <adec:decorative xmlns:adec="http://schemas.microsoft.com/office/drawing/2017/decorative" val="1"/>
              </a:ext>
            </a:extLst>
          </p:cNvPr>
          <p:cNvCxnSpPr>
            <a:cxnSpLocks/>
          </p:cNvCxnSpPr>
          <p:nvPr userDrawn="1"/>
        </p:nvCxnSpPr>
        <p:spPr>
          <a:xfrm flipV="1">
            <a:off x="2803669" y="2884592"/>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1922EBA-BDF4-4BA5-9CD1-A692DD873195}"/>
              </a:ext>
            </a:extLst>
          </p:cNvPr>
          <p:cNvSpPr/>
          <p:nvPr userDrawn="1"/>
        </p:nvSpPr>
        <p:spPr>
          <a:xfrm>
            <a:off x="2426212" y="3464293"/>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 Placeholder 15">
            <a:extLst>
              <a:ext uri="{FF2B5EF4-FFF2-40B4-BE49-F238E27FC236}">
                <a16:creationId xmlns:a16="http://schemas.microsoft.com/office/drawing/2014/main" id="{88AA6B8E-FE6F-A9D3-C32E-FE1A150FB4C5}"/>
              </a:ext>
            </a:extLst>
          </p:cNvPr>
          <p:cNvSpPr>
            <a:spLocks noGrp="1"/>
          </p:cNvSpPr>
          <p:nvPr>
            <p:ph type="body" sz="quarter" idx="13" hasCustomPrompt="1"/>
          </p:nvPr>
        </p:nvSpPr>
        <p:spPr>
          <a:xfrm>
            <a:off x="2773056" y="2458765"/>
            <a:ext cx="1672305" cy="310453"/>
          </a:xfrm>
        </p:spPr>
        <p:txBody>
          <a:bodyPr anchor="b" anchorCtr="0"/>
          <a:lstStyle>
            <a:lvl1pPr algn="l">
              <a:defRPr sz="1600">
                <a:latin typeface="+mj-lt"/>
              </a:defRPr>
            </a:lvl1pPr>
          </a:lstStyle>
          <a:p>
            <a:pPr lvl="0"/>
            <a:r>
              <a:rPr lang="en-US"/>
              <a:t>Insert date</a:t>
            </a:r>
          </a:p>
        </p:txBody>
      </p:sp>
      <p:sp>
        <p:nvSpPr>
          <p:cNvPr id="49" name="Text Placeholder 15">
            <a:extLst>
              <a:ext uri="{FF2B5EF4-FFF2-40B4-BE49-F238E27FC236}">
                <a16:creationId xmlns:a16="http://schemas.microsoft.com/office/drawing/2014/main" id="{45B647A2-B311-D2F5-1B74-84E5B4C5C8C5}"/>
              </a:ext>
            </a:extLst>
          </p:cNvPr>
          <p:cNvSpPr>
            <a:spLocks noGrp="1"/>
          </p:cNvSpPr>
          <p:nvPr>
            <p:ph type="body" sz="quarter" idx="14" hasCustomPrompt="1"/>
          </p:nvPr>
        </p:nvSpPr>
        <p:spPr>
          <a:xfrm>
            <a:off x="2773056" y="1740098"/>
            <a:ext cx="1672305" cy="711782"/>
          </a:xfrm>
        </p:spPr>
        <p:txBody>
          <a:bodyPr anchor="b" anchorCtr="0"/>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50" name="Picture Placeholder 44">
            <a:extLst>
              <a:ext uri="{FF2B5EF4-FFF2-40B4-BE49-F238E27FC236}">
                <a16:creationId xmlns:a16="http://schemas.microsoft.com/office/drawing/2014/main" id="{626AF03C-E72A-D083-0C3F-DE6A636E173C}"/>
              </a:ext>
            </a:extLst>
          </p:cNvPr>
          <p:cNvSpPr>
            <a:spLocks noGrp="1"/>
          </p:cNvSpPr>
          <p:nvPr>
            <p:ph type="pic" sz="quarter" idx="15"/>
          </p:nvPr>
        </p:nvSpPr>
        <p:spPr>
          <a:xfrm>
            <a:off x="2579656" y="3616796"/>
            <a:ext cx="468313" cy="468313"/>
          </a:xfrm>
        </p:spPr>
        <p:txBody>
          <a:bodyPr/>
          <a:lstStyle/>
          <a:p>
            <a:endParaRPr lang="en-US"/>
          </a:p>
        </p:txBody>
      </p:sp>
      <p:cxnSp>
        <p:nvCxnSpPr>
          <p:cNvPr id="51" name="Straight Connector 50">
            <a:extLst>
              <a:ext uri="{FF2B5EF4-FFF2-40B4-BE49-F238E27FC236}">
                <a16:creationId xmlns:a16="http://schemas.microsoft.com/office/drawing/2014/main" id="{7A7E7C11-166C-74EE-0CB0-98408CE350D3}"/>
              </a:ext>
              <a:ext uri="{C183D7F6-B498-43B3-948B-1728B52AA6E4}">
                <adec:decorative xmlns:adec="http://schemas.microsoft.com/office/drawing/2017/decorative" val="1"/>
              </a:ext>
            </a:extLst>
          </p:cNvPr>
          <p:cNvCxnSpPr>
            <a:cxnSpLocks/>
          </p:cNvCxnSpPr>
          <p:nvPr userDrawn="1"/>
        </p:nvCxnSpPr>
        <p:spPr>
          <a:xfrm>
            <a:off x="4626804" y="4205173"/>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1A7B6251-F58D-5F61-354E-6AAC0F6954C5}"/>
              </a:ext>
            </a:extLst>
          </p:cNvPr>
          <p:cNvSpPr/>
          <p:nvPr userDrawn="1"/>
        </p:nvSpPr>
        <p:spPr>
          <a:xfrm>
            <a:off x="4249347" y="3459619"/>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 Placeholder 15">
            <a:extLst>
              <a:ext uri="{FF2B5EF4-FFF2-40B4-BE49-F238E27FC236}">
                <a16:creationId xmlns:a16="http://schemas.microsoft.com/office/drawing/2014/main" id="{F195C014-F8C6-61DB-33D6-38D5F60D319D}"/>
              </a:ext>
            </a:extLst>
          </p:cNvPr>
          <p:cNvSpPr>
            <a:spLocks noGrp="1"/>
          </p:cNvSpPr>
          <p:nvPr>
            <p:ph type="body" sz="quarter" idx="16" hasCustomPrompt="1"/>
          </p:nvPr>
        </p:nvSpPr>
        <p:spPr>
          <a:xfrm>
            <a:off x="4596191" y="4923714"/>
            <a:ext cx="1672305" cy="310453"/>
          </a:xfrm>
        </p:spPr>
        <p:txBody>
          <a:bodyPr/>
          <a:lstStyle>
            <a:lvl1pPr algn="l">
              <a:defRPr sz="1600">
                <a:latin typeface="+mj-lt"/>
              </a:defRPr>
            </a:lvl1pPr>
          </a:lstStyle>
          <a:p>
            <a:pPr lvl="0"/>
            <a:r>
              <a:rPr lang="en-US"/>
              <a:t>Insert date</a:t>
            </a:r>
          </a:p>
        </p:txBody>
      </p:sp>
      <p:sp>
        <p:nvSpPr>
          <p:cNvPr id="54" name="Text Placeholder 15">
            <a:extLst>
              <a:ext uri="{FF2B5EF4-FFF2-40B4-BE49-F238E27FC236}">
                <a16:creationId xmlns:a16="http://schemas.microsoft.com/office/drawing/2014/main" id="{168AFBC0-6F0A-A1AD-F7A9-47F15C19A251}"/>
              </a:ext>
            </a:extLst>
          </p:cNvPr>
          <p:cNvSpPr>
            <a:spLocks noGrp="1"/>
          </p:cNvSpPr>
          <p:nvPr>
            <p:ph type="body" sz="quarter" idx="17" hasCustomPrompt="1"/>
          </p:nvPr>
        </p:nvSpPr>
        <p:spPr>
          <a:xfrm>
            <a:off x="4596191" y="5213160"/>
            <a:ext cx="1672305" cy="711782"/>
          </a:xfrm>
        </p:spPr>
        <p:txBody>
          <a:bodyPr/>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55" name="Picture Placeholder 44">
            <a:extLst>
              <a:ext uri="{FF2B5EF4-FFF2-40B4-BE49-F238E27FC236}">
                <a16:creationId xmlns:a16="http://schemas.microsoft.com/office/drawing/2014/main" id="{747E1339-20F8-4EFA-27B1-CC664E287380}"/>
              </a:ext>
            </a:extLst>
          </p:cNvPr>
          <p:cNvSpPr>
            <a:spLocks noGrp="1"/>
          </p:cNvSpPr>
          <p:nvPr>
            <p:ph type="pic" sz="quarter" idx="18"/>
          </p:nvPr>
        </p:nvSpPr>
        <p:spPr>
          <a:xfrm>
            <a:off x="4402791" y="3612122"/>
            <a:ext cx="468313" cy="468313"/>
          </a:xfrm>
        </p:spPr>
        <p:txBody>
          <a:bodyPr/>
          <a:lstStyle/>
          <a:p>
            <a:endParaRPr lang="en-US"/>
          </a:p>
        </p:txBody>
      </p:sp>
      <p:cxnSp>
        <p:nvCxnSpPr>
          <p:cNvPr id="56" name="Straight Connector 55">
            <a:extLst>
              <a:ext uri="{FF2B5EF4-FFF2-40B4-BE49-F238E27FC236}">
                <a16:creationId xmlns:a16="http://schemas.microsoft.com/office/drawing/2014/main" id="{38138DF9-7EF1-77D8-B55C-39A5BFD6D68F}"/>
              </a:ext>
              <a:ext uri="{C183D7F6-B498-43B3-948B-1728B52AA6E4}">
                <adec:decorative xmlns:adec="http://schemas.microsoft.com/office/drawing/2017/decorative" val="1"/>
              </a:ext>
            </a:extLst>
          </p:cNvPr>
          <p:cNvCxnSpPr>
            <a:cxnSpLocks/>
          </p:cNvCxnSpPr>
          <p:nvPr userDrawn="1"/>
        </p:nvCxnSpPr>
        <p:spPr>
          <a:xfrm flipV="1">
            <a:off x="6449939" y="2879918"/>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7851DDAE-99D0-EBF6-B15B-DC2CD67C46F9}"/>
              </a:ext>
            </a:extLst>
          </p:cNvPr>
          <p:cNvSpPr/>
          <p:nvPr userDrawn="1"/>
        </p:nvSpPr>
        <p:spPr>
          <a:xfrm>
            <a:off x="6072482" y="3459619"/>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15">
            <a:extLst>
              <a:ext uri="{FF2B5EF4-FFF2-40B4-BE49-F238E27FC236}">
                <a16:creationId xmlns:a16="http://schemas.microsoft.com/office/drawing/2014/main" id="{C8FB13DA-7F4E-E0FA-5D0C-BD2D489DB310}"/>
              </a:ext>
            </a:extLst>
          </p:cNvPr>
          <p:cNvSpPr>
            <a:spLocks noGrp="1"/>
          </p:cNvSpPr>
          <p:nvPr>
            <p:ph type="body" sz="quarter" idx="19" hasCustomPrompt="1"/>
          </p:nvPr>
        </p:nvSpPr>
        <p:spPr>
          <a:xfrm>
            <a:off x="6419326" y="2454091"/>
            <a:ext cx="1672305" cy="310453"/>
          </a:xfrm>
        </p:spPr>
        <p:txBody>
          <a:bodyPr anchor="b" anchorCtr="0"/>
          <a:lstStyle>
            <a:lvl1pPr algn="l">
              <a:defRPr sz="1600">
                <a:latin typeface="+mj-lt"/>
              </a:defRPr>
            </a:lvl1pPr>
          </a:lstStyle>
          <a:p>
            <a:pPr lvl="0"/>
            <a:r>
              <a:rPr lang="en-US"/>
              <a:t>Insert date</a:t>
            </a:r>
          </a:p>
        </p:txBody>
      </p:sp>
      <p:sp>
        <p:nvSpPr>
          <p:cNvPr id="59" name="Text Placeholder 15">
            <a:extLst>
              <a:ext uri="{FF2B5EF4-FFF2-40B4-BE49-F238E27FC236}">
                <a16:creationId xmlns:a16="http://schemas.microsoft.com/office/drawing/2014/main" id="{DA1B3EAF-BCCE-A77B-61E3-78CAFAE2161B}"/>
              </a:ext>
            </a:extLst>
          </p:cNvPr>
          <p:cNvSpPr>
            <a:spLocks noGrp="1"/>
          </p:cNvSpPr>
          <p:nvPr>
            <p:ph type="body" sz="quarter" idx="20" hasCustomPrompt="1"/>
          </p:nvPr>
        </p:nvSpPr>
        <p:spPr>
          <a:xfrm>
            <a:off x="6419326" y="1735424"/>
            <a:ext cx="1672305" cy="711782"/>
          </a:xfrm>
        </p:spPr>
        <p:txBody>
          <a:bodyPr anchor="b" anchorCtr="0"/>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60" name="Picture Placeholder 44">
            <a:extLst>
              <a:ext uri="{FF2B5EF4-FFF2-40B4-BE49-F238E27FC236}">
                <a16:creationId xmlns:a16="http://schemas.microsoft.com/office/drawing/2014/main" id="{E8E6E02A-4AA7-F9C0-6EA8-37EDC17872CD}"/>
              </a:ext>
            </a:extLst>
          </p:cNvPr>
          <p:cNvSpPr>
            <a:spLocks noGrp="1"/>
          </p:cNvSpPr>
          <p:nvPr>
            <p:ph type="pic" sz="quarter" idx="21"/>
          </p:nvPr>
        </p:nvSpPr>
        <p:spPr>
          <a:xfrm>
            <a:off x="6225926" y="3612122"/>
            <a:ext cx="468313" cy="468313"/>
          </a:xfrm>
        </p:spPr>
        <p:txBody>
          <a:bodyPr/>
          <a:lstStyle/>
          <a:p>
            <a:endParaRPr lang="en-US"/>
          </a:p>
        </p:txBody>
      </p:sp>
      <p:cxnSp>
        <p:nvCxnSpPr>
          <p:cNvPr id="62" name="Straight Connector 61">
            <a:extLst>
              <a:ext uri="{FF2B5EF4-FFF2-40B4-BE49-F238E27FC236}">
                <a16:creationId xmlns:a16="http://schemas.microsoft.com/office/drawing/2014/main" id="{BBE31EDC-B2D3-E325-E271-F78F772A8841}"/>
              </a:ext>
              <a:ext uri="{C183D7F6-B498-43B3-948B-1728B52AA6E4}">
                <adec:decorative xmlns:adec="http://schemas.microsoft.com/office/drawing/2017/decorative" val="1"/>
              </a:ext>
            </a:extLst>
          </p:cNvPr>
          <p:cNvCxnSpPr>
            <a:cxnSpLocks/>
          </p:cNvCxnSpPr>
          <p:nvPr userDrawn="1"/>
        </p:nvCxnSpPr>
        <p:spPr>
          <a:xfrm>
            <a:off x="8273074" y="4204800"/>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E00390E3-5664-6555-AA8D-EB206628B0E3}"/>
              </a:ext>
            </a:extLst>
          </p:cNvPr>
          <p:cNvSpPr/>
          <p:nvPr userDrawn="1"/>
        </p:nvSpPr>
        <p:spPr>
          <a:xfrm>
            <a:off x="7895617" y="3459246"/>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 Placeholder 15">
            <a:extLst>
              <a:ext uri="{FF2B5EF4-FFF2-40B4-BE49-F238E27FC236}">
                <a16:creationId xmlns:a16="http://schemas.microsoft.com/office/drawing/2014/main" id="{ABA0E8BA-BA6D-01CB-8A4B-A4661FEAD89B}"/>
              </a:ext>
            </a:extLst>
          </p:cNvPr>
          <p:cNvSpPr>
            <a:spLocks noGrp="1"/>
          </p:cNvSpPr>
          <p:nvPr>
            <p:ph type="body" sz="quarter" idx="22" hasCustomPrompt="1"/>
          </p:nvPr>
        </p:nvSpPr>
        <p:spPr>
          <a:xfrm>
            <a:off x="8242461" y="4923341"/>
            <a:ext cx="1672305" cy="310453"/>
          </a:xfrm>
        </p:spPr>
        <p:txBody>
          <a:bodyPr/>
          <a:lstStyle>
            <a:lvl1pPr algn="l">
              <a:defRPr sz="1600">
                <a:latin typeface="+mj-lt"/>
              </a:defRPr>
            </a:lvl1pPr>
          </a:lstStyle>
          <a:p>
            <a:pPr lvl="0"/>
            <a:r>
              <a:rPr lang="en-US"/>
              <a:t>Insert date</a:t>
            </a:r>
          </a:p>
        </p:txBody>
      </p:sp>
      <p:sp>
        <p:nvSpPr>
          <p:cNvPr id="65" name="Text Placeholder 15">
            <a:extLst>
              <a:ext uri="{FF2B5EF4-FFF2-40B4-BE49-F238E27FC236}">
                <a16:creationId xmlns:a16="http://schemas.microsoft.com/office/drawing/2014/main" id="{460EC204-4BF9-5056-9C06-4C2136FE8C5C}"/>
              </a:ext>
            </a:extLst>
          </p:cNvPr>
          <p:cNvSpPr>
            <a:spLocks noGrp="1"/>
          </p:cNvSpPr>
          <p:nvPr>
            <p:ph type="body" sz="quarter" idx="23" hasCustomPrompt="1"/>
          </p:nvPr>
        </p:nvSpPr>
        <p:spPr>
          <a:xfrm>
            <a:off x="8242461" y="5212787"/>
            <a:ext cx="1672305" cy="711782"/>
          </a:xfrm>
        </p:spPr>
        <p:txBody>
          <a:bodyPr/>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66" name="Picture Placeholder 44">
            <a:extLst>
              <a:ext uri="{FF2B5EF4-FFF2-40B4-BE49-F238E27FC236}">
                <a16:creationId xmlns:a16="http://schemas.microsoft.com/office/drawing/2014/main" id="{29D97101-F4E8-81DC-CF02-AB7E5CEDAAD6}"/>
              </a:ext>
            </a:extLst>
          </p:cNvPr>
          <p:cNvSpPr>
            <a:spLocks noGrp="1"/>
          </p:cNvSpPr>
          <p:nvPr>
            <p:ph type="pic" sz="quarter" idx="24"/>
          </p:nvPr>
        </p:nvSpPr>
        <p:spPr>
          <a:xfrm>
            <a:off x="8049061" y="3611749"/>
            <a:ext cx="468313" cy="468313"/>
          </a:xfrm>
        </p:spPr>
        <p:txBody>
          <a:bodyPr/>
          <a:lstStyle/>
          <a:p>
            <a:endParaRPr lang="en-US"/>
          </a:p>
        </p:txBody>
      </p:sp>
      <p:cxnSp>
        <p:nvCxnSpPr>
          <p:cNvPr id="67" name="Straight Connector 66">
            <a:extLst>
              <a:ext uri="{FF2B5EF4-FFF2-40B4-BE49-F238E27FC236}">
                <a16:creationId xmlns:a16="http://schemas.microsoft.com/office/drawing/2014/main" id="{948FC5BF-14F5-6D29-BD11-717BA4E39B13}"/>
              </a:ext>
              <a:ext uri="{C183D7F6-B498-43B3-948B-1728B52AA6E4}">
                <adec:decorative xmlns:adec="http://schemas.microsoft.com/office/drawing/2017/decorative" val="1"/>
              </a:ext>
            </a:extLst>
          </p:cNvPr>
          <p:cNvCxnSpPr>
            <a:cxnSpLocks/>
          </p:cNvCxnSpPr>
          <p:nvPr userDrawn="1"/>
        </p:nvCxnSpPr>
        <p:spPr>
          <a:xfrm flipV="1">
            <a:off x="10096209" y="2879918"/>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F89AC18A-7215-3055-D999-F874F67DF4F4}"/>
              </a:ext>
            </a:extLst>
          </p:cNvPr>
          <p:cNvSpPr/>
          <p:nvPr userDrawn="1"/>
        </p:nvSpPr>
        <p:spPr>
          <a:xfrm>
            <a:off x="9718752" y="3459619"/>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 Placeholder 15">
            <a:extLst>
              <a:ext uri="{FF2B5EF4-FFF2-40B4-BE49-F238E27FC236}">
                <a16:creationId xmlns:a16="http://schemas.microsoft.com/office/drawing/2014/main" id="{00976EC1-C700-BA91-453D-4AB1F9070E2F}"/>
              </a:ext>
            </a:extLst>
          </p:cNvPr>
          <p:cNvSpPr>
            <a:spLocks noGrp="1"/>
          </p:cNvSpPr>
          <p:nvPr>
            <p:ph type="body" sz="quarter" idx="25" hasCustomPrompt="1"/>
          </p:nvPr>
        </p:nvSpPr>
        <p:spPr>
          <a:xfrm>
            <a:off x="10065596" y="2454091"/>
            <a:ext cx="1672305" cy="310453"/>
          </a:xfrm>
        </p:spPr>
        <p:txBody>
          <a:bodyPr anchor="b" anchorCtr="0"/>
          <a:lstStyle>
            <a:lvl1pPr algn="l">
              <a:defRPr sz="1600">
                <a:latin typeface="+mj-lt"/>
              </a:defRPr>
            </a:lvl1pPr>
          </a:lstStyle>
          <a:p>
            <a:pPr lvl="0"/>
            <a:r>
              <a:rPr lang="en-US"/>
              <a:t>Insert date</a:t>
            </a:r>
          </a:p>
        </p:txBody>
      </p:sp>
      <p:sp>
        <p:nvSpPr>
          <p:cNvPr id="70" name="Text Placeholder 15">
            <a:extLst>
              <a:ext uri="{FF2B5EF4-FFF2-40B4-BE49-F238E27FC236}">
                <a16:creationId xmlns:a16="http://schemas.microsoft.com/office/drawing/2014/main" id="{7163D272-64A3-7A7B-2AEE-1D48B85179EA}"/>
              </a:ext>
            </a:extLst>
          </p:cNvPr>
          <p:cNvSpPr>
            <a:spLocks noGrp="1"/>
          </p:cNvSpPr>
          <p:nvPr>
            <p:ph type="body" sz="quarter" idx="26" hasCustomPrompt="1"/>
          </p:nvPr>
        </p:nvSpPr>
        <p:spPr>
          <a:xfrm>
            <a:off x="10065596" y="1735424"/>
            <a:ext cx="1672305" cy="711782"/>
          </a:xfrm>
        </p:spPr>
        <p:txBody>
          <a:bodyPr anchor="b" anchorCtr="0"/>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71" name="Picture Placeholder 44">
            <a:extLst>
              <a:ext uri="{FF2B5EF4-FFF2-40B4-BE49-F238E27FC236}">
                <a16:creationId xmlns:a16="http://schemas.microsoft.com/office/drawing/2014/main" id="{6FB8D6C4-7EEE-732E-D3B4-41AB8239FA42}"/>
              </a:ext>
            </a:extLst>
          </p:cNvPr>
          <p:cNvSpPr>
            <a:spLocks noGrp="1"/>
          </p:cNvSpPr>
          <p:nvPr>
            <p:ph type="pic" sz="quarter" idx="27"/>
          </p:nvPr>
        </p:nvSpPr>
        <p:spPr>
          <a:xfrm>
            <a:off x="9872196" y="3612122"/>
            <a:ext cx="468313" cy="468313"/>
          </a:xfrm>
        </p:spPr>
        <p:txBody>
          <a:bodyPr/>
          <a:lstStyle/>
          <a:p>
            <a:endParaRPr lang="en-US"/>
          </a:p>
        </p:txBody>
      </p:sp>
      <p:sp>
        <p:nvSpPr>
          <p:cNvPr id="4" name="TextBox 3">
            <a:extLst>
              <a:ext uri="{FF2B5EF4-FFF2-40B4-BE49-F238E27FC236}">
                <a16:creationId xmlns:a16="http://schemas.microsoft.com/office/drawing/2014/main" id="{C439F77F-C75C-E843-0E3C-9556D0D9C9B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05416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hank you 1">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D80EDE3E-619A-1B8D-EB04-B7DE1CA6935B}"/>
              </a:ext>
            </a:extLst>
          </p:cNvPr>
          <p:cNvPicPr>
            <a:picLocks noChangeAspect="1"/>
          </p:cNvPicPr>
          <p:nvPr userDrawn="1"/>
        </p:nvPicPr>
        <p:blipFill>
          <a:blip r:embed="rId2">
            <a:extLst>
              <a:ext uri="{96DAC541-7B7A-43D3-8B79-37D633B846F1}">
                <asvg:svgBlip xmlns:asvg="http://schemas.microsoft.com/office/drawing/2016/SVG/main" r:embed="rId3"/>
              </a:ext>
            </a:extLst>
          </a:blip>
          <a:srcRect b="7400"/>
          <a:stretch>
            <a:fillRect/>
          </a:stretch>
        </p:blipFill>
        <p:spPr>
          <a:xfrm rot="20167644">
            <a:off x="8430015" y="3289880"/>
            <a:ext cx="4397767" cy="4072349"/>
          </a:xfrm>
          <a:custGeom>
            <a:avLst/>
            <a:gdLst>
              <a:gd name="connsiteX0" fmla="*/ 4397767 w 4397767"/>
              <a:gd name="connsiteY0" fmla="*/ 1 h 4072349"/>
              <a:gd name="connsiteX1" fmla="*/ 4397767 w 4397767"/>
              <a:gd name="connsiteY1" fmla="*/ 946506 h 4072349"/>
              <a:gd name="connsiteX2" fmla="*/ 3014372 w 4397767"/>
              <a:gd name="connsiteY2" fmla="*/ 4072349 h 4072349"/>
              <a:gd name="connsiteX3" fmla="*/ 0 w 4397767"/>
              <a:gd name="connsiteY3" fmla="*/ 2738288 h 4072349"/>
              <a:gd name="connsiteX4" fmla="*/ 0 w 4397767"/>
              <a:gd name="connsiteY4" fmla="*/ 1323701 h 4072349"/>
              <a:gd name="connsiteX5" fmla="*/ 48320 w 4397767"/>
              <a:gd name="connsiteY5" fmla="*/ 1342232 h 4072349"/>
              <a:gd name="connsiteX6" fmla="*/ 1514632 w 4397767"/>
              <a:gd name="connsiteY6" fmla="*/ 687429 h 4072349"/>
              <a:gd name="connsiteX7" fmla="*/ 1613543 w 4397767"/>
              <a:gd name="connsiteY7" fmla="*/ 106537 h 4072349"/>
              <a:gd name="connsiteX8" fmla="*/ 1599694 w 4397767"/>
              <a:gd name="connsiteY8" fmla="*/ 0 h 407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2349">
                <a:moveTo>
                  <a:pt x="4397767" y="1"/>
                </a:moveTo>
                <a:lnTo>
                  <a:pt x="4397767" y="946506"/>
                </a:lnTo>
                <a:lnTo>
                  <a:pt x="3014372" y="4072349"/>
                </a:lnTo>
                <a:lnTo>
                  <a:pt x="0" y="2738288"/>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grpSp>
        <p:nvGrpSpPr>
          <p:cNvPr id="14" name="Group 13">
            <a:extLst>
              <a:ext uri="{FF2B5EF4-FFF2-40B4-BE49-F238E27FC236}">
                <a16:creationId xmlns:a16="http://schemas.microsoft.com/office/drawing/2014/main" id="{B7B0B38B-8063-6263-D443-28BC6DA72E84}"/>
              </a:ext>
            </a:extLst>
          </p:cNvPr>
          <p:cNvGrpSpPr/>
          <p:nvPr userDrawn="1"/>
        </p:nvGrpSpPr>
        <p:grpSpPr>
          <a:xfrm>
            <a:off x="7060557" y="3066086"/>
            <a:ext cx="5244841" cy="4770420"/>
            <a:chOff x="7060557" y="3066086"/>
            <a:chExt cx="5244841" cy="4770420"/>
          </a:xfrm>
        </p:grpSpPr>
        <p:pic>
          <p:nvPicPr>
            <p:cNvPr id="9" name="Graphic 8">
              <a:extLst>
                <a:ext uri="{FF2B5EF4-FFF2-40B4-BE49-F238E27FC236}">
                  <a16:creationId xmlns:a16="http://schemas.microsoft.com/office/drawing/2014/main" id="{A2527BBD-3A6B-A106-5C42-DD09093B0E8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02672 h 4770420"/>
                <a:gd name="connsiteX2" fmla="*/ 3241866 w 4770420"/>
                <a:gd name="connsiteY2" fmla="*/ 4770420 h 4770420"/>
                <a:gd name="connsiteX3" fmla="*/ 2816536 w 4770420"/>
                <a:gd name="connsiteY3" fmla="*/ 4770420 h 4770420"/>
                <a:gd name="connsiteX4" fmla="*/ 0 w 4770420"/>
                <a:gd name="connsiteY4" fmla="*/ 2024298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02672"/>
                  </a:lnTo>
                  <a:lnTo>
                    <a:pt x="3241866" y="4770420"/>
                  </a:lnTo>
                  <a:lnTo>
                    <a:pt x="2816536" y="4770420"/>
                  </a:lnTo>
                  <a:lnTo>
                    <a:pt x="0" y="2024298"/>
                  </a:lnTo>
                  <a:lnTo>
                    <a:pt x="0" y="0"/>
                  </a:lnTo>
                  <a:close/>
                </a:path>
              </a:pathLst>
            </a:custGeom>
          </p:spPr>
        </p:pic>
        <p:sp>
          <p:nvSpPr>
            <p:cNvPr id="5" name="Oval 4">
              <a:extLst>
                <a:ext uri="{FF2B5EF4-FFF2-40B4-BE49-F238E27FC236}">
                  <a16:creationId xmlns:a16="http://schemas.microsoft.com/office/drawing/2014/main" id="{3381C846-CF54-4DE2-9322-6D21DE9CA9A2}"/>
                </a:ext>
              </a:extLst>
            </p:cNvPr>
            <p:cNvSpPr/>
            <p:nvPr userDrawn="1"/>
          </p:nvSpPr>
          <p:spPr>
            <a:xfrm>
              <a:off x="7060557" y="3171224"/>
              <a:ext cx="2396785" cy="23967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98EB87E0-67AC-6FFF-418B-0790B9E781C8}"/>
                </a:ext>
              </a:extLst>
            </p:cNvPr>
            <p:cNvPicPr>
              <a:picLocks noChangeAspect="1"/>
            </p:cNvPicPr>
            <p:nvPr userDrawn="1"/>
          </p:nvPicPr>
          <p:blipFill>
            <a:blip r:embed="rId6">
              <a:extLst>
                <a:ext uri="{96DAC541-7B7A-43D3-8B79-37D633B846F1}">
                  <asvg:svgBlip xmlns:asvg="http://schemas.microsoft.com/office/drawing/2016/SVG/main" r:embed="rId7"/>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grpSp>
      <p:sp>
        <p:nvSpPr>
          <p:cNvPr id="13" name="Title 1">
            <a:extLst>
              <a:ext uri="{FF2B5EF4-FFF2-40B4-BE49-F238E27FC236}">
                <a16:creationId xmlns:a16="http://schemas.microsoft.com/office/drawing/2014/main" id="{2C5779D6-E1C5-56AC-50CD-EC3663FD2F66}"/>
              </a:ext>
            </a:extLst>
          </p:cNvPr>
          <p:cNvSpPr>
            <a:spLocks noGrp="1"/>
          </p:cNvSpPr>
          <p:nvPr userDrawn="1">
            <p:ph type="title" hasCustomPrompt="1"/>
          </p:nvPr>
        </p:nvSpPr>
        <p:spPr>
          <a:xfrm>
            <a:off x="603077" y="1808799"/>
            <a:ext cx="11255485" cy="784800"/>
          </a:xfrm>
        </p:spPr>
        <p:txBody>
          <a:bodyPr/>
          <a:lstStyle>
            <a:lvl1pPr algn="l">
              <a:defRPr sz="6000">
                <a:solidFill>
                  <a:schemeClr val="tx1"/>
                </a:solidFill>
                <a:latin typeface="+mj-lt"/>
              </a:defRPr>
            </a:lvl1pPr>
          </a:lstStyle>
          <a:p>
            <a:r>
              <a:rPr lang="en-US"/>
              <a:t>Thank you</a:t>
            </a:r>
          </a:p>
        </p:txBody>
      </p:sp>
      <p:sp>
        <p:nvSpPr>
          <p:cNvPr id="4" name="TextBox 3">
            <a:extLst>
              <a:ext uri="{FF2B5EF4-FFF2-40B4-BE49-F238E27FC236}">
                <a16:creationId xmlns:a16="http://schemas.microsoft.com/office/drawing/2014/main" id="{D438DC48-53D0-2924-53C6-C0832EA04791}"/>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234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hank you 2">
    <p:bg>
      <p:bgPr>
        <a:solidFill>
          <a:srgbClr val="DEF3FF"/>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E0CE5CD-C220-7458-23EF-B40E52BD9BC1}"/>
              </a:ext>
            </a:extLst>
          </p:cNvPr>
          <p:cNvGrpSpPr/>
          <p:nvPr userDrawn="1"/>
        </p:nvGrpSpPr>
        <p:grpSpPr>
          <a:xfrm>
            <a:off x="7060557" y="3066086"/>
            <a:ext cx="5767772" cy="4770420"/>
            <a:chOff x="7060557" y="3066086"/>
            <a:chExt cx="5767772" cy="4770420"/>
          </a:xfrm>
        </p:grpSpPr>
        <p:pic>
          <p:nvPicPr>
            <p:cNvPr id="12" name="Graphic 11">
              <a:extLst>
                <a:ext uri="{FF2B5EF4-FFF2-40B4-BE49-F238E27FC236}">
                  <a16:creationId xmlns:a16="http://schemas.microsoft.com/office/drawing/2014/main" id="{6F4F981C-7067-0C0D-2BA8-AE4DA63DFD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12231 h 4770420"/>
                <a:gd name="connsiteX2" fmla="*/ 3251186 w 4770420"/>
                <a:gd name="connsiteY2" fmla="*/ 4770420 h 4770420"/>
                <a:gd name="connsiteX3" fmla="*/ 2816534 w 4770420"/>
                <a:gd name="connsiteY3" fmla="*/ 4770420 h 4770420"/>
                <a:gd name="connsiteX4" fmla="*/ 0 w 4770420"/>
                <a:gd name="connsiteY4" fmla="*/ 2024301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12231"/>
                  </a:lnTo>
                  <a:lnTo>
                    <a:pt x="3251186" y="4770420"/>
                  </a:lnTo>
                  <a:lnTo>
                    <a:pt x="2816534" y="4770420"/>
                  </a:lnTo>
                  <a:lnTo>
                    <a:pt x="0" y="2024301"/>
                  </a:lnTo>
                  <a:lnTo>
                    <a:pt x="0" y="0"/>
                  </a:lnTo>
                  <a:close/>
                </a:path>
              </a:pathLst>
            </a:custGeom>
          </p:spPr>
        </p:pic>
        <p:sp>
          <p:nvSpPr>
            <p:cNvPr id="7" name="Oval 6">
              <a:extLst>
                <a:ext uri="{FF2B5EF4-FFF2-40B4-BE49-F238E27FC236}">
                  <a16:creationId xmlns:a16="http://schemas.microsoft.com/office/drawing/2014/main" id="{99C797D2-6657-3254-0038-11B9949ADCC2}"/>
                </a:ext>
              </a:extLst>
            </p:cNvPr>
            <p:cNvSpPr/>
            <p:nvPr userDrawn="1"/>
          </p:nvSpPr>
          <p:spPr>
            <a:xfrm>
              <a:off x="7060557" y="3171224"/>
              <a:ext cx="2396785" cy="239678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40CF8BE4-8B61-666B-6795-DC4E33A10632}"/>
                </a:ext>
              </a:extLst>
            </p:cNvPr>
            <p:cNvPicPr>
              <a:picLocks noChangeAspect="1"/>
            </p:cNvPicPr>
            <p:nvPr userDrawn="1"/>
          </p:nvPicPr>
          <p:blipFill>
            <a:blip r:embed="rId4">
              <a:extLst>
                <a:ext uri="{96DAC541-7B7A-43D3-8B79-37D633B846F1}">
                  <asvg:svgBlip xmlns:asvg="http://schemas.microsoft.com/office/drawing/2016/SVG/main" r:embed="rId5"/>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14" name="Graphic 13">
              <a:extLst>
                <a:ext uri="{FF2B5EF4-FFF2-40B4-BE49-F238E27FC236}">
                  <a16:creationId xmlns:a16="http://schemas.microsoft.com/office/drawing/2014/main" id="{7DDBE4DC-E196-A86C-F054-6706F20E9225}"/>
                </a:ext>
              </a:extLst>
            </p:cNvPr>
            <p:cNvPicPr>
              <a:picLocks noChangeAspect="1"/>
            </p:cNvPicPr>
            <p:nvPr userDrawn="1"/>
          </p:nvPicPr>
          <p:blipFill>
            <a:blip r:embed="rId6">
              <a:extLst>
                <a:ext uri="{96DAC541-7B7A-43D3-8B79-37D633B846F1}">
                  <asvg:svgBlip xmlns:asvg="http://schemas.microsoft.com/office/drawing/2016/SVG/main" r:embed="rId7"/>
                </a:ext>
              </a:extLst>
            </a:blip>
            <a:srcRect b="7338"/>
            <a:stretch>
              <a:fillRect/>
            </a:stretch>
          </p:blipFill>
          <p:spPr>
            <a:xfrm rot="20167644">
              <a:off x="8430562" y="3289764"/>
              <a:ext cx="4397767" cy="4075052"/>
            </a:xfrm>
            <a:custGeom>
              <a:avLst/>
              <a:gdLst>
                <a:gd name="connsiteX0" fmla="*/ 4397767 w 4397767"/>
                <a:gd name="connsiteY0" fmla="*/ 1 h 4075052"/>
                <a:gd name="connsiteX1" fmla="*/ 4397767 w 4397767"/>
                <a:gd name="connsiteY1" fmla="*/ 962995 h 4075052"/>
                <a:gd name="connsiteX2" fmla="*/ 3020474 w 4397767"/>
                <a:gd name="connsiteY2" fmla="*/ 4075052 h 4075052"/>
                <a:gd name="connsiteX3" fmla="*/ 0 w 4397767"/>
                <a:gd name="connsiteY3" fmla="*/ 2738290 h 4075052"/>
                <a:gd name="connsiteX4" fmla="*/ 0 w 4397767"/>
                <a:gd name="connsiteY4" fmla="*/ 1323701 h 4075052"/>
                <a:gd name="connsiteX5" fmla="*/ 48320 w 4397767"/>
                <a:gd name="connsiteY5" fmla="*/ 1342232 h 4075052"/>
                <a:gd name="connsiteX6" fmla="*/ 1514632 w 4397767"/>
                <a:gd name="connsiteY6" fmla="*/ 687429 h 4075052"/>
                <a:gd name="connsiteX7" fmla="*/ 1613543 w 4397767"/>
                <a:gd name="connsiteY7" fmla="*/ 106537 h 4075052"/>
                <a:gd name="connsiteX8" fmla="*/ 1599694 w 4397767"/>
                <a:gd name="connsiteY8" fmla="*/ 0 h 40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5052">
                  <a:moveTo>
                    <a:pt x="4397767" y="1"/>
                  </a:moveTo>
                  <a:lnTo>
                    <a:pt x="4397767" y="962995"/>
                  </a:lnTo>
                  <a:lnTo>
                    <a:pt x="3020474" y="4075052"/>
                  </a:lnTo>
                  <a:lnTo>
                    <a:pt x="0" y="2738290"/>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grpSp>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603077" y="1808799"/>
            <a:ext cx="11255485" cy="784800"/>
          </a:xfrm>
        </p:spPr>
        <p:txBody>
          <a:bodyPr/>
          <a:lstStyle>
            <a:lvl1pPr algn="l">
              <a:defRPr sz="6000">
                <a:solidFill>
                  <a:schemeClr val="tx1"/>
                </a:solidFill>
                <a:latin typeface="+mj-lt"/>
              </a:defRPr>
            </a:lvl1pPr>
          </a:lstStyle>
          <a:p>
            <a:r>
              <a:rPr lang="en-US"/>
              <a:t>Thank you</a:t>
            </a:r>
          </a:p>
        </p:txBody>
      </p:sp>
      <p:sp>
        <p:nvSpPr>
          <p:cNvPr id="3" name="TextBox 2">
            <a:extLst>
              <a:ext uri="{FF2B5EF4-FFF2-40B4-BE49-F238E27FC236}">
                <a16:creationId xmlns:a16="http://schemas.microsoft.com/office/drawing/2014/main" id="{C07640EA-8210-8D2F-05E7-D47F8CA28844}"/>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814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hank you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603077" y="1808799"/>
            <a:ext cx="11255485" cy="784800"/>
          </a:xfrm>
        </p:spPr>
        <p:txBody>
          <a:bodyPr/>
          <a:lstStyle>
            <a:lvl1pPr algn="l">
              <a:defRPr sz="6000">
                <a:solidFill>
                  <a:schemeClr val="bg2"/>
                </a:solidFill>
                <a:latin typeface="+mj-lt"/>
              </a:defRPr>
            </a:lvl1pPr>
          </a:lstStyle>
          <a:p>
            <a:r>
              <a:rPr lang="en-US"/>
              <a:t>Thank you</a:t>
            </a:r>
          </a:p>
        </p:txBody>
      </p:sp>
      <p:grpSp>
        <p:nvGrpSpPr>
          <p:cNvPr id="8" name="Group 7">
            <a:extLst>
              <a:ext uri="{FF2B5EF4-FFF2-40B4-BE49-F238E27FC236}">
                <a16:creationId xmlns:a16="http://schemas.microsoft.com/office/drawing/2014/main" id="{CC2C5B83-AFDD-2F03-3983-5AB3B4F8FFFE}"/>
              </a:ext>
            </a:extLst>
          </p:cNvPr>
          <p:cNvGrpSpPr/>
          <p:nvPr userDrawn="1"/>
        </p:nvGrpSpPr>
        <p:grpSpPr>
          <a:xfrm>
            <a:off x="7045350" y="3066086"/>
            <a:ext cx="5782979" cy="4770420"/>
            <a:chOff x="7045350" y="3066086"/>
            <a:chExt cx="5782979" cy="4770420"/>
          </a:xfrm>
        </p:grpSpPr>
        <p:pic>
          <p:nvPicPr>
            <p:cNvPr id="5" name="Graphic 4">
              <a:extLst>
                <a:ext uri="{FF2B5EF4-FFF2-40B4-BE49-F238E27FC236}">
                  <a16:creationId xmlns:a16="http://schemas.microsoft.com/office/drawing/2014/main" id="{9392D199-41ED-47D2-5503-35485B7B6BF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12231 h 4770420"/>
                <a:gd name="connsiteX2" fmla="*/ 3251186 w 4770420"/>
                <a:gd name="connsiteY2" fmla="*/ 4770420 h 4770420"/>
                <a:gd name="connsiteX3" fmla="*/ 2816534 w 4770420"/>
                <a:gd name="connsiteY3" fmla="*/ 4770420 h 4770420"/>
                <a:gd name="connsiteX4" fmla="*/ 0 w 4770420"/>
                <a:gd name="connsiteY4" fmla="*/ 2024301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12231"/>
                  </a:lnTo>
                  <a:lnTo>
                    <a:pt x="3251186" y="4770420"/>
                  </a:lnTo>
                  <a:lnTo>
                    <a:pt x="2816534" y="4770420"/>
                  </a:lnTo>
                  <a:lnTo>
                    <a:pt x="0" y="2024301"/>
                  </a:lnTo>
                  <a:lnTo>
                    <a:pt x="0" y="0"/>
                  </a:lnTo>
                  <a:close/>
                </a:path>
              </a:pathLst>
            </a:custGeom>
          </p:spPr>
        </p:pic>
        <p:sp>
          <p:nvSpPr>
            <p:cNvPr id="19" name="Oval 18">
              <a:extLst>
                <a:ext uri="{FF2B5EF4-FFF2-40B4-BE49-F238E27FC236}">
                  <a16:creationId xmlns:a16="http://schemas.microsoft.com/office/drawing/2014/main" id="{C526AB1E-B756-FFC5-1D93-C877D8534F0A}"/>
                </a:ext>
              </a:extLst>
            </p:cNvPr>
            <p:cNvSpPr/>
            <p:nvPr userDrawn="1"/>
          </p:nvSpPr>
          <p:spPr>
            <a:xfrm>
              <a:off x="7060557" y="3171224"/>
              <a:ext cx="2396785" cy="23967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4AE0E722-90C4-8CA0-3AC1-90C92AF41E2A}"/>
                </a:ext>
              </a:extLst>
            </p:cNvPr>
            <p:cNvPicPr>
              <a:picLocks noChangeAspect="1"/>
            </p:cNvPicPr>
            <p:nvPr userDrawn="1"/>
          </p:nvPicPr>
          <p:blipFill>
            <a:blip r:embed="rId4">
              <a:extLst>
                <a:ext uri="{96DAC541-7B7A-43D3-8B79-37D633B846F1}">
                  <asvg:svgBlip xmlns:asvg="http://schemas.microsoft.com/office/drawing/2016/SVG/main" r:embed="rId5"/>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7" name="Graphic 6">
              <a:extLst>
                <a:ext uri="{FF2B5EF4-FFF2-40B4-BE49-F238E27FC236}">
                  <a16:creationId xmlns:a16="http://schemas.microsoft.com/office/drawing/2014/main" id="{731CA3C3-D9B7-0846-AF77-F2D925752AAA}"/>
                </a:ext>
              </a:extLst>
            </p:cNvPr>
            <p:cNvPicPr>
              <a:picLocks noChangeAspect="1"/>
            </p:cNvPicPr>
            <p:nvPr userDrawn="1"/>
          </p:nvPicPr>
          <p:blipFill>
            <a:blip r:embed="rId6">
              <a:extLst>
                <a:ext uri="{96DAC541-7B7A-43D3-8B79-37D633B846F1}">
                  <asvg:svgBlip xmlns:asvg="http://schemas.microsoft.com/office/drawing/2016/SVG/main" r:embed="rId7"/>
                </a:ext>
              </a:extLst>
            </a:blip>
            <a:srcRect b="7338"/>
            <a:stretch>
              <a:fillRect/>
            </a:stretch>
          </p:blipFill>
          <p:spPr>
            <a:xfrm rot="20167644">
              <a:off x="8430562" y="3289764"/>
              <a:ext cx="4397767" cy="4075052"/>
            </a:xfrm>
            <a:custGeom>
              <a:avLst/>
              <a:gdLst>
                <a:gd name="connsiteX0" fmla="*/ 4397767 w 4397767"/>
                <a:gd name="connsiteY0" fmla="*/ 1 h 4075052"/>
                <a:gd name="connsiteX1" fmla="*/ 4397767 w 4397767"/>
                <a:gd name="connsiteY1" fmla="*/ 962995 h 4075052"/>
                <a:gd name="connsiteX2" fmla="*/ 3020474 w 4397767"/>
                <a:gd name="connsiteY2" fmla="*/ 4075052 h 4075052"/>
                <a:gd name="connsiteX3" fmla="*/ 0 w 4397767"/>
                <a:gd name="connsiteY3" fmla="*/ 2738290 h 4075052"/>
                <a:gd name="connsiteX4" fmla="*/ 0 w 4397767"/>
                <a:gd name="connsiteY4" fmla="*/ 1323701 h 4075052"/>
                <a:gd name="connsiteX5" fmla="*/ 48320 w 4397767"/>
                <a:gd name="connsiteY5" fmla="*/ 1342232 h 4075052"/>
                <a:gd name="connsiteX6" fmla="*/ 1514632 w 4397767"/>
                <a:gd name="connsiteY6" fmla="*/ 687429 h 4075052"/>
                <a:gd name="connsiteX7" fmla="*/ 1613543 w 4397767"/>
                <a:gd name="connsiteY7" fmla="*/ 106537 h 4075052"/>
                <a:gd name="connsiteX8" fmla="*/ 1599694 w 4397767"/>
                <a:gd name="connsiteY8" fmla="*/ 0 h 40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5052">
                  <a:moveTo>
                    <a:pt x="4397767" y="1"/>
                  </a:moveTo>
                  <a:lnTo>
                    <a:pt x="4397767" y="962995"/>
                  </a:lnTo>
                  <a:lnTo>
                    <a:pt x="3020474" y="4075052"/>
                  </a:lnTo>
                  <a:lnTo>
                    <a:pt x="0" y="2738290"/>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pic>
          <p:nvPicPr>
            <p:cNvPr id="9" name="Graphic 8">
              <a:extLst>
                <a:ext uri="{FF2B5EF4-FFF2-40B4-BE49-F238E27FC236}">
                  <a16:creationId xmlns:a16="http://schemas.microsoft.com/office/drawing/2014/main" id="{CF7A95FB-D259-EACF-2C94-FB54BA137DD8}"/>
                </a:ext>
              </a:extLst>
            </p:cNvPr>
            <p:cNvPicPr>
              <a:picLocks noChangeAspect="1"/>
            </p:cNvPicPr>
            <p:nvPr userDrawn="1"/>
          </p:nvPicPr>
          <p:blipFill>
            <a:blip r:embed="rId10">
              <a:extLst>
                <a:ext uri="{96DAC541-7B7A-43D3-8B79-37D633B846F1}">
                  <asvg:svgBlip xmlns:asvg="http://schemas.microsoft.com/office/drawing/2016/SVG/main" r:embed="rId11"/>
                </a:ext>
              </a:extLst>
            </a:blip>
            <a:srcRect l="-17735" t="-22654" r="63625" b="69901"/>
            <a:stretch>
              <a:fillRect/>
            </a:stretch>
          </p:blipFill>
          <p:spPr>
            <a:xfrm rot="20167644">
              <a:off x="7045350" y="3177830"/>
              <a:ext cx="2379622" cy="2319960"/>
            </a:xfrm>
            <a:custGeom>
              <a:avLst/>
              <a:gdLst>
                <a:gd name="connsiteX0" fmla="*/ 1683687 w 2379622"/>
                <a:gd name="connsiteY0" fmla="*/ 102825 h 2319960"/>
                <a:gd name="connsiteX1" fmla="*/ 2378568 w 2379622"/>
                <a:gd name="connsiteY1" fmla="*/ 988148 h 2319960"/>
                <a:gd name="connsiteX2" fmla="*/ 2379622 w 2379622"/>
                <a:gd name="connsiteY2" fmla="*/ 996259 h 2319960"/>
                <a:gd name="connsiteX3" fmla="*/ 779928 w 2379622"/>
                <a:gd name="connsiteY3" fmla="*/ 996259 h 2319960"/>
                <a:gd name="connsiteX4" fmla="*/ 779928 w 2379622"/>
                <a:gd name="connsiteY4" fmla="*/ 2319960 h 2319960"/>
                <a:gd name="connsiteX5" fmla="*/ 713697 w 2379622"/>
                <a:gd name="connsiteY5" fmla="*/ 2294561 h 2319960"/>
                <a:gd name="connsiteX6" fmla="*/ 102825 w 2379622"/>
                <a:gd name="connsiteY6" fmla="*/ 713698 h 2319960"/>
                <a:gd name="connsiteX7" fmla="*/ 1683687 w 2379622"/>
                <a:gd name="connsiteY7" fmla="*/ 102825 h 231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9622" h="2319960">
                  <a:moveTo>
                    <a:pt x="1683687" y="102825"/>
                  </a:moveTo>
                  <a:cubicBezTo>
                    <a:pt x="2061957" y="270235"/>
                    <a:pt x="2310642" y="609488"/>
                    <a:pt x="2378568" y="988148"/>
                  </a:cubicBezTo>
                  <a:lnTo>
                    <a:pt x="2379622" y="996259"/>
                  </a:lnTo>
                  <a:lnTo>
                    <a:pt x="779928" y="996259"/>
                  </a:lnTo>
                  <a:lnTo>
                    <a:pt x="779928" y="2319960"/>
                  </a:lnTo>
                  <a:lnTo>
                    <a:pt x="713697" y="2294561"/>
                  </a:lnTo>
                  <a:cubicBezTo>
                    <a:pt x="108467" y="2026705"/>
                    <a:pt x="-165031" y="1318929"/>
                    <a:pt x="102825" y="713698"/>
                  </a:cubicBezTo>
                  <a:cubicBezTo>
                    <a:pt x="370680" y="108467"/>
                    <a:pt x="1078456" y="-165030"/>
                    <a:pt x="1683687" y="102825"/>
                  </a:cubicBezTo>
                  <a:close/>
                </a:path>
              </a:pathLst>
            </a:custGeom>
          </p:spPr>
        </p:pic>
      </p:grpSp>
      <p:sp>
        <p:nvSpPr>
          <p:cNvPr id="3" name="TextBox 2">
            <a:extLst>
              <a:ext uri="{FF2B5EF4-FFF2-40B4-BE49-F238E27FC236}">
                <a16:creationId xmlns:a16="http://schemas.microsoft.com/office/drawing/2014/main" id="{A50084F7-4C84-B42B-548E-FA3F16E4F5A2}"/>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07307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Thank you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603077" y="1808799"/>
            <a:ext cx="11255485" cy="784800"/>
          </a:xfrm>
        </p:spPr>
        <p:txBody>
          <a:bodyPr/>
          <a:lstStyle>
            <a:lvl1pPr algn="l">
              <a:defRPr sz="6000">
                <a:solidFill>
                  <a:schemeClr val="bg2"/>
                </a:solidFill>
                <a:latin typeface="+mj-lt"/>
              </a:defRPr>
            </a:lvl1pPr>
          </a:lstStyle>
          <a:p>
            <a:r>
              <a:rPr lang="en-US"/>
              <a:t>Thank you</a:t>
            </a:r>
          </a:p>
        </p:txBody>
      </p:sp>
      <p:grpSp>
        <p:nvGrpSpPr>
          <p:cNvPr id="8" name="Group 7">
            <a:extLst>
              <a:ext uri="{FF2B5EF4-FFF2-40B4-BE49-F238E27FC236}">
                <a16:creationId xmlns:a16="http://schemas.microsoft.com/office/drawing/2014/main" id="{AFE069A0-78E9-5D55-BC44-F07492E84160}"/>
              </a:ext>
            </a:extLst>
          </p:cNvPr>
          <p:cNvGrpSpPr/>
          <p:nvPr userDrawn="1"/>
        </p:nvGrpSpPr>
        <p:grpSpPr>
          <a:xfrm>
            <a:off x="7045350" y="3066086"/>
            <a:ext cx="5782979" cy="4770420"/>
            <a:chOff x="7045350" y="3066086"/>
            <a:chExt cx="5782979" cy="4770420"/>
          </a:xfrm>
        </p:grpSpPr>
        <p:pic>
          <p:nvPicPr>
            <p:cNvPr id="5" name="Graphic 4">
              <a:extLst>
                <a:ext uri="{FF2B5EF4-FFF2-40B4-BE49-F238E27FC236}">
                  <a16:creationId xmlns:a16="http://schemas.microsoft.com/office/drawing/2014/main" id="{A60869C0-0842-920F-9D2F-18AB65A5A11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12231 h 4770420"/>
                <a:gd name="connsiteX2" fmla="*/ 3251186 w 4770420"/>
                <a:gd name="connsiteY2" fmla="*/ 4770420 h 4770420"/>
                <a:gd name="connsiteX3" fmla="*/ 2816534 w 4770420"/>
                <a:gd name="connsiteY3" fmla="*/ 4770420 h 4770420"/>
                <a:gd name="connsiteX4" fmla="*/ 0 w 4770420"/>
                <a:gd name="connsiteY4" fmla="*/ 2024301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12231"/>
                  </a:lnTo>
                  <a:lnTo>
                    <a:pt x="3251186" y="4770420"/>
                  </a:lnTo>
                  <a:lnTo>
                    <a:pt x="2816534" y="4770420"/>
                  </a:lnTo>
                  <a:lnTo>
                    <a:pt x="0" y="2024301"/>
                  </a:lnTo>
                  <a:lnTo>
                    <a:pt x="0" y="0"/>
                  </a:lnTo>
                  <a:close/>
                </a:path>
              </a:pathLst>
            </a:custGeom>
          </p:spPr>
        </p:pic>
        <p:sp>
          <p:nvSpPr>
            <p:cNvPr id="19" name="Oval 18">
              <a:extLst>
                <a:ext uri="{FF2B5EF4-FFF2-40B4-BE49-F238E27FC236}">
                  <a16:creationId xmlns:a16="http://schemas.microsoft.com/office/drawing/2014/main" id="{C526AB1E-B756-FFC5-1D93-C877D8534F0A}"/>
                </a:ext>
              </a:extLst>
            </p:cNvPr>
            <p:cNvSpPr/>
            <p:nvPr userDrawn="1"/>
          </p:nvSpPr>
          <p:spPr>
            <a:xfrm>
              <a:off x="7060557" y="3171224"/>
              <a:ext cx="2396785" cy="2396785"/>
            </a:xfrm>
            <a:prstGeom prst="ellipse">
              <a:avLst/>
            </a:pr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4AE0E722-90C4-8CA0-3AC1-90C92AF41E2A}"/>
                </a:ext>
              </a:extLst>
            </p:cNvPr>
            <p:cNvPicPr>
              <a:picLocks noChangeAspect="1"/>
            </p:cNvPicPr>
            <p:nvPr userDrawn="1"/>
          </p:nvPicPr>
          <p:blipFill>
            <a:blip r:embed="rId4">
              <a:extLst>
                <a:ext uri="{96DAC541-7B7A-43D3-8B79-37D633B846F1}">
                  <asvg:svgBlip xmlns:asvg="http://schemas.microsoft.com/office/drawing/2016/SVG/main" r:embed="rId5"/>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7" name="Graphic 6">
              <a:extLst>
                <a:ext uri="{FF2B5EF4-FFF2-40B4-BE49-F238E27FC236}">
                  <a16:creationId xmlns:a16="http://schemas.microsoft.com/office/drawing/2014/main" id="{590049E0-644F-EB8D-618C-B959BF50E0E9}"/>
                </a:ext>
              </a:extLst>
            </p:cNvPr>
            <p:cNvPicPr>
              <a:picLocks noChangeAspect="1"/>
            </p:cNvPicPr>
            <p:nvPr userDrawn="1"/>
          </p:nvPicPr>
          <p:blipFill>
            <a:blip r:embed="rId6">
              <a:extLst>
                <a:ext uri="{96DAC541-7B7A-43D3-8B79-37D633B846F1}">
                  <asvg:svgBlip xmlns:asvg="http://schemas.microsoft.com/office/drawing/2016/SVG/main" r:embed="rId7"/>
                </a:ext>
              </a:extLst>
            </a:blip>
            <a:srcRect b="7338"/>
            <a:stretch>
              <a:fillRect/>
            </a:stretch>
          </p:blipFill>
          <p:spPr>
            <a:xfrm rot="20167644">
              <a:off x="8430562" y="3289764"/>
              <a:ext cx="4397767" cy="4075052"/>
            </a:xfrm>
            <a:custGeom>
              <a:avLst/>
              <a:gdLst>
                <a:gd name="connsiteX0" fmla="*/ 4397767 w 4397767"/>
                <a:gd name="connsiteY0" fmla="*/ 1 h 4075052"/>
                <a:gd name="connsiteX1" fmla="*/ 4397767 w 4397767"/>
                <a:gd name="connsiteY1" fmla="*/ 962995 h 4075052"/>
                <a:gd name="connsiteX2" fmla="*/ 3020474 w 4397767"/>
                <a:gd name="connsiteY2" fmla="*/ 4075052 h 4075052"/>
                <a:gd name="connsiteX3" fmla="*/ 0 w 4397767"/>
                <a:gd name="connsiteY3" fmla="*/ 2738290 h 4075052"/>
                <a:gd name="connsiteX4" fmla="*/ 0 w 4397767"/>
                <a:gd name="connsiteY4" fmla="*/ 1323701 h 4075052"/>
                <a:gd name="connsiteX5" fmla="*/ 48320 w 4397767"/>
                <a:gd name="connsiteY5" fmla="*/ 1342232 h 4075052"/>
                <a:gd name="connsiteX6" fmla="*/ 1514632 w 4397767"/>
                <a:gd name="connsiteY6" fmla="*/ 687429 h 4075052"/>
                <a:gd name="connsiteX7" fmla="*/ 1613543 w 4397767"/>
                <a:gd name="connsiteY7" fmla="*/ 106537 h 4075052"/>
                <a:gd name="connsiteX8" fmla="*/ 1599694 w 4397767"/>
                <a:gd name="connsiteY8" fmla="*/ 0 h 40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5052">
                  <a:moveTo>
                    <a:pt x="4397767" y="1"/>
                  </a:moveTo>
                  <a:lnTo>
                    <a:pt x="4397767" y="962995"/>
                  </a:lnTo>
                  <a:lnTo>
                    <a:pt x="3020474" y="4075052"/>
                  </a:lnTo>
                  <a:lnTo>
                    <a:pt x="0" y="2738290"/>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pic>
          <p:nvPicPr>
            <p:cNvPr id="9" name="Graphic 8">
              <a:extLst>
                <a:ext uri="{FF2B5EF4-FFF2-40B4-BE49-F238E27FC236}">
                  <a16:creationId xmlns:a16="http://schemas.microsoft.com/office/drawing/2014/main" id="{CF7A95FB-D259-EACF-2C94-FB54BA137DD8}"/>
                </a:ext>
              </a:extLst>
            </p:cNvPr>
            <p:cNvPicPr>
              <a:picLocks noChangeAspect="1"/>
            </p:cNvPicPr>
            <p:nvPr userDrawn="1"/>
          </p:nvPicPr>
          <p:blipFill>
            <a:blip r:embed="rId10">
              <a:extLst>
                <a:ext uri="{96DAC541-7B7A-43D3-8B79-37D633B846F1}">
                  <asvg:svgBlip xmlns:asvg="http://schemas.microsoft.com/office/drawing/2016/SVG/main" r:embed="rId11"/>
                </a:ext>
              </a:extLst>
            </a:blip>
            <a:srcRect l="-17735" t="-22654" r="63625" b="69901"/>
            <a:stretch>
              <a:fillRect/>
            </a:stretch>
          </p:blipFill>
          <p:spPr>
            <a:xfrm rot="20167644">
              <a:off x="7045350" y="3177830"/>
              <a:ext cx="2379622" cy="2319960"/>
            </a:xfrm>
            <a:custGeom>
              <a:avLst/>
              <a:gdLst>
                <a:gd name="connsiteX0" fmla="*/ 1683687 w 2379622"/>
                <a:gd name="connsiteY0" fmla="*/ 102825 h 2319960"/>
                <a:gd name="connsiteX1" fmla="*/ 2378568 w 2379622"/>
                <a:gd name="connsiteY1" fmla="*/ 988148 h 2319960"/>
                <a:gd name="connsiteX2" fmla="*/ 2379622 w 2379622"/>
                <a:gd name="connsiteY2" fmla="*/ 996259 h 2319960"/>
                <a:gd name="connsiteX3" fmla="*/ 779928 w 2379622"/>
                <a:gd name="connsiteY3" fmla="*/ 996259 h 2319960"/>
                <a:gd name="connsiteX4" fmla="*/ 779928 w 2379622"/>
                <a:gd name="connsiteY4" fmla="*/ 2319960 h 2319960"/>
                <a:gd name="connsiteX5" fmla="*/ 713697 w 2379622"/>
                <a:gd name="connsiteY5" fmla="*/ 2294561 h 2319960"/>
                <a:gd name="connsiteX6" fmla="*/ 102825 w 2379622"/>
                <a:gd name="connsiteY6" fmla="*/ 713698 h 2319960"/>
                <a:gd name="connsiteX7" fmla="*/ 1683687 w 2379622"/>
                <a:gd name="connsiteY7" fmla="*/ 102825 h 231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9622" h="2319960">
                  <a:moveTo>
                    <a:pt x="1683687" y="102825"/>
                  </a:moveTo>
                  <a:cubicBezTo>
                    <a:pt x="2061957" y="270235"/>
                    <a:pt x="2310642" y="609488"/>
                    <a:pt x="2378568" y="988148"/>
                  </a:cubicBezTo>
                  <a:lnTo>
                    <a:pt x="2379622" y="996259"/>
                  </a:lnTo>
                  <a:lnTo>
                    <a:pt x="779928" y="996259"/>
                  </a:lnTo>
                  <a:lnTo>
                    <a:pt x="779928" y="2319960"/>
                  </a:lnTo>
                  <a:lnTo>
                    <a:pt x="713697" y="2294561"/>
                  </a:lnTo>
                  <a:cubicBezTo>
                    <a:pt x="108467" y="2026705"/>
                    <a:pt x="-165031" y="1318929"/>
                    <a:pt x="102825" y="713698"/>
                  </a:cubicBezTo>
                  <a:cubicBezTo>
                    <a:pt x="370680" y="108467"/>
                    <a:pt x="1078456" y="-165030"/>
                    <a:pt x="1683687" y="102825"/>
                  </a:cubicBezTo>
                  <a:close/>
                </a:path>
              </a:pathLst>
            </a:custGeom>
          </p:spPr>
        </p:pic>
      </p:grpSp>
      <p:sp>
        <p:nvSpPr>
          <p:cNvPr id="3" name="TextBox 2">
            <a:extLst>
              <a:ext uri="{FF2B5EF4-FFF2-40B4-BE49-F238E27FC236}">
                <a16:creationId xmlns:a16="http://schemas.microsoft.com/office/drawing/2014/main" id="{26B998DC-6F69-1598-3B2E-B912E273275F}"/>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204720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ank you 4">
    <p:spTree>
      <p:nvGrpSpPr>
        <p:cNvPr id="1" name=""/>
        <p:cNvGrpSpPr/>
        <p:nvPr/>
      </p:nvGrpSpPr>
      <p:grpSpPr>
        <a:xfrm>
          <a:off x="0" y="0"/>
          <a:ext cx="0" cy="0"/>
          <a:chOff x="0" y="0"/>
          <a:chExt cx="0" cy="0"/>
        </a:xfrm>
      </p:grpSpPr>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05816" y="5325992"/>
            <a:ext cx="1780366" cy="425496"/>
          </a:xfrm>
          <a:prstGeom prst="rect">
            <a:avLst/>
          </a:prstGeom>
        </p:spPr>
      </p:pic>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468257" y="3036600"/>
            <a:ext cx="11255485" cy="784800"/>
          </a:xfrm>
        </p:spPr>
        <p:txBody>
          <a:bodyPr anchor="ctr" anchorCtr="0"/>
          <a:lstStyle>
            <a:lvl1pPr algn="ctr">
              <a:defRPr sz="6000">
                <a:solidFill>
                  <a:schemeClr val="tx1"/>
                </a:solidFill>
                <a:latin typeface="+mj-lt"/>
              </a:defRPr>
            </a:lvl1pPr>
          </a:lstStyle>
          <a:p>
            <a:r>
              <a:rPr lang="en-US"/>
              <a:t>Thank you</a:t>
            </a:r>
          </a:p>
        </p:txBody>
      </p:sp>
      <p:sp>
        <p:nvSpPr>
          <p:cNvPr id="5" name="TextBox 4">
            <a:extLst>
              <a:ext uri="{FF2B5EF4-FFF2-40B4-BE49-F238E27FC236}">
                <a16:creationId xmlns:a16="http://schemas.microsoft.com/office/drawing/2014/main" id="{381C2986-F90D-32F8-3061-8F2781A6BAA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15357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hank you 5">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9BE87FC-C2F2-8AE5-DFF4-5D5164A8C6ED}"/>
              </a:ext>
            </a:extLst>
          </p:cNvPr>
          <p:cNvGrpSpPr/>
          <p:nvPr userDrawn="1"/>
        </p:nvGrpSpPr>
        <p:grpSpPr>
          <a:xfrm>
            <a:off x="-1049961" y="-1632573"/>
            <a:ext cx="14366060" cy="14725853"/>
            <a:chOff x="-1049961" y="-1632573"/>
            <a:chExt cx="14366060" cy="14725853"/>
          </a:xfrm>
        </p:grpSpPr>
        <p:pic>
          <p:nvPicPr>
            <p:cNvPr id="9" name="Graphic 8">
              <a:extLst>
                <a:ext uri="{FF2B5EF4-FFF2-40B4-BE49-F238E27FC236}">
                  <a16:creationId xmlns:a16="http://schemas.microsoft.com/office/drawing/2014/main" id="{9B90AA22-C548-C6F7-3165-012B79F054E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9131839" flipH="1">
              <a:off x="-1049961" y="-1632573"/>
              <a:ext cx="13267440" cy="13267440"/>
            </a:xfrm>
            <a:custGeom>
              <a:avLst/>
              <a:gdLst>
                <a:gd name="connsiteX0" fmla="*/ 13267440 w 13267440"/>
                <a:gd name="connsiteY0" fmla="*/ 11782987 h 13267440"/>
                <a:gd name="connsiteX1" fmla="*/ 11567937 w 13267440"/>
                <a:gd name="connsiteY1" fmla="*/ 13267440 h 13267440"/>
                <a:gd name="connsiteX2" fmla="*/ 13267440 w 13267440"/>
                <a:gd name="connsiteY2" fmla="*/ 13267440 h 13267440"/>
                <a:gd name="connsiteX3" fmla="*/ 6626181 w 13267440"/>
                <a:gd name="connsiteY3" fmla="*/ 0 h 13267440"/>
                <a:gd name="connsiteX4" fmla="*/ 1 w 13267440"/>
                <a:gd name="connsiteY4" fmla="*/ 5787725 h 13267440"/>
                <a:gd name="connsiteX5" fmla="*/ 0 w 13267440"/>
                <a:gd name="connsiteY5" fmla="*/ 9104496 h 13267440"/>
                <a:gd name="connsiteX6" fmla="*/ 2868203 w 13267440"/>
                <a:gd name="connsiteY6" fmla="*/ 12388209 h 13267440"/>
                <a:gd name="connsiteX7" fmla="*/ 12060656 w 13267440"/>
                <a:gd name="connsiteY7" fmla="*/ 4358940 h 13267440"/>
                <a:gd name="connsiteX8" fmla="*/ 8253282 w 13267440"/>
                <a:gd name="connsiteY8" fmla="*/ 0 h 1326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7440" h="13267440">
                  <a:moveTo>
                    <a:pt x="13267440" y="11782987"/>
                  </a:moveTo>
                  <a:lnTo>
                    <a:pt x="11567937" y="13267440"/>
                  </a:lnTo>
                  <a:lnTo>
                    <a:pt x="13267440" y="13267440"/>
                  </a:lnTo>
                  <a:close/>
                  <a:moveTo>
                    <a:pt x="6626181" y="0"/>
                  </a:moveTo>
                  <a:lnTo>
                    <a:pt x="1" y="5787725"/>
                  </a:lnTo>
                  <a:lnTo>
                    <a:pt x="0" y="9104496"/>
                  </a:lnTo>
                  <a:lnTo>
                    <a:pt x="2868203" y="12388209"/>
                  </a:lnTo>
                  <a:lnTo>
                    <a:pt x="12060656" y="4358940"/>
                  </a:lnTo>
                  <a:lnTo>
                    <a:pt x="8253282" y="0"/>
                  </a:lnTo>
                  <a:close/>
                </a:path>
              </a:pathLst>
            </a:custGeom>
          </p:spPr>
        </p:pic>
        <p:pic>
          <p:nvPicPr>
            <p:cNvPr id="14" name="Graphic 13">
              <a:extLst>
                <a:ext uri="{FF2B5EF4-FFF2-40B4-BE49-F238E27FC236}">
                  <a16:creationId xmlns:a16="http://schemas.microsoft.com/office/drawing/2014/main" id="{6EB3B2E9-5F7B-8CF0-3AC5-E2A8045CCED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6811460" flipH="1">
              <a:off x="-179880" y="-402699"/>
              <a:ext cx="13495979" cy="13495979"/>
            </a:xfrm>
            <a:custGeom>
              <a:avLst/>
              <a:gdLst>
                <a:gd name="connsiteX0" fmla="*/ 13495979 w 13495979"/>
                <a:gd name="connsiteY0" fmla="*/ 8197616 h 13495979"/>
                <a:gd name="connsiteX1" fmla="*/ 12543512 w 13495979"/>
                <a:gd name="connsiteY1" fmla="*/ 13495979 h 13495979"/>
                <a:gd name="connsiteX2" fmla="*/ 13495979 w 13495979"/>
                <a:gd name="connsiteY2" fmla="*/ 13495979 h 13495979"/>
                <a:gd name="connsiteX3" fmla="*/ 1514049 w 13495979"/>
                <a:gd name="connsiteY3" fmla="*/ 0 h 13495979"/>
                <a:gd name="connsiteX4" fmla="*/ 0 w 13495979"/>
                <a:gd name="connsiteY4" fmla="*/ 8422321 h 13495979"/>
                <a:gd name="connsiteX5" fmla="*/ 0 w 13495979"/>
                <a:gd name="connsiteY5" fmla="*/ 11262523 h 13495979"/>
                <a:gd name="connsiteX6" fmla="*/ 6255214 w 13495979"/>
                <a:gd name="connsiteY6" fmla="*/ 12386999 h 13495979"/>
                <a:gd name="connsiteX7" fmla="*/ 8414707 w 13495979"/>
                <a:gd name="connsiteY7" fmla="*/ 374217 h 13495979"/>
                <a:gd name="connsiteX8" fmla="*/ 6333020 w 13495979"/>
                <a:gd name="connsiteY8" fmla="*/ 0 h 1349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5979" h="13495979">
                  <a:moveTo>
                    <a:pt x="13495979" y="8197616"/>
                  </a:moveTo>
                  <a:lnTo>
                    <a:pt x="12543512" y="13495979"/>
                  </a:lnTo>
                  <a:lnTo>
                    <a:pt x="13495979" y="13495979"/>
                  </a:lnTo>
                  <a:close/>
                  <a:moveTo>
                    <a:pt x="1514049" y="0"/>
                  </a:moveTo>
                  <a:lnTo>
                    <a:pt x="0" y="8422321"/>
                  </a:lnTo>
                  <a:lnTo>
                    <a:pt x="0" y="11262523"/>
                  </a:lnTo>
                  <a:lnTo>
                    <a:pt x="6255214" y="12386999"/>
                  </a:lnTo>
                  <a:lnTo>
                    <a:pt x="8414707" y="374217"/>
                  </a:lnTo>
                  <a:lnTo>
                    <a:pt x="6333020" y="0"/>
                  </a:lnTo>
                  <a:close/>
                </a:path>
              </a:pathLst>
            </a:custGeom>
          </p:spPr>
        </p:pic>
        <p:sp>
          <p:nvSpPr>
            <p:cNvPr id="12" name="Freeform 11">
              <a:extLst>
                <a:ext uri="{FF2B5EF4-FFF2-40B4-BE49-F238E27FC236}">
                  <a16:creationId xmlns:a16="http://schemas.microsoft.com/office/drawing/2014/main" id="{6ED2E779-928C-BAF0-8248-7851A0EDB723}"/>
                </a:ext>
              </a:extLst>
            </p:cNvPr>
            <p:cNvSpPr/>
            <p:nvPr/>
          </p:nvSpPr>
          <p:spPr>
            <a:xfrm rot="16811460" flipH="1">
              <a:off x="2364006" y="-2327916"/>
              <a:ext cx="8264435" cy="12310525"/>
            </a:xfrm>
            <a:custGeom>
              <a:avLst/>
              <a:gdLst>
                <a:gd name="connsiteX0" fmla="*/ 1025639 w 8264435"/>
                <a:gd name="connsiteY0" fmla="*/ 1804515 h 12310525"/>
                <a:gd name="connsiteX1" fmla="*/ 0 w 8264435"/>
                <a:gd name="connsiteY1" fmla="*/ 7509918 h 12310525"/>
                <a:gd name="connsiteX2" fmla="*/ 10890 w 8264435"/>
                <a:gd name="connsiteY2" fmla="*/ 7631553 h 12310525"/>
                <a:gd name="connsiteX3" fmla="*/ 347015 w 8264435"/>
                <a:gd name="connsiteY3" fmla="*/ 9551981 h 12310525"/>
                <a:gd name="connsiteX4" fmla="*/ 351005 w 8264435"/>
                <a:gd name="connsiteY4" fmla="*/ 9566974 h 12310525"/>
                <a:gd name="connsiteX5" fmla="*/ 629168 w 8264435"/>
                <a:gd name="connsiteY5" fmla="*/ 9879155 h 12310525"/>
                <a:gd name="connsiteX6" fmla="*/ 2420876 w 8264435"/>
                <a:gd name="connsiteY6" fmla="*/ 11515474 h 12310525"/>
                <a:gd name="connsiteX7" fmla="*/ 2662603 w 8264435"/>
                <a:gd name="connsiteY7" fmla="*/ 11691708 h 12310525"/>
                <a:gd name="connsiteX8" fmla="*/ 6104942 w 8264435"/>
                <a:gd name="connsiteY8" fmla="*/ 12310525 h 12310525"/>
                <a:gd name="connsiteX9" fmla="*/ 8264435 w 8264435"/>
                <a:gd name="connsiteY9" fmla="*/ 297743 h 12310525"/>
                <a:gd name="connsiteX10" fmla="*/ 6608159 w 8264435"/>
                <a:gd name="connsiteY10" fmla="*/ 0 h 12310525"/>
                <a:gd name="connsiteX11" fmla="*/ 6274281 w 8264435"/>
                <a:gd name="connsiteY11" fmla="*/ 558 h 12310525"/>
                <a:gd name="connsiteX12" fmla="*/ 2892937 w 8264435"/>
                <a:gd name="connsiteY12" fmla="*/ 531523 h 12310525"/>
                <a:gd name="connsiteX13" fmla="*/ 1139395 w 8264435"/>
                <a:gd name="connsiteY13" fmla="*/ 1668097 h 1231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64435" h="12310525">
                  <a:moveTo>
                    <a:pt x="1025639" y="1804515"/>
                  </a:moveTo>
                  <a:lnTo>
                    <a:pt x="0" y="7509918"/>
                  </a:lnTo>
                  <a:lnTo>
                    <a:pt x="10890" y="7631553"/>
                  </a:lnTo>
                  <a:cubicBezTo>
                    <a:pt x="86463" y="8337039"/>
                    <a:pt x="206135" y="8997090"/>
                    <a:pt x="347015" y="9551981"/>
                  </a:cubicBezTo>
                  <a:lnTo>
                    <a:pt x="351005" y="9566974"/>
                  </a:lnTo>
                  <a:lnTo>
                    <a:pt x="629168" y="9879155"/>
                  </a:lnTo>
                  <a:cubicBezTo>
                    <a:pt x="1231672" y="10528521"/>
                    <a:pt x="1863507" y="11094226"/>
                    <a:pt x="2420876" y="11515474"/>
                  </a:cubicBezTo>
                  <a:lnTo>
                    <a:pt x="2662603" y="11691708"/>
                  </a:lnTo>
                  <a:lnTo>
                    <a:pt x="6104942" y="12310525"/>
                  </a:lnTo>
                  <a:lnTo>
                    <a:pt x="8264435" y="297743"/>
                  </a:lnTo>
                  <a:lnTo>
                    <a:pt x="6608159" y="0"/>
                  </a:lnTo>
                  <a:lnTo>
                    <a:pt x="6274281" y="558"/>
                  </a:lnTo>
                  <a:cubicBezTo>
                    <a:pt x="5157851" y="17854"/>
                    <a:pt x="3934202" y="149790"/>
                    <a:pt x="2892937" y="531523"/>
                  </a:cubicBezTo>
                  <a:cubicBezTo>
                    <a:pt x="2198760" y="786011"/>
                    <a:pt x="1585643" y="1151521"/>
                    <a:pt x="1139395" y="1668097"/>
                  </a:cubicBezTo>
                  <a:close/>
                </a:path>
              </a:pathLst>
            </a:custGeom>
            <a:solidFill>
              <a:schemeClr val="tx2"/>
            </a:solidFill>
            <a:ln w="67757" cap="flat">
              <a:noFill/>
              <a:prstDash val="solid"/>
              <a:miter/>
            </a:ln>
          </p:spPr>
          <p:txBody>
            <a:bodyPr wrap="square" rtlCol="0" anchor="ctr">
              <a:noAutofit/>
            </a:bodyPr>
            <a:lstStyle/>
            <a:p>
              <a:endParaRPr lang="en-US"/>
            </a:p>
          </p:txBody>
        </p:sp>
      </p:gr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05816" y="5325992"/>
            <a:ext cx="1780366" cy="425496"/>
          </a:xfrm>
          <a:prstGeom prst="rect">
            <a:avLst/>
          </a:prstGeom>
        </p:spPr>
      </p:pic>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468257" y="3036600"/>
            <a:ext cx="11255485" cy="784800"/>
          </a:xfrm>
        </p:spPr>
        <p:txBody>
          <a:bodyPr anchor="ctr" anchorCtr="0"/>
          <a:lstStyle>
            <a:lvl1pPr algn="ctr">
              <a:defRPr sz="6000">
                <a:solidFill>
                  <a:schemeClr val="bg2"/>
                </a:solidFill>
                <a:latin typeface="+mj-lt"/>
              </a:defRPr>
            </a:lvl1pPr>
          </a:lstStyle>
          <a:p>
            <a:r>
              <a:rPr lang="en-US"/>
              <a:t>Thank you</a:t>
            </a:r>
          </a:p>
        </p:txBody>
      </p:sp>
      <p:sp>
        <p:nvSpPr>
          <p:cNvPr id="4" name="TextBox 3">
            <a:extLst>
              <a:ext uri="{FF2B5EF4-FFF2-40B4-BE49-F238E27FC236}">
                <a16:creationId xmlns:a16="http://schemas.microsoft.com/office/drawing/2014/main" id="{D77CB3D9-2B31-3DE9-D9BE-E00A8392CE5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10869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ocial">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5A9A1F3-244A-77A5-DCC7-C6BBBFFB39BE}"/>
              </a:ext>
            </a:extLst>
          </p:cNvPr>
          <p:cNvGrpSpPr/>
          <p:nvPr userDrawn="1"/>
        </p:nvGrpSpPr>
        <p:grpSpPr>
          <a:xfrm>
            <a:off x="7405726" y="-1348172"/>
            <a:ext cx="5683092" cy="7658642"/>
            <a:chOff x="7405726" y="-1348172"/>
            <a:chExt cx="5683092" cy="7658642"/>
          </a:xfrm>
        </p:grpSpPr>
        <p:sp>
          <p:nvSpPr>
            <p:cNvPr id="5" name="Freeform 4">
              <a:extLst>
                <a:ext uri="{FF2B5EF4-FFF2-40B4-BE49-F238E27FC236}">
                  <a16:creationId xmlns:a16="http://schemas.microsoft.com/office/drawing/2014/main" id="{37A66AA1-F54B-2041-D58A-DB0023E1D53D}"/>
                </a:ext>
              </a:extLst>
            </p:cNvPr>
            <p:cNvSpPr/>
            <p:nvPr/>
          </p:nvSpPr>
          <p:spPr>
            <a:xfrm rot="14499578">
              <a:off x="6543625" y="-486071"/>
              <a:ext cx="7407294" cy="5683092"/>
            </a:xfrm>
            <a:custGeom>
              <a:avLst/>
              <a:gdLst>
                <a:gd name="connsiteX0" fmla="*/ 7407294 w 7407294"/>
                <a:gd name="connsiteY0" fmla="*/ 936660 h 5683092"/>
                <a:gd name="connsiteX1" fmla="*/ 4847289 w 7407294"/>
                <a:gd name="connsiteY1" fmla="*/ 5683092 h 5683092"/>
                <a:gd name="connsiteX2" fmla="*/ 0 w 7407294"/>
                <a:gd name="connsiteY2" fmla="*/ 3068689 h 5683092"/>
                <a:gd name="connsiteX3" fmla="*/ 14567 w 7407294"/>
                <a:gd name="connsiteY3" fmla="*/ 2903956 h 5683092"/>
                <a:gd name="connsiteX4" fmla="*/ 720160 w 7407294"/>
                <a:gd name="connsiteY4" fmla="*/ 1034750 h 5683092"/>
                <a:gd name="connsiteX5" fmla="*/ 5916353 w 7407294"/>
                <a:gd name="connsiteY5" fmla="*/ 142726 h 5683092"/>
                <a:gd name="connsiteX6" fmla="*/ 7360838 w 7407294"/>
                <a:gd name="connsiteY6" fmla="*/ 876512 h 56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07294" h="5683092">
                  <a:moveTo>
                    <a:pt x="7407294" y="936660"/>
                  </a:moveTo>
                  <a:lnTo>
                    <a:pt x="4847289" y="5683092"/>
                  </a:lnTo>
                  <a:lnTo>
                    <a:pt x="0" y="3068689"/>
                  </a:lnTo>
                  <a:lnTo>
                    <a:pt x="14567" y="2903956"/>
                  </a:lnTo>
                  <a:cubicBezTo>
                    <a:pt x="101181" y="2165695"/>
                    <a:pt x="314936" y="1486676"/>
                    <a:pt x="720160" y="1034750"/>
                  </a:cubicBezTo>
                  <a:cubicBezTo>
                    <a:pt x="1984496" y="-428846"/>
                    <a:pt x="5410117" y="64193"/>
                    <a:pt x="5916353" y="142726"/>
                  </a:cubicBezTo>
                  <a:cubicBezTo>
                    <a:pt x="6306241" y="211605"/>
                    <a:pt x="6897364" y="332187"/>
                    <a:pt x="7360838" y="876512"/>
                  </a:cubicBezTo>
                  <a:close/>
                </a:path>
              </a:pathLst>
            </a:custGeom>
            <a:solidFill>
              <a:schemeClr val="tx2"/>
            </a:solidFill>
            <a:ln w="62294" cap="flat">
              <a:noFill/>
              <a:prstDash val="solid"/>
              <a:miter/>
            </a:ln>
          </p:spPr>
          <p:txBody>
            <a:bodyPr wrap="square" rtlCol="0" anchor="ctr">
              <a:noAutofit/>
            </a:bodyPr>
            <a:lstStyle/>
            <a:p>
              <a:endParaRPr lang="en-US"/>
            </a:p>
          </p:txBody>
        </p:sp>
        <p:sp>
          <p:nvSpPr>
            <p:cNvPr id="13" name="Freeform 12">
              <a:extLst>
                <a:ext uri="{FF2B5EF4-FFF2-40B4-BE49-F238E27FC236}">
                  <a16:creationId xmlns:a16="http://schemas.microsoft.com/office/drawing/2014/main" id="{7631CB8B-9FD2-BD2E-9878-D948DDCC713F}"/>
                </a:ext>
              </a:extLst>
            </p:cNvPr>
            <p:cNvSpPr/>
            <p:nvPr userDrawn="1"/>
          </p:nvSpPr>
          <p:spPr>
            <a:xfrm rot="16200000">
              <a:off x="6725907" y="831034"/>
              <a:ext cx="6310469" cy="4648403"/>
            </a:xfrm>
            <a:custGeom>
              <a:avLst/>
              <a:gdLst>
                <a:gd name="connsiteX0" fmla="*/ 6310469 w 6310469"/>
                <a:gd name="connsiteY0" fmla="*/ 222359 h 4648403"/>
                <a:gd name="connsiteX1" fmla="*/ 6310469 w 6310469"/>
                <a:gd name="connsiteY1" fmla="*/ 4648403 h 4648403"/>
                <a:gd name="connsiteX2" fmla="*/ 46517 w 6310469"/>
                <a:gd name="connsiteY2" fmla="*/ 4648402 h 4648403"/>
                <a:gd name="connsiteX3" fmla="*/ 24430 w 6310469"/>
                <a:gd name="connsiteY3" fmla="*/ 4409723 h 4648403"/>
                <a:gd name="connsiteX4" fmla="*/ 752789 w 6310469"/>
                <a:gd name="connsiteY4" fmla="*/ 1034750 h 4648403"/>
                <a:gd name="connsiteX5" fmla="*/ 5948982 w 6310469"/>
                <a:gd name="connsiteY5" fmla="*/ 142726 h 4648403"/>
                <a:gd name="connsiteX6" fmla="*/ 6179628 w 6310469"/>
                <a:gd name="connsiteY6" fmla="*/ 187661 h 464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0469" h="4648403">
                  <a:moveTo>
                    <a:pt x="6310469" y="222359"/>
                  </a:moveTo>
                  <a:lnTo>
                    <a:pt x="6310469" y="4648403"/>
                  </a:lnTo>
                  <a:lnTo>
                    <a:pt x="46517" y="4648402"/>
                  </a:lnTo>
                  <a:lnTo>
                    <a:pt x="24430" y="4409723"/>
                  </a:lnTo>
                  <a:cubicBezTo>
                    <a:pt x="-66101" y="3171987"/>
                    <a:pt x="77417" y="1787959"/>
                    <a:pt x="752789" y="1034750"/>
                  </a:cubicBezTo>
                  <a:cubicBezTo>
                    <a:pt x="2017125" y="-428846"/>
                    <a:pt x="5442746" y="64193"/>
                    <a:pt x="5948982" y="142726"/>
                  </a:cubicBezTo>
                  <a:cubicBezTo>
                    <a:pt x="6019871" y="155250"/>
                    <a:pt x="6097412" y="169483"/>
                    <a:pt x="6179628" y="187661"/>
                  </a:cubicBezTo>
                  <a:close/>
                </a:path>
              </a:pathLst>
            </a:custGeom>
            <a:solidFill>
              <a:schemeClr val="accent3"/>
            </a:solidFill>
            <a:ln w="62294" cap="flat">
              <a:noFill/>
              <a:prstDash val="solid"/>
              <a:miter/>
            </a:ln>
          </p:spPr>
          <p:txBody>
            <a:bodyPr wrap="square" rtlCol="0" anchor="ctr">
              <a:noAutofit/>
            </a:bodyPr>
            <a:lstStyle/>
            <a:p>
              <a:endParaRPr lang="en-US"/>
            </a:p>
          </p:txBody>
        </p:sp>
        <p:sp>
          <p:nvSpPr>
            <p:cNvPr id="7" name="Freeform 6">
              <a:extLst>
                <a:ext uri="{FF2B5EF4-FFF2-40B4-BE49-F238E27FC236}">
                  <a16:creationId xmlns:a16="http://schemas.microsoft.com/office/drawing/2014/main" id="{D46F3824-2998-AB2F-9144-000936B1B109}"/>
                </a:ext>
              </a:extLst>
            </p:cNvPr>
            <p:cNvSpPr/>
            <p:nvPr/>
          </p:nvSpPr>
          <p:spPr>
            <a:xfrm rot="16200000">
              <a:off x="6932908" y="624033"/>
              <a:ext cx="5896466" cy="4648402"/>
            </a:xfrm>
            <a:custGeom>
              <a:avLst/>
              <a:gdLst>
                <a:gd name="connsiteX0" fmla="*/ 5896466 w 5896466"/>
                <a:gd name="connsiteY0" fmla="*/ 222359 h 4648402"/>
                <a:gd name="connsiteX1" fmla="*/ 5896466 w 5896466"/>
                <a:gd name="connsiteY1" fmla="*/ 4648402 h 4648402"/>
                <a:gd name="connsiteX2" fmla="*/ 389079 w 5896466"/>
                <a:gd name="connsiteY2" fmla="*/ 4648402 h 4648402"/>
                <a:gd name="connsiteX3" fmla="*/ 323700 w 5896466"/>
                <a:gd name="connsiteY3" fmla="*/ 4496498 h 4648402"/>
                <a:gd name="connsiteX4" fmla="*/ 57396 w 5896466"/>
                <a:gd name="connsiteY4" fmla="*/ 2516379 h 4648402"/>
                <a:gd name="connsiteX5" fmla="*/ 2108057 w 5896466"/>
                <a:gd name="connsiteY5" fmla="*/ 246547 h 4648402"/>
                <a:gd name="connsiteX6" fmla="*/ 2373408 w 5896466"/>
                <a:gd name="connsiteY6" fmla="*/ 94498 h 4648402"/>
                <a:gd name="connsiteX7" fmla="*/ 2405030 w 5896466"/>
                <a:gd name="connsiteY7" fmla="*/ 88619 h 4648402"/>
                <a:gd name="connsiteX8" fmla="*/ 5534979 w 5896466"/>
                <a:gd name="connsiteY8" fmla="*/ 142726 h 4648402"/>
                <a:gd name="connsiteX9" fmla="*/ 5765625 w 5896466"/>
                <a:gd name="connsiteY9" fmla="*/ 187661 h 4648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96466" h="4648402">
                  <a:moveTo>
                    <a:pt x="5896466" y="222359"/>
                  </a:moveTo>
                  <a:lnTo>
                    <a:pt x="5896466" y="4648402"/>
                  </a:lnTo>
                  <a:lnTo>
                    <a:pt x="389079" y="4648402"/>
                  </a:lnTo>
                  <a:lnTo>
                    <a:pt x="323700" y="4496498"/>
                  </a:lnTo>
                  <a:cubicBezTo>
                    <a:pt x="49475" y="3805608"/>
                    <a:pt x="-84726" y="3106501"/>
                    <a:pt x="57396" y="2516379"/>
                  </a:cubicBezTo>
                  <a:cubicBezTo>
                    <a:pt x="266403" y="1572196"/>
                    <a:pt x="1183179" y="802049"/>
                    <a:pt x="2108057" y="246547"/>
                  </a:cubicBezTo>
                  <a:lnTo>
                    <a:pt x="2373408" y="94498"/>
                  </a:lnTo>
                  <a:lnTo>
                    <a:pt x="2405030" y="88619"/>
                  </a:lnTo>
                  <a:cubicBezTo>
                    <a:pt x="3761799" y="-117357"/>
                    <a:pt x="5218581" y="93643"/>
                    <a:pt x="5534979" y="142726"/>
                  </a:cubicBezTo>
                  <a:cubicBezTo>
                    <a:pt x="5605867" y="155250"/>
                    <a:pt x="5683409" y="169482"/>
                    <a:pt x="5765625" y="187661"/>
                  </a:cubicBezTo>
                  <a:close/>
                </a:path>
              </a:pathLst>
            </a:custGeom>
            <a:solidFill>
              <a:srgbClr val="ADF1FF"/>
            </a:solidFill>
            <a:ln w="62294" cap="flat">
              <a:noFill/>
              <a:prstDash val="solid"/>
              <a:miter/>
            </a:ln>
          </p:spPr>
          <p:txBody>
            <a:bodyPr wrap="square" rtlCol="0" anchor="ctr">
              <a:noAutofit/>
            </a:bodyPr>
            <a:lstStyle/>
            <a:p>
              <a:endParaRPr lang="en-US"/>
            </a:p>
          </p:txBody>
        </p:sp>
      </p:grpSp>
      <p:sp>
        <p:nvSpPr>
          <p:cNvPr id="21" name="Title 1">
            <a:extLst>
              <a:ext uri="{FF2B5EF4-FFF2-40B4-BE49-F238E27FC236}">
                <a16:creationId xmlns:a16="http://schemas.microsoft.com/office/drawing/2014/main" id="{8AC0C50C-7BC7-87EC-2E64-A944CBC31F05}"/>
              </a:ext>
            </a:extLst>
          </p:cNvPr>
          <p:cNvSpPr>
            <a:spLocks noGrp="1"/>
          </p:cNvSpPr>
          <p:nvPr>
            <p:ph type="title" hasCustomPrompt="1"/>
          </p:nvPr>
        </p:nvSpPr>
        <p:spPr>
          <a:xfrm>
            <a:off x="660023" y="2558627"/>
            <a:ext cx="11255485" cy="784800"/>
          </a:xfrm>
        </p:spPr>
        <p:txBody>
          <a:bodyPr anchor="ctr" anchorCtr="0"/>
          <a:lstStyle>
            <a:lvl1pPr algn="l">
              <a:defRPr sz="6000">
                <a:solidFill>
                  <a:schemeClr val="tx1"/>
                </a:solidFill>
                <a:latin typeface="+mj-lt"/>
              </a:defRPr>
            </a:lvl1pPr>
          </a:lstStyle>
          <a:p>
            <a:r>
              <a:rPr lang="en-US"/>
              <a:t>Let’s get social</a:t>
            </a:r>
          </a:p>
        </p:txBody>
      </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4449" y="720337"/>
            <a:ext cx="1780366" cy="425496"/>
          </a:xfrm>
          <a:prstGeom prst="rect">
            <a:avLst/>
          </a:prstGeom>
        </p:spPr>
      </p:pic>
      <p:pic>
        <p:nvPicPr>
          <p:cNvPr id="3" name="Facebook Icon" descr="Facebook icon on a blue circle shape">
            <a:extLst>
              <a:ext uri="{FF2B5EF4-FFF2-40B4-BE49-F238E27FC236}">
                <a16:creationId xmlns:a16="http://schemas.microsoft.com/office/drawing/2014/main" id="{4101BEF4-A36E-E1D0-1C42-D2673ECB86D5}"/>
              </a:ext>
            </a:extLst>
          </p:cNvPr>
          <p:cNvPicPr>
            <a:picLocks noChangeAspect="1"/>
          </p:cNvPicPr>
          <p:nvPr userDrawn="1"/>
        </p:nvPicPr>
        <p:blipFill>
          <a:blip r:embed="rId4"/>
          <a:stretch>
            <a:fillRect/>
          </a:stretch>
        </p:blipFill>
        <p:spPr>
          <a:xfrm>
            <a:off x="595742" y="3695121"/>
            <a:ext cx="683433" cy="683433"/>
          </a:xfrm>
          <a:prstGeom prst="rect">
            <a:avLst/>
          </a:prstGeom>
          <a:effectLst>
            <a:outerShdw blurRad="127000" sx="102000" sy="102000" algn="ctr" rotWithShape="0">
              <a:prstClr val="black">
                <a:alpha val="10000"/>
              </a:prstClr>
            </a:outerShdw>
          </a:effectLst>
        </p:spPr>
      </p:pic>
      <p:pic>
        <p:nvPicPr>
          <p:cNvPr id="4" name="X Icon" descr="X icon on a blue circle shape">
            <a:extLst>
              <a:ext uri="{FF2B5EF4-FFF2-40B4-BE49-F238E27FC236}">
                <a16:creationId xmlns:a16="http://schemas.microsoft.com/office/drawing/2014/main" id="{B018A2E1-C4D4-AF6A-142A-4B629CA7CCC3}"/>
              </a:ext>
            </a:extLst>
          </p:cNvPr>
          <p:cNvPicPr>
            <a:picLocks noChangeAspect="1"/>
          </p:cNvPicPr>
          <p:nvPr userDrawn="1"/>
        </p:nvPicPr>
        <p:blipFill>
          <a:blip r:embed="rId5"/>
          <a:stretch>
            <a:fillRect/>
          </a:stretch>
        </p:blipFill>
        <p:spPr>
          <a:xfrm>
            <a:off x="1580900" y="3707880"/>
            <a:ext cx="683433" cy="683433"/>
          </a:xfrm>
          <a:prstGeom prst="rect">
            <a:avLst/>
          </a:prstGeom>
          <a:effectLst>
            <a:outerShdw blurRad="127000" sx="102000" sy="102000" algn="ctr" rotWithShape="0">
              <a:prstClr val="black">
                <a:alpha val="10000"/>
              </a:prstClr>
            </a:outerShdw>
          </a:effectLst>
        </p:spPr>
      </p:pic>
      <p:pic>
        <p:nvPicPr>
          <p:cNvPr id="9" name="Instagram Icon" descr="Instagram icon on a blue circle shape">
            <a:extLst>
              <a:ext uri="{FF2B5EF4-FFF2-40B4-BE49-F238E27FC236}">
                <a16:creationId xmlns:a16="http://schemas.microsoft.com/office/drawing/2014/main" id="{6E920E2D-186B-0FD3-3CD1-03004E886E49}"/>
              </a:ext>
            </a:extLst>
          </p:cNvPr>
          <p:cNvPicPr>
            <a:picLocks noChangeAspect="1"/>
          </p:cNvPicPr>
          <p:nvPr userDrawn="1"/>
        </p:nvPicPr>
        <p:blipFill>
          <a:blip r:embed="rId6"/>
          <a:stretch>
            <a:fillRect/>
          </a:stretch>
        </p:blipFill>
        <p:spPr>
          <a:xfrm>
            <a:off x="2566058" y="3707880"/>
            <a:ext cx="683433" cy="683433"/>
          </a:xfrm>
          <a:prstGeom prst="rect">
            <a:avLst/>
          </a:prstGeom>
          <a:effectLst>
            <a:outerShdw blurRad="127000" sx="102000" sy="102000" algn="ctr" rotWithShape="0">
              <a:prstClr val="black">
                <a:alpha val="10000"/>
              </a:prstClr>
            </a:outerShdw>
          </a:effectLst>
        </p:spPr>
      </p:pic>
      <p:pic>
        <p:nvPicPr>
          <p:cNvPr id="10" name="LinkedIn Icon" descr="LinkedIn icon on a blue circle shape">
            <a:extLst>
              <a:ext uri="{FF2B5EF4-FFF2-40B4-BE49-F238E27FC236}">
                <a16:creationId xmlns:a16="http://schemas.microsoft.com/office/drawing/2014/main" id="{881A1590-2487-EAF9-8C9F-97775AC50E23}"/>
              </a:ext>
            </a:extLst>
          </p:cNvPr>
          <p:cNvPicPr>
            <a:picLocks noChangeAspect="1"/>
          </p:cNvPicPr>
          <p:nvPr userDrawn="1"/>
        </p:nvPicPr>
        <p:blipFill>
          <a:blip r:embed="rId7"/>
          <a:stretch>
            <a:fillRect/>
          </a:stretch>
        </p:blipFill>
        <p:spPr>
          <a:xfrm>
            <a:off x="3551215" y="3703066"/>
            <a:ext cx="683433" cy="683433"/>
          </a:xfrm>
          <a:prstGeom prst="rect">
            <a:avLst/>
          </a:prstGeom>
          <a:effectLst>
            <a:outerShdw blurRad="127000" sx="102000" sy="102000" algn="ctr" rotWithShape="0">
              <a:prstClr val="black">
                <a:alpha val="10000"/>
              </a:prstClr>
            </a:outerShdw>
          </a:effectLst>
        </p:spPr>
      </p:pic>
      <p:sp>
        <p:nvSpPr>
          <p:cNvPr id="6" name="TextBox 5">
            <a:extLst>
              <a:ext uri="{FF2B5EF4-FFF2-40B4-BE49-F238E27FC236}">
                <a16:creationId xmlns:a16="http://schemas.microsoft.com/office/drawing/2014/main" id="{58CD660A-6720-DCE1-1CEB-309BB2093EB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20538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Social">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A9D9188A-4C6D-A867-2313-2F15DEA63563}"/>
              </a:ext>
            </a:extLst>
          </p:cNvPr>
          <p:cNvGrpSpPr/>
          <p:nvPr userDrawn="1"/>
        </p:nvGrpSpPr>
        <p:grpSpPr>
          <a:xfrm>
            <a:off x="7587452" y="-1031651"/>
            <a:ext cx="5122415" cy="5757479"/>
            <a:chOff x="7587452" y="-1031651"/>
            <a:chExt cx="5122415" cy="5757479"/>
          </a:xfrm>
        </p:grpSpPr>
        <p:pic>
          <p:nvPicPr>
            <p:cNvPr id="14" name="Graphic 13">
              <a:extLst>
                <a:ext uri="{FF2B5EF4-FFF2-40B4-BE49-F238E27FC236}">
                  <a16:creationId xmlns:a16="http://schemas.microsoft.com/office/drawing/2014/main" id="{6A867CB2-51C4-866F-4772-D841204CD682}"/>
                </a:ext>
              </a:extLst>
            </p:cNvPr>
            <p:cNvPicPr>
              <a:picLocks noChangeAspect="1"/>
            </p:cNvPicPr>
            <p:nvPr userDrawn="1"/>
          </p:nvPicPr>
          <p:blipFill>
            <a:blip r:embed="rId2">
              <a:extLst>
                <a:ext uri="{96DAC541-7B7A-43D3-8B79-37D633B846F1}">
                  <asvg:svgBlip xmlns:asvg="http://schemas.microsoft.com/office/drawing/2016/SVG/main" r:embed="rId3"/>
                </a:ext>
              </a:extLst>
            </a:blip>
            <a:srcRect r="7573"/>
            <a:stretch>
              <a:fillRect/>
            </a:stretch>
          </p:blipFill>
          <p:spPr>
            <a:xfrm rot="18712001">
              <a:off x="7781417" y="-1225616"/>
              <a:ext cx="4734485" cy="5122415"/>
            </a:xfrm>
            <a:custGeom>
              <a:avLst/>
              <a:gdLst>
                <a:gd name="connsiteX0" fmla="*/ 1865351 w 4734485"/>
                <a:gd name="connsiteY0" fmla="*/ 0 h 5122415"/>
                <a:gd name="connsiteX1" fmla="*/ 4734485 w 4734485"/>
                <a:gd name="connsiteY1" fmla="*/ 3201446 h 5122415"/>
                <a:gd name="connsiteX2" fmla="*/ 2591025 w 4734485"/>
                <a:gd name="connsiteY2" fmla="*/ 5122415 h 5122415"/>
                <a:gd name="connsiteX3" fmla="*/ 0 w 4734485"/>
                <a:gd name="connsiteY3" fmla="*/ 5122415 h 5122415"/>
                <a:gd name="connsiteX4" fmla="*/ 0 w 4734485"/>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4485" h="5122415">
                  <a:moveTo>
                    <a:pt x="1865351" y="0"/>
                  </a:moveTo>
                  <a:lnTo>
                    <a:pt x="4734485" y="3201446"/>
                  </a:lnTo>
                  <a:lnTo>
                    <a:pt x="2591025" y="5122415"/>
                  </a:lnTo>
                  <a:lnTo>
                    <a:pt x="0" y="5122415"/>
                  </a:lnTo>
                  <a:lnTo>
                    <a:pt x="0" y="0"/>
                  </a:lnTo>
                  <a:close/>
                </a:path>
              </a:pathLst>
            </a:custGeom>
          </p:spPr>
        </p:pic>
        <p:sp>
          <p:nvSpPr>
            <p:cNvPr id="20" name="Freeform 19">
              <a:extLst>
                <a:ext uri="{FF2B5EF4-FFF2-40B4-BE49-F238E27FC236}">
                  <a16:creationId xmlns:a16="http://schemas.microsoft.com/office/drawing/2014/main" id="{B226FEC8-B44D-8862-6602-11B7FC2C8105}"/>
                </a:ext>
              </a:extLst>
            </p:cNvPr>
            <p:cNvSpPr/>
            <p:nvPr userDrawn="1"/>
          </p:nvSpPr>
          <p:spPr>
            <a:xfrm>
              <a:off x="10586058" y="2019298"/>
              <a:ext cx="1619284" cy="2706530"/>
            </a:xfrm>
            <a:custGeom>
              <a:avLst/>
              <a:gdLst>
                <a:gd name="connsiteX0" fmla="*/ 1353265 w 1619284"/>
                <a:gd name="connsiteY0" fmla="*/ 0 h 2706530"/>
                <a:gd name="connsiteX1" fmla="*/ 1491629 w 1619284"/>
                <a:gd name="connsiteY1" fmla="*/ 6987 h 2706530"/>
                <a:gd name="connsiteX2" fmla="*/ 1619284 w 1619284"/>
                <a:gd name="connsiteY2" fmla="*/ 26470 h 2706530"/>
                <a:gd name="connsiteX3" fmla="*/ 1619284 w 1619284"/>
                <a:gd name="connsiteY3" fmla="*/ 2680061 h 2706530"/>
                <a:gd name="connsiteX4" fmla="*/ 1491629 w 1619284"/>
                <a:gd name="connsiteY4" fmla="*/ 2699544 h 2706530"/>
                <a:gd name="connsiteX5" fmla="*/ 1353265 w 1619284"/>
                <a:gd name="connsiteY5" fmla="*/ 2706530 h 2706530"/>
                <a:gd name="connsiteX6" fmla="*/ 0 w 1619284"/>
                <a:gd name="connsiteY6" fmla="*/ 1353265 h 2706530"/>
                <a:gd name="connsiteX7" fmla="*/ 1353265 w 1619284"/>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284" h="2706530">
                  <a:moveTo>
                    <a:pt x="1353265" y="0"/>
                  </a:moveTo>
                  <a:cubicBezTo>
                    <a:pt x="1399977" y="0"/>
                    <a:pt x="1446136" y="2367"/>
                    <a:pt x="1491629" y="6987"/>
                  </a:cubicBezTo>
                  <a:lnTo>
                    <a:pt x="1619284" y="26470"/>
                  </a:lnTo>
                  <a:lnTo>
                    <a:pt x="1619284" y="2680061"/>
                  </a:lnTo>
                  <a:lnTo>
                    <a:pt x="1491629"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7F544535-1AF1-172A-F546-06E8FE9AD815}"/>
                </a:ext>
              </a:extLst>
            </p:cNvPr>
            <p:cNvPicPr>
              <a:picLocks noChangeAspect="1"/>
            </p:cNvPicPr>
            <p:nvPr userDrawn="1"/>
          </p:nvPicPr>
          <p:blipFill>
            <a:blip r:embed="rId4">
              <a:extLst>
                <a:ext uri="{96DAC541-7B7A-43D3-8B79-37D633B846F1}">
                  <asvg:svgBlip xmlns:asvg="http://schemas.microsoft.com/office/drawing/2016/SVG/main" r:embed="rId5"/>
                </a:ext>
              </a:extLst>
            </a:blip>
            <a:srcRect r="24950" b="4371"/>
            <a:stretch>
              <a:fillRect/>
            </a:stretch>
          </p:blipFill>
          <p:spPr>
            <a:xfrm rot="16200000">
              <a:off x="8147372" y="-489272"/>
              <a:ext cx="3568698" cy="4547242"/>
            </a:xfrm>
            <a:custGeom>
              <a:avLst/>
              <a:gdLst>
                <a:gd name="connsiteX0" fmla="*/ 3568698 w 3568698"/>
                <a:gd name="connsiteY0" fmla="*/ 0 h 4547242"/>
                <a:gd name="connsiteX1" fmla="*/ 3568698 w 3568698"/>
                <a:gd name="connsiteY1" fmla="*/ 4547242 h 4547242"/>
                <a:gd name="connsiteX2" fmla="*/ 0 w 3568698"/>
                <a:gd name="connsiteY2" fmla="*/ 4547242 h 4547242"/>
                <a:gd name="connsiteX3" fmla="*/ 0 w 3568698"/>
                <a:gd name="connsiteY3" fmla="*/ 0 h 4547242"/>
              </a:gdLst>
              <a:ahLst/>
              <a:cxnLst>
                <a:cxn ang="0">
                  <a:pos x="connsiteX0" y="connsiteY0"/>
                </a:cxn>
                <a:cxn ang="0">
                  <a:pos x="connsiteX1" y="connsiteY1"/>
                </a:cxn>
                <a:cxn ang="0">
                  <a:pos x="connsiteX2" y="connsiteY2"/>
                </a:cxn>
                <a:cxn ang="0">
                  <a:pos x="connsiteX3" y="connsiteY3"/>
                </a:cxn>
              </a:cxnLst>
              <a:rect l="l" t="t" r="r" b="b"/>
              <a:pathLst>
                <a:path w="3568698" h="4547242">
                  <a:moveTo>
                    <a:pt x="3568698" y="0"/>
                  </a:moveTo>
                  <a:lnTo>
                    <a:pt x="3568698" y="4547242"/>
                  </a:lnTo>
                  <a:lnTo>
                    <a:pt x="0" y="4547242"/>
                  </a:lnTo>
                  <a:lnTo>
                    <a:pt x="0" y="0"/>
                  </a:lnTo>
                  <a:close/>
                </a:path>
              </a:pathLst>
            </a:custGeom>
          </p:spPr>
        </p:pic>
        <p:sp>
          <p:nvSpPr>
            <p:cNvPr id="18" name="Freeform 17">
              <a:extLst>
                <a:ext uri="{FF2B5EF4-FFF2-40B4-BE49-F238E27FC236}">
                  <a16:creationId xmlns:a16="http://schemas.microsoft.com/office/drawing/2014/main" id="{4FCF768B-3F3F-2F03-851D-8C74298BAE27}"/>
                </a:ext>
              </a:extLst>
            </p:cNvPr>
            <p:cNvSpPr/>
            <p:nvPr userDrawn="1"/>
          </p:nvSpPr>
          <p:spPr>
            <a:xfrm>
              <a:off x="10586058" y="2019299"/>
              <a:ext cx="1619284" cy="1464740"/>
            </a:xfrm>
            <a:custGeom>
              <a:avLst/>
              <a:gdLst>
                <a:gd name="connsiteX0" fmla="*/ 1353265 w 1619284"/>
                <a:gd name="connsiteY0" fmla="*/ 0 h 1464740"/>
                <a:gd name="connsiteX1" fmla="*/ 1491629 w 1619284"/>
                <a:gd name="connsiteY1" fmla="*/ 6987 h 1464740"/>
                <a:gd name="connsiteX2" fmla="*/ 1619284 w 1619284"/>
                <a:gd name="connsiteY2" fmla="*/ 26470 h 1464740"/>
                <a:gd name="connsiteX3" fmla="*/ 1619284 w 1619284"/>
                <a:gd name="connsiteY3" fmla="*/ 481335 h 1464740"/>
                <a:gd name="connsiteX4" fmla="*/ 1568631 w 1619284"/>
                <a:gd name="connsiteY4" fmla="*/ 604249 h 1464740"/>
                <a:gd name="connsiteX5" fmla="*/ 686610 w 1619284"/>
                <a:gd name="connsiteY5" fmla="*/ 1309373 h 1464740"/>
                <a:gd name="connsiteX6" fmla="*/ 13971 w 1619284"/>
                <a:gd name="connsiteY6" fmla="*/ 1463649 h 1464740"/>
                <a:gd name="connsiteX7" fmla="*/ 5629 w 1619284"/>
                <a:gd name="connsiteY7" fmla="*/ 1464740 h 1464740"/>
                <a:gd name="connsiteX8" fmla="*/ 0 w 1619284"/>
                <a:gd name="connsiteY8" fmla="*/ 1353265 h 1464740"/>
                <a:gd name="connsiteX9" fmla="*/ 1353265 w 1619284"/>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9284" h="1464740">
                  <a:moveTo>
                    <a:pt x="1353265" y="0"/>
                  </a:moveTo>
                  <a:cubicBezTo>
                    <a:pt x="1399977" y="0"/>
                    <a:pt x="1446136" y="2367"/>
                    <a:pt x="1491629" y="6987"/>
                  </a:cubicBezTo>
                  <a:lnTo>
                    <a:pt x="1619284" y="26470"/>
                  </a:lnTo>
                  <a:lnTo>
                    <a:pt x="1619284" y="481335"/>
                  </a:lnTo>
                  <a:lnTo>
                    <a:pt x="1568631" y="604249"/>
                  </a:lnTo>
                  <a:cubicBezTo>
                    <a:pt x="1393124" y="960946"/>
                    <a:pt x="1109091" y="1166730"/>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itle 1">
            <a:extLst>
              <a:ext uri="{FF2B5EF4-FFF2-40B4-BE49-F238E27FC236}">
                <a16:creationId xmlns:a16="http://schemas.microsoft.com/office/drawing/2014/main" id="{8AC0C50C-7BC7-87EC-2E64-A944CBC31F05}"/>
              </a:ext>
            </a:extLst>
          </p:cNvPr>
          <p:cNvSpPr>
            <a:spLocks noGrp="1"/>
          </p:cNvSpPr>
          <p:nvPr userDrawn="1">
            <p:ph type="title" hasCustomPrompt="1"/>
          </p:nvPr>
        </p:nvSpPr>
        <p:spPr>
          <a:xfrm>
            <a:off x="660023" y="2558627"/>
            <a:ext cx="11255485" cy="784800"/>
          </a:xfrm>
        </p:spPr>
        <p:txBody>
          <a:bodyPr anchor="ctr" anchorCtr="0"/>
          <a:lstStyle>
            <a:lvl1pPr algn="l">
              <a:defRPr sz="6000">
                <a:solidFill>
                  <a:schemeClr val="tx1"/>
                </a:solidFill>
                <a:latin typeface="+mj-lt"/>
              </a:defRPr>
            </a:lvl1pPr>
          </a:lstStyle>
          <a:p>
            <a:r>
              <a:rPr lang="en-US"/>
              <a:t>Let’s get social</a:t>
            </a:r>
          </a:p>
        </p:txBody>
      </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04449" y="720337"/>
            <a:ext cx="1780366" cy="425496"/>
          </a:xfrm>
          <a:prstGeom prst="rect">
            <a:avLst/>
          </a:prstGeom>
        </p:spPr>
      </p:pic>
      <p:pic>
        <p:nvPicPr>
          <p:cNvPr id="3" name="Facebook Icon" descr="Facebook icon on a blue circle shape">
            <a:extLst>
              <a:ext uri="{FF2B5EF4-FFF2-40B4-BE49-F238E27FC236}">
                <a16:creationId xmlns:a16="http://schemas.microsoft.com/office/drawing/2014/main" id="{4101BEF4-A36E-E1D0-1C42-D2673ECB86D5}"/>
              </a:ext>
            </a:extLst>
          </p:cNvPr>
          <p:cNvPicPr>
            <a:picLocks noChangeAspect="1"/>
          </p:cNvPicPr>
          <p:nvPr userDrawn="1"/>
        </p:nvPicPr>
        <p:blipFill>
          <a:blip r:embed="rId8"/>
          <a:stretch>
            <a:fillRect/>
          </a:stretch>
        </p:blipFill>
        <p:spPr>
          <a:xfrm>
            <a:off x="595742" y="3695121"/>
            <a:ext cx="683433" cy="683433"/>
          </a:xfrm>
          <a:prstGeom prst="rect">
            <a:avLst/>
          </a:prstGeom>
          <a:effectLst>
            <a:outerShdw blurRad="127000" sx="102000" sy="102000" algn="ctr" rotWithShape="0">
              <a:prstClr val="black">
                <a:alpha val="10000"/>
              </a:prstClr>
            </a:outerShdw>
          </a:effectLst>
        </p:spPr>
      </p:pic>
      <p:pic>
        <p:nvPicPr>
          <p:cNvPr id="4" name="X Icon" descr="X icon on a blue circle shape">
            <a:extLst>
              <a:ext uri="{FF2B5EF4-FFF2-40B4-BE49-F238E27FC236}">
                <a16:creationId xmlns:a16="http://schemas.microsoft.com/office/drawing/2014/main" id="{B018A2E1-C4D4-AF6A-142A-4B629CA7CCC3}"/>
              </a:ext>
            </a:extLst>
          </p:cNvPr>
          <p:cNvPicPr>
            <a:picLocks noChangeAspect="1"/>
          </p:cNvPicPr>
          <p:nvPr userDrawn="1"/>
        </p:nvPicPr>
        <p:blipFill>
          <a:blip r:embed="rId9"/>
          <a:stretch>
            <a:fillRect/>
          </a:stretch>
        </p:blipFill>
        <p:spPr>
          <a:xfrm>
            <a:off x="1580900" y="3707880"/>
            <a:ext cx="683433" cy="683433"/>
          </a:xfrm>
          <a:prstGeom prst="rect">
            <a:avLst/>
          </a:prstGeom>
          <a:effectLst>
            <a:outerShdw blurRad="127000" sx="102000" sy="102000" algn="ctr" rotWithShape="0">
              <a:prstClr val="black">
                <a:alpha val="10000"/>
              </a:prstClr>
            </a:outerShdw>
          </a:effectLst>
        </p:spPr>
      </p:pic>
      <p:pic>
        <p:nvPicPr>
          <p:cNvPr id="9" name="Instagram Icon" descr="Instagram icon on a blue circle shape">
            <a:extLst>
              <a:ext uri="{FF2B5EF4-FFF2-40B4-BE49-F238E27FC236}">
                <a16:creationId xmlns:a16="http://schemas.microsoft.com/office/drawing/2014/main" id="{6E920E2D-186B-0FD3-3CD1-03004E886E49}"/>
              </a:ext>
            </a:extLst>
          </p:cNvPr>
          <p:cNvPicPr>
            <a:picLocks noChangeAspect="1"/>
          </p:cNvPicPr>
          <p:nvPr userDrawn="1"/>
        </p:nvPicPr>
        <p:blipFill>
          <a:blip r:embed="rId10"/>
          <a:stretch>
            <a:fillRect/>
          </a:stretch>
        </p:blipFill>
        <p:spPr>
          <a:xfrm>
            <a:off x="2566058" y="3707880"/>
            <a:ext cx="683433" cy="683433"/>
          </a:xfrm>
          <a:prstGeom prst="rect">
            <a:avLst/>
          </a:prstGeom>
          <a:effectLst>
            <a:outerShdw blurRad="127000" sx="102000" sy="102000" algn="ctr" rotWithShape="0">
              <a:prstClr val="black">
                <a:alpha val="10000"/>
              </a:prstClr>
            </a:outerShdw>
          </a:effectLst>
        </p:spPr>
      </p:pic>
      <p:pic>
        <p:nvPicPr>
          <p:cNvPr id="10" name="LinkedIn Icon" descr="LinkedIn icon on a blue circle shape">
            <a:extLst>
              <a:ext uri="{FF2B5EF4-FFF2-40B4-BE49-F238E27FC236}">
                <a16:creationId xmlns:a16="http://schemas.microsoft.com/office/drawing/2014/main" id="{881A1590-2487-EAF9-8C9F-97775AC50E23}"/>
              </a:ext>
            </a:extLst>
          </p:cNvPr>
          <p:cNvPicPr>
            <a:picLocks noChangeAspect="1"/>
          </p:cNvPicPr>
          <p:nvPr userDrawn="1"/>
        </p:nvPicPr>
        <p:blipFill>
          <a:blip r:embed="rId11"/>
          <a:stretch>
            <a:fillRect/>
          </a:stretch>
        </p:blipFill>
        <p:spPr>
          <a:xfrm>
            <a:off x="3551215" y="3703066"/>
            <a:ext cx="683433" cy="683433"/>
          </a:xfrm>
          <a:prstGeom prst="rect">
            <a:avLst/>
          </a:prstGeom>
          <a:effectLst>
            <a:outerShdw blurRad="127000" sx="102000" sy="102000" algn="ctr" rotWithShape="0">
              <a:prstClr val="black">
                <a:alpha val="10000"/>
              </a:prstClr>
            </a:outerShdw>
          </a:effectLst>
        </p:spPr>
      </p:pic>
      <p:sp>
        <p:nvSpPr>
          <p:cNvPr id="5" name="TextBox 4">
            <a:extLst>
              <a:ext uri="{FF2B5EF4-FFF2-40B4-BE49-F238E27FC236}">
                <a16:creationId xmlns:a16="http://schemas.microsoft.com/office/drawing/2014/main" id="{2F5312A7-676D-CA77-9EC9-F8CF6D6850E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7964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3_Social">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18F4183-CA90-AA11-577F-35C5DF3BA9CD}"/>
              </a:ext>
            </a:extLst>
          </p:cNvPr>
          <p:cNvGrpSpPr/>
          <p:nvPr userDrawn="1"/>
        </p:nvGrpSpPr>
        <p:grpSpPr>
          <a:xfrm>
            <a:off x="7587452" y="-1031651"/>
            <a:ext cx="5122415" cy="5757479"/>
            <a:chOff x="7587452" y="-1031651"/>
            <a:chExt cx="5122415" cy="5757479"/>
          </a:xfrm>
        </p:grpSpPr>
        <p:pic>
          <p:nvPicPr>
            <p:cNvPr id="14" name="Graphic 13">
              <a:extLst>
                <a:ext uri="{FF2B5EF4-FFF2-40B4-BE49-F238E27FC236}">
                  <a16:creationId xmlns:a16="http://schemas.microsoft.com/office/drawing/2014/main" id="{F9CF06C1-1FF8-6BC2-9E50-A0DC2ED53B0A}"/>
                </a:ext>
              </a:extLst>
            </p:cNvPr>
            <p:cNvPicPr>
              <a:picLocks noChangeAspect="1"/>
            </p:cNvPicPr>
            <p:nvPr userDrawn="1"/>
          </p:nvPicPr>
          <p:blipFill>
            <a:blip r:embed="rId2">
              <a:extLst>
                <a:ext uri="{96DAC541-7B7A-43D3-8B79-37D633B846F1}">
                  <asvg:svgBlip xmlns:asvg="http://schemas.microsoft.com/office/drawing/2016/SVG/main" r:embed="rId3"/>
                </a:ext>
              </a:extLst>
            </a:blip>
            <a:srcRect r="7573"/>
            <a:stretch>
              <a:fillRect/>
            </a:stretch>
          </p:blipFill>
          <p:spPr>
            <a:xfrm rot="18712001">
              <a:off x="7781417" y="-1225616"/>
              <a:ext cx="4734485" cy="5122415"/>
            </a:xfrm>
            <a:custGeom>
              <a:avLst/>
              <a:gdLst>
                <a:gd name="connsiteX0" fmla="*/ 1865351 w 4734485"/>
                <a:gd name="connsiteY0" fmla="*/ 0 h 5122415"/>
                <a:gd name="connsiteX1" fmla="*/ 4734485 w 4734485"/>
                <a:gd name="connsiteY1" fmla="*/ 3201446 h 5122415"/>
                <a:gd name="connsiteX2" fmla="*/ 2591025 w 4734485"/>
                <a:gd name="connsiteY2" fmla="*/ 5122415 h 5122415"/>
                <a:gd name="connsiteX3" fmla="*/ 0 w 4734485"/>
                <a:gd name="connsiteY3" fmla="*/ 5122415 h 5122415"/>
                <a:gd name="connsiteX4" fmla="*/ 0 w 4734485"/>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4485" h="5122415">
                  <a:moveTo>
                    <a:pt x="1865351" y="0"/>
                  </a:moveTo>
                  <a:lnTo>
                    <a:pt x="4734485" y="3201446"/>
                  </a:lnTo>
                  <a:lnTo>
                    <a:pt x="2591025" y="5122415"/>
                  </a:lnTo>
                  <a:lnTo>
                    <a:pt x="0" y="5122415"/>
                  </a:lnTo>
                  <a:lnTo>
                    <a:pt x="0" y="0"/>
                  </a:lnTo>
                  <a:close/>
                </a:path>
              </a:pathLst>
            </a:custGeom>
          </p:spPr>
        </p:pic>
        <p:sp>
          <p:nvSpPr>
            <p:cNvPr id="20" name="Freeform 19">
              <a:extLst>
                <a:ext uri="{FF2B5EF4-FFF2-40B4-BE49-F238E27FC236}">
                  <a16:creationId xmlns:a16="http://schemas.microsoft.com/office/drawing/2014/main" id="{ACA8331B-3205-17B2-84D4-BEBB17C63432}"/>
                </a:ext>
              </a:extLst>
            </p:cNvPr>
            <p:cNvSpPr/>
            <p:nvPr userDrawn="1"/>
          </p:nvSpPr>
          <p:spPr>
            <a:xfrm>
              <a:off x="10586058" y="2019298"/>
              <a:ext cx="1619284" cy="2706530"/>
            </a:xfrm>
            <a:custGeom>
              <a:avLst/>
              <a:gdLst>
                <a:gd name="connsiteX0" fmla="*/ 1353265 w 1619284"/>
                <a:gd name="connsiteY0" fmla="*/ 0 h 2706530"/>
                <a:gd name="connsiteX1" fmla="*/ 1491629 w 1619284"/>
                <a:gd name="connsiteY1" fmla="*/ 6987 h 2706530"/>
                <a:gd name="connsiteX2" fmla="*/ 1619284 w 1619284"/>
                <a:gd name="connsiteY2" fmla="*/ 26470 h 2706530"/>
                <a:gd name="connsiteX3" fmla="*/ 1619284 w 1619284"/>
                <a:gd name="connsiteY3" fmla="*/ 2680061 h 2706530"/>
                <a:gd name="connsiteX4" fmla="*/ 1491629 w 1619284"/>
                <a:gd name="connsiteY4" fmla="*/ 2699544 h 2706530"/>
                <a:gd name="connsiteX5" fmla="*/ 1353265 w 1619284"/>
                <a:gd name="connsiteY5" fmla="*/ 2706530 h 2706530"/>
                <a:gd name="connsiteX6" fmla="*/ 0 w 1619284"/>
                <a:gd name="connsiteY6" fmla="*/ 1353265 h 2706530"/>
                <a:gd name="connsiteX7" fmla="*/ 1353265 w 1619284"/>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284" h="2706530">
                  <a:moveTo>
                    <a:pt x="1353265" y="0"/>
                  </a:moveTo>
                  <a:cubicBezTo>
                    <a:pt x="1399977" y="0"/>
                    <a:pt x="1446136" y="2367"/>
                    <a:pt x="1491629" y="6987"/>
                  </a:cubicBezTo>
                  <a:lnTo>
                    <a:pt x="1619284" y="26470"/>
                  </a:lnTo>
                  <a:lnTo>
                    <a:pt x="1619284" y="2680061"/>
                  </a:lnTo>
                  <a:lnTo>
                    <a:pt x="1491629"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27F8074D-39BD-9457-5513-6E98FFF50212}"/>
                </a:ext>
              </a:extLst>
            </p:cNvPr>
            <p:cNvPicPr>
              <a:picLocks noChangeAspect="1"/>
            </p:cNvPicPr>
            <p:nvPr userDrawn="1"/>
          </p:nvPicPr>
          <p:blipFill>
            <a:blip r:embed="rId4">
              <a:extLst>
                <a:ext uri="{96DAC541-7B7A-43D3-8B79-37D633B846F1}">
                  <asvg:svgBlip xmlns:asvg="http://schemas.microsoft.com/office/drawing/2016/SVG/main" r:embed="rId5"/>
                </a:ext>
              </a:extLst>
            </a:blip>
            <a:srcRect r="24950" b="4371"/>
            <a:stretch>
              <a:fillRect/>
            </a:stretch>
          </p:blipFill>
          <p:spPr>
            <a:xfrm rot="16200000">
              <a:off x="8147372" y="-489272"/>
              <a:ext cx="3568698" cy="4547242"/>
            </a:xfrm>
            <a:custGeom>
              <a:avLst/>
              <a:gdLst>
                <a:gd name="connsiteX0" fmla="*/ 3568698 w 3568698"/>
                <a:gd name="connsiteY0" fmla="*/ 0 h 4547242"/>
                <a:gd name="connsiteX1" fmla="*/ 3568698 w 3568698"/>
                <a:gd name="connsiteY1" fmla="*/ 4547242 h 4547242"/>
                <a:gd name="connsiteX2" fmla="*/ 0 w 3568698"/>
                <a:gd name="connsiteY2" fmla="*/ 4547242 h 4547242"/>
                <a:gd name="connsiteX3" fmla="*/ 0 w 3568698"/>
                <a:gd name="connsiteY3" fmla="*/ 0 h 4547242"/>
              </a:gdLst>
              <a:ahLst/>
              <a:cxnLst>
                <a:cxn ang="0">
                  <a:pos x="connsiteX0" y="connsiteY0"/>
                </a:cxn>
                <a:cxn ang="0">
                  <a:pos x="connsiteX1" y="connsiteY1"/>
                </a:cxn>
                <a:cxn ang="0">
                  <a:pos x="connsiteX2" y="connsiteY2"/>
                </a:cxn>
                <a:cxn ang="0">
                  <a:pos x="connsiteX3" y="connsiteY3"/>
                </a:cxn>
              </a:cxnLst>
              <a:rect l="l" t="t" r="r" b="b"/>
              <a:pathLst>
                <a:path w="3568698" h="4547242">
                  <a:moveTo>
                    <a:pt x="3568698" y="0"/>
                  </a:moveTo>
                  <a:lnTo>
                    <a:pt x="3568698" y="4547242"/>
                  </a:lnTo>
                  <a:lnTo>
                    <a:pt x="0" y="4547242"/>
                  </a:lnTo>
                  <a:lnTo>
                    <a:pt x="0" y="0"/>
                  </a:lnTo>
                  <a:close/>
                </a:path>
              </a:pathLst>
            </a:custGeom>
          </p:spPr>
        </p:pic>
        <p:sp>
          <p:nvSpPr>
            <p:cNvPr id="18" name="Freeform 17">
              <a:extLst>
                <a:ext uri="{FF2B5EF4-FFF2-40B4-BE49-F238E27FC236}">
                  <a16:creationId xmlns:a16="http://schemas.microsoft.com/office/drawing/2014/main" id="{372CABE6-9D67-8303-FFBE-1E28412FD520}"/>
                </a:ext>
              </a:extLst>
            </p:cNvPr>
            <p:cNvSpPr/>
            <p:nvPr userDrawn="1"/>
          </p:nvSpPr>
          <p:spPr>
            <a:xfrm>
              <a:off x="10586058" y="2019299"/>
              <a:ext cx="1619284" cy="1464740"/>
            </a:xfrm>
            <a:custGeom>
              <a:avLst/>
              <a:gdLst>
                <a:gd name="connsiteX0" fmla="*/ 1353265 w 1619284"/>
                <a:gd name="connsiteY0" fmla="*/ 0 h 1464740"/>
                <a:gd name="connsiteX1" fmla="*/ 1491629 w 1619284"/>
                <a:gd name="connsiteY1" fmla="*/ 6987 h 1464740"/>
                <a:gd name="connsiteX2" fmla="*/ 1619284 w 1619284"/>
                <a:gd name="connsiteY2" fmla="*/ 26470 h 1464740"/>
                <a:gd name="connsiteX3" fmla="*/ 1619284 w 1619284"/>
                <a:gd name="connsiteY3" fmla="*/ 481335 h 1464740"/>
                <a:gd name="connsiteX4" fmla="*/ 1568631 w 1619284"/>
                <a:gd name="connsiteY4" fmla="*/ 604249 h 1464740"/>
                <a:gd name="connsiteX5" fmla="*/ 686610 w 1619284"/>
                <a:gd name="connsiteY5" fmla="*/ 1309373 h 1464740"/>
                <a:gd name="connsiteX6" fmla="*/ 13971 w 1619284"/>
                <a:gd name="connsiteY6" fmla="*/ 1463649 h 1464740"/>
                <a:gd name="connsiteX7" fmla="*/ 5629 w 1619284"/>
                <a:gd name="connsiteY7" fmla="*/ 1464740 h 1464740"/>
                <a:gd name="connsiteX8" fmla="*/ 0 w 1619284"/>
                <a:gd name="connsiteY8" fmla="*/ 1353265 h 1464740"/>
                <a:gd name="connsiteX9" fmla="*/ 1353265 w 1619284"/>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9284" h="1464740">
                  <a:moveTo>
                    <a:pt x="1353265" y="0"/>
                  </a:moveTo>
                  <a:cubicBezTo>
                    <a:pt x="1399977" y="0"/>
                    <a:pt x="1446136" y="2367"/>
                    <a:pt x="1491629" y="6987"/>
                  </a:cubicBezTo>
                  <a:lnTo>
                    <a:pt x="1619284" y="26470"/>
                  </a:lnTo>
                  <a:lnTo>
                    <a:pt x="1619284" y="481335"/>
                  </a:lnTo>
                  <a:lnTo>
                    <a:pt x="1568631" y="604249"/>
                  </a:lnTo>
                  <a:cubicBezTo>
                    <a:pt x="1393124" y="960946"/>
                    <a:pt x="1109091" y="1166730"/>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itle 1">
            <a:extLst>
              <a:ext uri="{FF2B5EF4-FFF2-40B4-BE49-F238E27FC236}">
                <a16:creationId xmlns:a16="http://schemas.microsoft.com/office/drawing/2014/main" id="{8AC0C50C-7BC7-87EC-2E64-A944CBC31F05}"/>
              </a:ext>
            </a:extLst>
          </p:cNvPr>
          <p:cNvSpPr>
            <a:spLocks noGrp="1"/>
          </p:cNvSpPr>
          <p:nvPr userDrawn="1">
            <p:ph type="title" hasCustomPrompt="1"/>
          </p:nvPr>
        </p:nvSpPr>
        <p:spPr>
          <a:xfrm>
            <a:off x="660023" y="2558627"/>
            <a:ext cx="11255485" cy="784800"/>
          </a:xfrm>
        </p:spPr>
        <p:txBody>
          <a:bodyPr anchor="ctr" anchorCtr="0"/>
          <a:lstStyle>
            <a:lvl1pPr algn="l">
              <a:defRPr sz="6000">
                <a:solidFill>
                  <a:schemeClr val="tx1"/>
                </a:solidFill>
                <a:latin typeface="+mj-lt"/>
              </a:defRPr>
            </a:lvl1pPr>
          </a:lstStyle>
          <a:p>
            <a:r>
              <a:rPr lang="en-US"/>
              <a:t>Let’s get social</a:t>
            </a:r>
          </a:p>
        </p:txBody>
      </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04449" y="720337"/>
            <a:ext cx="1780366" cy="425496"/>
          </a:xfrm>
          <a:prstGeom prst="rect">
            <a:avLst/>
          </a:prstGeom>
        </p:spPr>
      </p:pic>
      <p:pic>
        <p:nvPicPr>
          <p:cNvPr id="3" name="Facebook Icon" descr="Facebook icon on a blue circle shape">
            <a:extLst>
              <a:ext uri="{FF2B5EF4-FFF2-40B4-BE49-F238E27FC236}">
                <a16:creationId xmlns:a16="http://schemas.microsoft.com/office/drawing/2014/main" id="{4101BEF4-A36E-E1D0-1C42-D2673ECB86D5}"/>
              </a:ext>
            </a:extLst>
          </p:cNvPr>
          <p:cNvPicPr>
            <a:picLocks noChangeAspect="1"/>
          </p:cNvPicPr>
          <p:nvPr userDrawn="1"/>
        </p:nvPicPr>
        <p:blipFill>
          <a:blip r:embed="rId8"/>
          <a:stretch>
            <a:fillRect/>
          </a:stretch>
        </p:blipFill>
        <p:spPr>
          <a:xfrm>
            <a:off x="595742" y="3695121"/>
            <a:ext cx="683433" cy="683433"/>
          </a:xfrm>
          <a:prstGeom prst="rect">
            <a:avLst/>
          </a:prstGeom>
          <a:effectLst>
            <a:outerShdw blurRad="127000" sx="102000" sy="102000" algn="ctr" rotWithShape="0">
              <a:prstClr val="black">
                <a:alpha val="10000"/>
              </a:prstClr>
            </a:outerShdw>
          </a:effectLst>
        </p:spPr>
      </p:pic>
      <p:pic>
        <p:nvPicPr>
          <p:cNvPr id="4" name="X Icon" descr="X icon on a blue circle shape">
            <a:extLst>
              <a:ext uri="{FF2B5EF4-FFF2-40B4-BE49-F238E27FC236}">
                <a16:creationId xmlns:a16="http://schemas.microsoft.com/office/drawing/2014/main" id="{B018A2E1-C4D4-AF6A-142A-4B629CA7CCC3}"/>
              </a:ext>
            </a:extLst>
          </p:cNvPr>
          <p:cNvPicPr>
            <a:picLocks noChangeAspect="1"/>
          </p:cNvPicPr>
          <p:nvPr userDrawn="1"/>
        </p:nvPicPr>
        <p:blipFill>
          <a:blip r:embed="rId9"/>
          <a:stretch>
            <a:fillRect/>
          </a:stretch>
        </p:blipFill>
        <p:spPr>
          <a:xfrm>
            <a:off x="1580900" y="3707880"/>
            <a:ext cx="683433" cy="683433"/>
          </a:xfrm>
          <a:prstGeom prst="rect">
            <a:avLst/>
          </a:prstGeom>
          <a:effectLst>
            <a:outerShdw blurRad="127000" sx="102000" sy="102000" algn="ctr" rotWithShape="0">
              <a:prstClr val="black">
                <a:alpha val="10000"/>
              </a:prstClr>
            </a:outerShdw>
          </a:effectLst>
        </p:spPr>
      </p:pic>
      <p:pic>
        <p:nvPicPr>
          <p:cNvPr id="9" name="Instagram Icon" descr="Instagram icon on a blue circle shape">
            <a:extLst>
              <a:ext uri="{FF2B5EF4-FFF2-40B4-BE49-F238E27FC236}">
                <a16:creationId xmlns:a16="http://schemas.microsoft.com/office/drawing/2014/main" id="{6E920E2D-186B-0FD3-3CD1-03004E886E49}"/>
              </a:ext>
            </a:extLst>
          </p:cNvPr>
          <p:cNvPicPr>
            <a:picLocks noChangeAspect="1"/>
          </p:cNvPicPr>
          <p:nvPr userDrawn="1"/>
        </p:nvPicPr>
        <p:blipFill>
          <a:blip r:embed="rId10"/>
          <a:stretch>
            <a:fillRect/>
          </a:stretch>
        </p:blipFill>
        <p:spPr>
          <a:xfrm>
            <a:off x="2566058" y="3707880"/>
            <a:ext cx="683433" cy="683433"/>
          </a:xfrm>
          <a:prstGeom prst="rect">
            <a:avLst/>
          </a:prstGeom>
          <a:effectLst>
            <a:outerShdw blurRad="127000" sx="102000" sy="102000" algn="ctr" rotWithShape="0">
              <a:prstClr val="black">
                <a:alpha val="10000"/>
              </a:prstClr>
            </a:outerShdw>
          </a:effectLst>
        </p:spPr>
      </p:pic>
      <p:pic>
        <p:nvPicPr>
          <p:cNvPr id="10" name="LinkedIn Icon" descr="LinkedIn icon on a blue circle shape">
            <a:extLst>
              <a:ext uri="{FF2B5EF4-FFF2-40B4-BE49-F238E27FC236}">
                <a16:creationId xmlns:a16="http://schemas.microsoft.com/office/drawing/2014/main" id="{881A1590-2487-EAF9-8C9F-97775AC50E23}"/>
              </a:ext>
            </a:extLst>
          </p:cNvPr>
          <p:cNvPicPr>
            <a:picLocks noChangeAspect="1"/>
          </p:cNvPicPr>
          <p:nvPr userDrawn="1"/>
        </p:nvPicPr>
        <p:blipFill>
          <a:blip r:embed="rId11"/>
          <a:stretch>
            <a:fillRect/>
          </a:stretch>
        </p:blipFill>
        <p:spPr>
          <a:xfrm>
            <a:off x="3551215" y="3703066"/>
            <a:ext cx="683433" cy="683433"/>
          </a:xfrm>
          <a:prstGeom prst="rect">
            <a:avLst/>
          </a:prstGeom>
          <a:effectLst>
            <a:outerShdw blurRad="127000" sx="102000" sy="102000" algn="ctr" rotWithShape="0">
              <a:prstClr val="black">
                <a:alpha val="10000"/>
              </a:prstClr>
            </a:outerShdw>
          </a:effectLst>
        </p:spPr>
      </p:pic>
      <p:sp>
        <p:nvSpPr>
          <p:cNvPr id="5" name="TextBox 4">
            <a:extLst>
              <a:ext uri="{FF2B5EF4-FFF2-40B4-BE49-F238E27FC236}">
                <a16:creationId xmlns:a16="http://schemas.microsoft.com/office/drawing/2014/main" id="{EE486767-4B49-54A6-2191-3BCA6C9F1B0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981312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Coming Up">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27A27A2-7C5D-D79A-F306-EDDD7AE41D3E}"/>
              </a:ext>
            </a:extLst>
          </p:cNvPr>
          <p:cNvSpPr>
            <a:spLocks noGrp="1"/>
          </p:cNvSpPr>
          <p:nvPr>
            <p:ph type="body" sz="quarter" idx="10"/>
          </p:nvPr>
        </p:nvSpPr>
        <p:spPr>
          <a:xfrm>
            <a:off x="603077" y="593690"/>
            <a:ext cx="7618006" cy="653220"/>
          </a:xfrm>
        </p:spPr>
        <p:txBody>
          <a:bodyPr lIns="0"/>
          <a:lstStyle>
            <a:lvl1pPr>
              <a:lnSpc>
                <a:spcPct val="90000"/>
              </a:lnSpc>
              <a:defRPr sz="3600">
                <a:latin typeface="+mj-lt"/>
              </a:defRPr>
            </a:lvl1pPr>
          </a:lstStyle>
          <a:p>
            <a:pPr lvl="0"/>
            <a:r>
              <a:rPr lang="en-US"/>
              <a:t>Click to edit Master text styles</a:t>
            </a:r>
          </a:p>
        </p:txBody>
      </p:sp>
      <p:sp>
        <p:nvSpPr>
          <p:cNvPr id="2" name="Rounded Rectangle 1">
            <a:extLst>
              <a:ext uri="{FF2B5EF4-FFF2-40B4-BE49-F238E27FC236}">
                <a16:creationId xmlns:a16="http://schemas.microsoft.com/office/drawing/2014/main" id="{2C93C1A3-0E73-66B0-9236-A5396DC43C1E}"/>
              </a:ext>
            </a:extLst>
          </p:cNvPr>
          <p:cNvSpPr/>
          <p:nvPr userDrawn="1"/>
        </p:nvSpPr>
        <p:spPr>
          <a:xfrm>
            <a:off x="3413851"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4" name="Rounded Rectangle 3">
            <a:extLst>
              <a:ext uri="{FF2B5EF4-FFF2-40B4-BE49-F238E27FC236}">
                <a16:creationId xmlns:a16="http://schemas.microsoft.com/office/drawing/2014/main" id="{97762ADA-DFD4-7971-99C9-E289ED838C73}"/>
              </a:ext>
            </a:extLst>
          </p:cNvPr>
          <p:cNvSpPr/>
          <p:nvPr userDrawn="1"/>
        </p:nvSpPr>
        <p:spPr>
          <a:xfrm>
            <a:off x="603077" y="2345681"/>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5" name="Rounded Rectangle 4">
            <a:extLst>
              <a:ext uri="{FF2B5EF4-FFF2-40B4-BE49-F238E27FC236}">
                <a16:creationId xmlns:a16="http://schemas.microsoft.com/office/drawing/2014/main" id="{072495A5-27CA-2B15-C135-3044793799F1}"/>
              </a:ext>
            </a:extLst>
          </p:cNvPr>
          <p:cNvSpPr/>
          <p:nvPr userDrawn="1"/>
        </p:nvSpPr>
        <p:spPr>
          <a:xfrm>
            <a:off x="6224625"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3" name="Rounded Rectangle 12">
            <a:extLst>
              <a:ext uri="{FF2B5EF4-FFF2-40B4-BE49-F238E27FC236}">
                <a16:creationId xmlns:a16="http://schemas.microsoft.com/office/drawing/2014/main" id="{1A20C319-137B-DAD8-293B-27F6D9ACD0E0}"/>
              </a:ext>
            </a:extLst>
          </p:cNvPr>
          <p:cNvSpPr/>
          <p:nvPr userDrawn="1"/>
        </p:nvSpPr>
        <p:spPr>
          <a:xfrm>
            <a:off x="9035399"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26" name="Text Placeholder 15">
            <a:extLst>
              <a:ext uri="{FF2B5EF4-FFF2-40B4-BE49-F238E27FC236}">
                <a16:creationId xmlns:a16="http://schemas.microsoft.com/office/drawing/2014/main" id="{D8E6B930-23B0-684A-23B0-730C8A1D90CA}"/>
              </a:ext>
            </a:extLst>
          </p:cNvPr>
          <p:cNvSpPr>
            <a:spLocks noGrp="1"/>
          </p:cNvSpPr>
          <p:nvPr>
            <p:ph type="body" sz="quarter" idx="12" hasCustomPrompt="1"/>
          </p:nvPr>
        </p:nvSpPr>
        <p:spPr>
          <a:xfrm>
            <a:off x="866775" y="3756938"/>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27" name="Text Placeholder 15">
            <a:extLst>
              <a:ext uri="{FF2B5EF4-FFF2-40B4-BE49-F238E27FC236}">
                <a16:creationId xmlns:a16="http://schemas.microsoft.com/office/drawing/2014/main" id="{2BE642B1-B8B0-8A01-5A6E-17F6B79E72EC}"/>
              </a:ext>
            </a:extLst>
          </p:cNvPr>
          <p:cNvSpPr>
            <a:spLocks noGrp="1"/>
          </p:cNvSpPr>
          <p:nvPr>
            <p:ph type="body" sz="quarter" idx="13" hasCustomPrompt="1"/>
          </p:nvPr>
        </p:nvSpPr>
        <p:spPr>
          <a:xfrm>
            <a:off x="3678188" y="3756938"/>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0" name="Text Placeholder 15">
            <a:extLst>
              <a:ext uri="{FF2B5EF4-FFF2-40B4-BE49-F238E27FC236}">
                <a16:creationId xmlns:a16="http://schemas.microsoft.com/office/drawing/2014/main" id="{EB466BF1-3FE6-6D65-94D8-297E2E463D80}"/>
              </a:ext>
            </a:extLst>
          </p:cNvPr>
          <p:cNvSpPr>
            <a:spLocks noGrp="1"/>
          </p:cNvSpPr>
          <p:nvPr>
            <p:ph type="body" sz="quarter" idx="16" hasCustomPrompt="1"/>
          </p:nvPr>
        </p:nvSpPr>
        <p:spPr>
          <a:xfrm>
            <a:off x="6514028" y="3752450"/>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1" name="Text Placeholder 15">
            <a:extLst>
              <a:ext uri="{FF2B5EF4-FFF2-40B4-BE49-F238E27FC236}">
                <a16:creationId xmlns:a16="http://schemas.microsoft.com/office/drawing/2014/main" id="{D9391D5E-527A-7FD6-5DE7-5D535A6A4EDB}"/>
              </a:ext>
            </a:extLst>
          </p:cNvPr>
          <p:cNvSpPr>
            <a:spLocks noGrp="1"/>
          </p:cNvSpPr>
          <p:nvPr>
            <p:ph type="body" sz="quarter" idx="17" hasCustomPrompt="1"/>
          </p:nvPr>
        </p:nvSpPr>
        <p:spPr>
          <a:xfrm>
            <a:off x="9325441" y="3752450"/>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3" name="Text Placeholder 15">
            <a:extLst>
              <a:ext uri="{FF2B5EF4-FFF2-40B4-BE49-F238E27FC236}">
                <a16:creationId xmlns:a16="http://schemas.microsoft.com/office/drawing/2014/main" id="{9492F743-7822-0A67-5CF0-5EA3E78D0BA5}"/>
              </a:ext>
            </a:extLst>
          </p:cNvPr>
          <p:cNvSpPr>
            <a:spLocks noGrp="1"/>
          </p:cNvSpPr>
          <p:nvPr>
            <p:ph type="body" sz="quarter" idx="18" hasCustomPrompt="1"/>
          </p:nvPr>
        </p:nvSpPr>
        <p:spPr>
          <a:xfrm>
            <a:off x="866775" y="3357963"/>
            <a:ext cx="1974079" cy="336710"/>
          </a:xfrm>
        </p:spPr>
        <p:txBody>
          <a:bodyPr/>
          <a:lstStyle>
            <a:lvl1pPr algn="l">
              <a:defRPr sz="1600">
                <a:latin typeface="+mn-lt"/>
              </a:defRPr>
            </a:lvl1pPr>
          </a:lstStyle>
          <a:p>
            <a:pPr lvl="0"/>
            <a:r>
              <a:rPr lang="en-US"/>
              <a:t>Lorem ipsum</a:t>
            </a:r>
          </a:p>
        </p:txBody>
      </p:sp>
      <p:sp>
        <p:nvSpPr>
          <p:cNvPr id="34" name="Text Placeholder 15">
            <a:extLst>
              <a:ext uri="{FF2B5EF4-FFF2-40B4-BE49-F238E27FC236}">
                <a16:creationId xmlns:a16="http://schemas.microsoft.com/office/drawing/2014/main" id="{C5C7C6F2-E440-83F9-DB86-9423A497917C}"/>
              </a:ext>
            </a:extLst>
          </p:cNvPr>
          <p:cNvSpPr>
            <a:spLocks noGrp="1"/>
          </p:cNvSpPr>
          <p:nvPr>
            <p:ph type="body" sz="quarter" idx="19" hasCustomPrompt="1"/>
          </p:nvPr>
        </p:nvSpPr>
        <p:spPr>
          <a:xfrm>
            <a:off x="3678188" y="3357963"/>
            <a:ext cx="1974079" cy="336710"/>
          </a:xfrm>
        </p:spPr>
        <p:txBody>
          <a:bodyPr/>
          <a:lstStyle>
            <a:lvl1pPr algn="l">
              <a:defRPr sz="1600">
                <a:latin typeface="+mn-lt"/>
              </a:defRPr>
            </a:lvl1pPr>
          </a:lstStyle>
          <a:p>
            <a:pPr lvl="0"/>
            <a:r>
              <a:rPr lang="en-US"/>
              <a:t>Lorem ipsum</a:t>
            </a:r>
          </a:p>
        </p:txBody>
      </p:sp>
      <p:sp>
        <p:nvSpPr>
          <p:cNvPr id="35" name="Text Placeholder 15">
            <a:extLst>
              <a:ext uri="{FF2B5EF4-FFF2-40B4-BE49-F238E27FC236}">
                <a16:creationId xmlns:a16="http://schemas.microsoft.com/office/drawing/2014/main" id="{087C3CAD-4D7A-5ADD-9145-749D85CCFE84}"/>
              </a:ext>
            </a:extLst>
          </p:cNvPr>
          <p:cNvSpPr>
            <a:spLocks noGrp="1"/>
          </p:cNvSpPr>
          <p:nvPr>
            <p:ph type="body" sz="quarter" idx="20" hasCustomPrompt="1"/>
          </p:nvPr>
        </p:nvSpPr>
        <p:spPr>
          <a:xfrm>
            <a:off x="6514028" y="3353475"/>
            <a:ext cx="1974079" cy="336710"/>
          </a:xfrm>
        </p:spPr>
        <p:txBody>
          <a:bodyPr/>
          <a:lstStyle>
            <a:lvl1pPr algn="l">
              <a:defRPr sz="1600">
                <a:latin typeface="+mn-lt"/>
              </a:defRPr>
            </a:lvl1pPr>
          </a:lstStyle>
          <a:p>
            <a:pPr lvl="0"/>
            <a:r>
              <a:rPr lang="en-US"/>
              <a:t>Lorem ipsum</a:t>
            </a:r>
          </a:p>
        </p:txBody>
      </p:sp>
      <p:sp>
        <p:nvSpPr>
          <p:cNvPr id="36" name="Text Placeholder 15">
            <a:extLst>
              <a:ext uri="{FF2B5EF4-FFF2-40B4-BE49-F238E27FC236}">
                <a16:creationId xmlns:a16="http://schemas.microsoft.com/office/drawing/2014/main" id="{964CF523-6E45-6008-5B2F-F9B843011435}"/>
              </a:ext>
            </a:extLst>
          </p:cNvPr>
          <p:cNvSpPr>
            <a:spLocks noGrp="1"/>
          </p:cNvSpPr>
          <p:nvPr>
            <p:ph type="body" sz="quarter" idx="21" hasCustomPrompt="1"/>
          </p:nvPr>
        </p:nvSpPr>
        <p:spPr>
          <a:xfrm>
            <a:off x="9325441" y="3353475"/>
            <a:ext cx="1974079" cy="336710"/>
          </a:xfrm>
        </p:spPr>
        <p:txBody>
          <a:bodyPr/>
          <a:lstStyle>
            <a:lvl1pPr algn="l">
              <a:defRPr sz="1600">
                <a:latin typeface="+mn-lt"/>
              </a:defRPr>
            </a:lvl1pPr>
          </a:lstStyle>
          <a:p>
            <a:pPr lvl="0"/>
            <a:r>
              <a:rPr lang="en-US"/>
              <a:t>Lorem ipsum</a:t>
            </a:r>
          </a:p>
        </p:txBody>
      </p:sp>
      <p:sp>
        <p:nvSpPr>
          <p:cNvPr id="19" name="Text Placeholder 14">
            <a:extLst>
              <a:ext uri="{FF2B5EF4-FFF2-40B4-BE49-F238E27FC236}">
                <a16:creationId xmlns:a16="http://schemas.microsoft.com/office/drawing/2014/main" id="{BC063C91-C5DC-D095-FDF7-594993F60DB8}"/>
              </a:ext>
            </a:extLst>
          </p:cNvPr>
          <p:cNvSpPr>
            <a:spLocks noGrp="1"/>
          </p:cNvSpPr>
          <p:nvPr>
            <p:ph type="body" sz="quarter" idx="22" hasCustomPrompt="1"/>
          </p:nvPr>
        </p:nvSpPr>
        <p:spPr>
          <a:xfrm>
            <a:off x="828973" y="2218168"/>
            <a:ext cx="1258655" cy="302955"/>
          </a:xfrm>
          <a:prstGeom prst="roundRect">
            <a:avLst>
              <a:gd name="adj" fmla="val 50000"/>
            </a:avLst>
          </a:prstGeom>
          <a:solidFill>
            <a:schemeClr val="accent3"/>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20" name="Text Placeholder 14">
            <a:extLst>
              <a:ext uri="{FF2B5EF4-FFF2-40B4-BE49-F238E27FC236}">
                <a16:creationId xmlns:a16="http://schemas.microsoft.com/office/drawing/2014/main" id="{15DDBC4C-1B94-5CB0-94F7-A320CE1A4220}"/>
              </a:ext>
            </a:extLst>
          </p:cNvPr>
          <p:cNvSpPr>
            <a:spLocks noGrp="1"/>
          </p:cNvSpPr>
          <p:nvPr>
            <p:ph type="body" sz="quarter" idx="24" hasCustomPrompt="1"/>
          </p:nvPr>
        </p:nvSpPr>
        <p:spPr>
          <a:xfrm>
            <a:off x="6455930" y="2217791"/>
            <a:ext cx="1258655" cy="302955"/>
          </a:xfrm>
          <a:prstGeom prst="roundRect">
            <a:avLst>
              <a:gd name="adj" fmla="val 50000"/>
            </a:avLst>
          </a:prstGeom>
          <a:solidFill>
            <a:schemeClr val="accent6"/>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21" name="Text Placeholder 14">
            <a:extLst>
              <a:ext uri="{FF2B5EF4-FFF2-40B4-BE49-F238E27FC236}">
                <a16:creationId xmlns:a16="http://schemas.microsoft.com/office/drawing/2014/main" id="{49444F26-44A7-BD0D-268E-3B2ECBC36A5C}"/>
              </a:ext>
            </a:extLst>
          </p:cNvPr>
          <p:cNvSpPr>
            <a:spLocks noGrp="1"/>
          </p:cNvSpPr>
          <p:nvPr>
            <p:ph type="body" sz="quarter" idx="25" hasCustomPrompt="1"/>
          </p:nvPr>
        </p:nvSpPr>
        <p:spPr>
          <a:xfrm>
            <a:off x="9266704" y="2217791"/>
            <a:ext cx="1258655" cy="302955"/>
          </a:xfrm>
          <a:prstGeom prst="roundRect">
            <a:avLst>
              <a:gd name="adj" fmla="val 50000"/>
            </a:avLst>
          </a:prstGeom>
          <a:solidFill>
            <a:schemeClr val="accent1"/>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22" name="Text Placeholder 14">
            <a:extLst>
              <a:ext uri="{FF2B5EF4-FFF2-40B4-BE49-F238E27FC236}">
                <a16:creationId xmlns:a16="http://schemas.microsoft.com/office/drawing/2014/main" id="{462AC033-780D-361A-58AA-B2C6A0DC3119}"/>
              </a:ext>
            </a:extLst>
          </p:cNvPr>
          <p:cNvSpPr>
            <a:spLocks noGrp="1"/>
          </p:cNvSpPr>
          <p:nvPr>
            <p:ph type="body" sz="quarter" idx="26" hasCustomPrompt="1"/>
          </p:nvPr>
        </p:nvSpPr>
        <p:spPr>
          <a:xfrm>
            <a:off x="3613645" y="2217791"/>
            <a:ext cx="1258655" cy="302955"/>
          </a:xfrm>
          <a:prstGeom prst="roundRect">
            <a:avLst>
              <a:gd name="adj" fmla="val 50000"/>
            </a:avLst>
          </a:prstGeom>
          <a:solidFill>
            <a:schemeClr val="tx2"/>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3" name="TextBox 2">
            <a:extLst>
              <a:ext uri="{FF2B5EF4-FFF2-40B4-BE49-F238E27FC236}">
                <a16:creationId xmlns:a16="http://schemas.microsoft.com/office/drawing/2014/main" id="{C760A659-B748-5081-2AAA-FB0FB3B18F6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95219223"/>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Blank_Layou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86B683-0448-6AC4-17C5-230568B5A1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666873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Blank_Layout_Dark_BG">
    <p:bg>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86B683-0448-6AC4-17C5-230568B5A1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03317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image" Target="../media/image1.emf"/><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theme" Target="../theme/theme1.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tags" Target="../tags/tag2.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D9B108C-E775-82E2-F050-51441ED22DEA}"/>
              </a:ext>
            </a:extLst>
          </p:cNvPr>
          <p:cNvGraphicFramePr>
            <a:graphicFrameLocks noChangeAspect="1"/>
          </p:cNvGraphicFramePr>
          <p:nvPr userDrawn="1">
            <p:custDataLst>
              <p:tags r:id="rId110"/>
            </p:custDataLst>
            <p:extLst>
              <p:ext uri="{D42A27DB-BD31-4B8C-83A1-F6EECF244321}">
                <p14:modId xmlns:p14="http://schemas.microsoft.com/office/powerpoint/2010/main" val="4005459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1" imgW="347" imgH="348" progId="TCLayout.ActiveDocument.1">
                  <p:embed/>
                </p:oleObj>
              </mc:Choice>
              <mc:Fallback>
                <p:oleObj name="think-cell Slide" r:id="rId111" imgW="347" imgH="348" progId="TCLayout.ActiveDocument.1">
                  <p:embed/>
                  <p:pic>
                    <p:nvPicPr>
                      <p:cNvPr id="3" name="Object 2" hidden="1">
                        <a:extLst>
                          <a:ext uri="{FF2B5EF4-FFF2-40B4-BE49-F238E27FC236}">
                            <a16:creationId xmlns:a16="http://schemas.microsoft.com/office/drawing/2014/main" id="{7D9B108C-E775-82E2-F050-51441ED22DEA}"/>
                          </a:ext>
                        </a:extLst>
                      </p:cNvPr>
                      <p:cNvPicPr/>
                      <p:nvPr/>
                    </p:nvPicPr>
                    <p:blipFill>
                      <a:blip r:embed="rId112"/>
                      <a:stretch>
                        <a:fillRect/>
                      </a:stretch>
                    </p:blipFill>
                    <p:spPr>
                      <a:xfrm>
                        <a:off x="1588" y="1588"/>
                        <a:ext cx="1588" cy="1588"/>
                      </a:xfrm>
                      <a:prstGeom prst="rect">
                        <a:avLst/>
                      </a:prstGeom>
                    </p:spPr>
                  </p:pic>
                </p:oleObj>
              </mc:Fallback>
            </mc:AlternateContent>
          </a:graphicData>
        </a:graphic>
      </p:graphicFrame>
      <p:sp>
        <p:nvSpPr>
          <p:cNvPr id="4" name="Title Placeholder 1">
            <a:extLst>
              <a:ext uri="{FF2B5EF4-FFF2-40B4-BE49-F238E27FC236}">
                <a16:creationId xmlns:a16="http://schemas.microsoft.com/office/drawing/2014/main" id="{81CF10E6-E137-0441-8F71-E4D6E8A1F8D0}"/>
              </a:ext>
            </a:extLst>
          </p:cNvPr>
          <p:cNvSpPr>
            <a:spLocks noGrp="1"/>
          </p:cNvSpPr>
          <p:nvPr>
            <p:ph type="title"/>
          </p:nvPr>
        </p:nvSpPr>
        <p:spPr>
          <a:xfrm>
            <a:off x="615042" y="611443"/>
            <a:ext cx="10961916" cy="784800"/>
          </a:xfrm>
          <a:prstGeom prst="rect">
            <a:avLst/>
          </a:prstGeom>
        </p:spPr>
        <p:txBody>
          <a:bodyPr vert="horz" lIns="0" tIns="0" rIns="0" bIns="0" rtlCol="0" anchor="t" anchorCtr="0">
            <a:noAutofit/>
          </a:bodyPr>
          <a:lstStyle/>
          <a:p>
            <a:r>
              <a:rPr lang="en-US"/>
              <a:t>Title page</a:t>
            </a:r>
          </a:p>
        </p:txBody>
      </p:sp>
      <p:sp>
        <p:nvSpPr>
          <p:cNvPr id="22" name="Text Placeholder 2">
            <a:extLst>
              <a:ext uri="{FF2B5EF4-FFF2-40B4-BE49-F238E27FC236}">
                <a16:creationId xmlns:a16="http://schemas.microsoft.com/office/drawing/2014/main" id="{17214EB9-DA90-FD47-8E10-E4E17BDE032F}"/>
              </a:ext>
            </a:extLst>
          </p:cNvPr>
          <p:cNvSpPr>
            <a:spLocks noGrp="1"/>
          </p:cNvSpPr>
          <p:nvPr>
            <p:ph type="body" idx="1"/>
          </p:nvPr>
        </p:nvSpPr>
        <p:spPr>
          <a:xfrm>
            <a:off x="615042" y="1707805"/>
            <a:ext cx="10961916" cy="431981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8FDFFB1-E2F0-4EFE-01CF-51ED3485469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83315063"/>
      </p:ext>
    </p:extLst>
  </p:cSld>
  <p:clrMap bg1="lt1" tx1="dk1" bg2="lt2" tx2="dk2" accent1="accent1" accent2="accent2" accent3="accent3" accent4="accent4" accent5="accent5" accent6="accent6" hlink="hlink" folHlink="folHlink"/>
  <p:sldLayoutIdLst>
    <p:sldLayoutId id="2147484061" r:id="rId1"/>
    <p:sldLayoutId id="2147484214" r:id="rId2"/>
    <p:sldLayoutId id="2147484251" r:id="rId3"/>
    <p:sldLayoutId id="2147484250" r:id="rId4"/>
    <p:sldLayoutId id="2147484252" r:id="rId5"/>
    <p:sldLayoutId id="2147484249" r:id="rId6"/>
    <p:sldLayoutId id="2147484263" r:id="rId7"/>
    <p:sldLayoutId id="2147484306" r:id="rId8"/>
    <p:sldLayoutId id="2147484216" r:id="rId9"/>
    <p:sldLayoutId id="2147484217" r:id="rId10"/>
    <p:sldLayoutId id="2147484346" r:id="rId11"/>
    <p:sldLayoutId id="2147484218" r:id="rId12"/>
    <p:sldLayoutId id="2147484190" r:id="rId13"/>
    <p:sldLayoutId id="2147484067" r:id="rId14"/>
    <p:sldLayoutId id="2147484071" r:id="rId15"/>
    <p:sldLayoutId id="2147484213" r:id="rId16"/>
    <p:sldLayoutId id="2147484286" r:id="rId17"/>
    <p:sldLayoutId id="2147484287" r:id="rId18"/>
    <p:sldLayoutId id="2147484288" r:id="rId19"/>
    <p:sldLayoutId id="2147484289" r:id="rId20"/>
    <p:sldLayoutId id="2147484064" r:id="rId21"/>
    <p:sldLayoutId id="2147484316" r:id="rId22"/>
    <p:sldLayoutId id="2147484229" r:id="rId23"/>
    <p:sldLayoutId id="2147484315" r:id="rId24"/>
    <p:sldLayoutId id="2147484317" r:id="rId25"/>
    <p:sldLayoutId id="2147484313" r:id="rId26"/>
    <p:sldLayoutId id="2147484314" r:id="rId27"/>
    <p:sldLayoutId id="2147484232" r:id="rId28"/>
    <p:sldLayoutId id="2147484233" r:id="rId29"/>
    <p:sldLayoutId id="2147484240" r:id="rId30"/>
    <p:sldLayoutId id="2147484236" r:id="rId31"/>
    <p:sldLayoutId id="2147484239" r:id="rId32"/>
    <p:sldLayoutId id="2147484219" r:id="rId33"/>
    <p:sldLayoutId id="2147484260" r:id="rId34"/>
    <p:sldLayoutId id="2147484275" r:id="rId35"/>
    <p:sldLayoutId id="2147484304" r:id="rId36"/>
    <p:sldLayoutId id="2147484300" r:id="rId37"/>
    <p:sldLayoutId id="2147484303" r:id="rId38"/>
    <p:sldLayoutId id="2147484302" r:id="rId39"/>
    <p:sldLayoutId id="2147484301" r:id="rId40"/>
    <p:sldLayoutId id="2147484305" r:id="rId41"/>
    <p:sldLayoutId id="2147484261" r:id="rId42"/>
    <p:sldLayoutId id="2147484281" r:id="rId43"/>
    <p:sldLayoutId id="2147484311" r:id="rId44"/>
    <p:sldLayoutId id="2147484283" r:id="rId45"/>
    <p:sldLayoutId id="2147484307" r:id="rId46"/>
    <p:sldLayoutId id="2147484308" r:id="rId47"/>
    <p:sldLayoutId id="2147484309" r:id="rId48"/>
    <p:sldLayoutId id="2147484310" r:id="rId49"/>
    <p:sldLayoutId id="2147484282" r:id="rId50"/>
    <p:sldLayoutId id="2147484221" r:id="rId51"/>
    <p:sldLayoutId id="2147484277" r:id="rId52"/>
    <p:sldLayoutId id="2147484094" r:id="rId53"/>
    <p:sldLayoutId id="2147484095" r:id="rId54"/>
    <p:sldLayoutId id="2147484056" r:id="rId55"/>
    <p:sldLayoutId id="2147484223" r:id="rId56"/>
    <p:sldLayoutId id="2147484224" r:id="rId57"/>
    <p:sldLayoutId id="2147484225" r:id="rId58"/>
    <p:sldLayoutId id="2147484262" r:id="rId59"/>
    <p:sldLayoutId id="2147484226" r:id="rId60"/>
    <p:sldLayoutId id="2147484280" r:id="rId61"/>
    <p:sldLayoutId id="2147484227" r:id="rId62"/>
    <p:sldLayoutId id="2147484228" r:id="rId63"/>
    <p:sldLayoutId id="2147484230" r:id="rId64"/>
    <p:sldLayoutId id="2147484231" r:id="rId65"/>
    <p:sldLayoutId id="2147484285" r:id="rId66"/>
    <p:sldLayoutId id="2147484290" r:id="rId67"/>
    <p:sldLayoutId id="2147483983" r:id="rId68"/>
    <p:sldLayoutId id="2147484271" r:id="rId69"/>
    <p:sldLayoutId id="2147484272" r:id="rId70"/>
    <p:sldLayoutId id="2147484338" r:id="rId71"/>
    <p:sldLayoutId id="2147484341" r:id="rId72"/>
    <p:sldLayoutId id="2147484342" r:id="rId73"/>
    <p:sldLayoutId id="2147484339" r:id="rId74"/>
    <p:sldLayoutId id="2147484340" r:id="rId75"/>
    <p:sldLayoutId id="2147484073" r:id="rId76"/>
    <p:sldLayoutId id="2147484291" r:id="rId77"/>
    <p:sldLayoutId id="2147484284" r:id="rId78"/>
    <p:sldLayoutId id="2147484298" r:id="rId79"/>
    <p:sldLayoutId id="2147484074" r:id="rId80"/>
    <p:sldLayoutId id="2147484292" r:id="rId81"/>
    <p:sldLayoutId id="2147484297" r:id="rId82"/>
    <p:sldLayoutId id="2147484296" r:id="rId83"/>
    <p:sldLayoutId id="2147484293" r:id="rId84"/>
    <p:sldLayoutId id="2147484294" r:id="rId85"/>
    <p:sldLayoutId id="2147484295" r:id="rId86"/>
    <p:sldLayoutId id="2147484080" r:id="rId87"/>
    <p:sldLayoutId id="2147484273" r:id="rId88"/>
    <p:sldLayoutId id="2147484274" r:id="rId89"/>
    <p:sldLayoutId id="2147484266" r:id="rId90"/>
    <p:sldLayoutId id="2147484268" r:id="rId91"/>
    <p:sldLayoutId id="2147484267" r:id="rId92"/>
    <p:sldLayoutId id="2147484076" r:id="rId93"/>
    <p:sldLayoutId id="2147484344" r:id="rId94"/>
    <p:sldLayoutId id="2147484343" r:id="rId95"/>
    <p:sldLayoutId id="2147484242" r:id="rId96"/>
    <p:sldLayoutId id="2147484243" r:id="rId97"/>
    <p:sldLayoutId id="2147484244" r:id="rId98"/>
    <p:sldLayoutId id="2147484245" r:id="rId99"/>
    <p:sldLayoutId id="2147484254" r:id="rId100"/>
    <p:sldLayoutId id="2147484247" r:id="rId101"/>
    <p:sldLayoutId id="2147484246" r:id="rId102"/>
    <p:sldLayoutId id="2147484248" r:id="rId103"/>
    <p:sldLayoutId id="2147484259" r:id="rId104"/>
    <p:sldLayoutId id="2147484265" r:id="rId105"/>
    <p:sldLayoutId id="2147484258" r:id="rId106"/>
    <p:sldLayoutId id="2147484299" r:id="rId107"/>
    <p:sldLayoutId id="2147484347" r:id="rId10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7938" indent="0" algn="l" defTabSz="914400" rtl="0" eaLnBrk="1" latinLnBrk="0" hangingPunct="1">
        <a:lnSpc>
          <a:spcPct val="90000"/>
        </a:lnSpc>
        <a:spcBef>
          <a:spcPct val="0"/>
        </a:spcBef>
        <a:buNone/>
        <a:tabLst/>
        <a:defRPr sz="3600" b="0" i="0" kern="1200">
          <a:solidFill>
            <a:srgbClr val="000000"/>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a:buNone/>
        <a:defRPr sz="2400" b="0" i="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charset="0"/>
        <a:buChar char="•"/>
        <a:defRPr sz="1800" b="0" i="0" kern="1200">
          <a:solidFill>
            <a:schemeClr val="tx1"/>
          </a:solidFill>
          <a:latin typeface="+mn-lt"/>
          <a:ea typeface="+mn-ea"/>
          <a:cs typeface="+mn-cs"/>
        </a:defRPr>
      </a:lvl2pPr>
      <a:lvl3pPr marL="557784" indent="-228600" algn="l" defTabSz="914400" rtl="0" eaLnBrk="1" latinLnBrk="0" hangingPunct="1">
        <a:lnSpc>
          <a:spcPct val="100000"/>
        </a:lnSpc>
        <a:spcBef>
          <a:spcPts val="0"/>
        </a:spcBef>
        <a:spcAft>
          <a:spcPts val="600"/>
        </a:spcAft>
        <a:buFont typeface="Arial" charset="0"/>
        <a:buChar char="•"/>
        <a:defRPr sz="1600" b="0" i="0" kern="1200">
          <a:solidFill>
            <a:schemeClr val="tx1"/>
          </a:solidFill>
          <a:latin typeface="+mn-lt"/>
          <a:ea typeface="+mn-ea"/>
          <a:cs typeface="+mn-cs"/>
        </a:defRPr>
      </a:lvl3pPr>
      <a:lvl4pPr marL="925830" indent="-228600" algn="l" defTabSz="914400" rtl="0" eaLnBrk="1" latinLnBrk="0" hangingPunct="1">
        <a:lnSpc>
          <a:spcPct val="100000"/>
        </a:lnSpc>
        <a:spcBef>
          <a:spcPts val="0"/>
        </a:spcBef>
        <a:spcAft>
          <a:spcPts val="600"/>
        </a:spcAft>
        <a:buFont typeface="Arial" charset="0"/>
        <a:buChar char="•"/>
        <a:defRPr sz="1600" b="0" i="0" kern="1200">
          <a:solidFill>
            <a:schemeClr val="tx1"/>
          </a:solidFill>
          <a:latin typeface="+mn-lt"/>
          <a:ea typeface="+mn-ea"/>
          <a:cs typeface="+mn-cs"/>
        </a:defRPr>
      </a:lvl4pPr>
      <a:lvl5pPr marL="1197864" indent="-228600" algn="l" defTabSz="914400" rtl="0" eaLnBrk="1" latinLnBrk="0" hangingPunct="1">
        <a:lnSpc>
          <a:spcPct val="100000"/>
        </a:lnSpc>
        <a:spcBef>
          <a:spcPts val="0"/>
        </a:spcBef>
        <a:spcAft>
          <a:spcPts val="600"/>
        </a:spcAft>
        <a:buFont typeface="Arial"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232">
          <p15:clr>
            <a:srgbClr val="F26B43"/>
          </p15:clr>
        </p15:guide>
        <p15:guide id="6" orient="horz" pos="4088">
          <p15:clr>
            <a:srgbClr val="F26B43"/>
          </p15:clr>
        </p15:guide>
        <p15:guide id="7" orient="horz" pos="3748">
          <p15:clr>
            <a:srgbClr val="F26B43"/>
          </p15:clr>
        </p15:guide>
        <p15:guide id="8" orient="horz" pos="1253">
          <p15:clr>
            <a:srgbClr val="F26B43"/>
          </p15:clr>
        </p15:guide>
        <p15:guide id="9" orient="horz" pos="91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3" Type="http://schemas.openxmlformats.org/officeDocument/2006/relationships/image" Target="../media/image167.svg"/><Relationship Id="rId7" Type="http://schemas.openxmlformats.org/officeDocument/2006/relationships/image" Target="../media/image171.svg"/><Relationship Id="rId2" Type="http://schemas.openxmlformats.org/officeDocument/2006/relationships/image" Target="../media/image166.png"/><Relationship Id="rId1" Type="http://schemas.openxmlformats.org/officeDocument/2006/relationships/slideLayout" Target="../slideLayouts/slideLayout63.xml"/><Relationship Id="rId6" Type="http://schemas.openxmlformats.org/officeDocument/2006/relationships/image" Target="../media/image170.png"/><Relationship Id="rId5" Type="http://schemas.openxmlformats.org/officeDocument/2006/relationships/image" Target="../media/image169.svg"/><Relationship Id="rId4" Type="http://schemas.openxmlformats.org/officeDocument/2006/relationships/image" Target="../media/image168.png"/></Relationships>
</file>

<file path=ppt/slides/_rels/slide13.xml.rels><?xml version="1.0" encoding="UTF-8" standalone="yes"?>
<Relationships xmlns="http://schemas.openxmlformats.org/package/2006/relationships"><Relationship Id="rId8" Type="http://schemas.openxmlformats.org/officeDocument/2006/relationships/image" Target="../media/image172.png"/><Relationship Id="rId3" Type="http://schemas.openxmlformats.org/officeDocument/2006/relationships/image" Target="../media/image167.svg"/><Relationship Id="rId7" Type="http://schemas.openxmlformats.org/officeDocument/2006/relationships/image" Target="../media/image171.svg"/><Relationship Id="rId2" Type="http://schemas.openxmlformats.org/officeDocument/2006/relationships/image" Target="../media/image166.png"/><Relationship Id="rId1" Type="http://schemas.openxmlformats.org/officeDocument/2006/relationships/slideLayout" Target="../slideLayouts/slideLayout64.xml"/><Relationship Id="rId6" Type="http://schemas.openxmlformats.org/officeDocument/2006/relationships/image" Target="../media/image170.png"/><Relationship Id="rId5" Type="http://schemas.openxmlformats.org/officeDocument/2006/relationships/image" Target="../media/image169.svg"/><Relationship Id="rId4" Type="http://schemas.openxmlformats.org/officeDocument/2006/relationships/image" Target="../media/image168.png"/><Relationship Id="rId9" Type="http://schemas.openxmlformats.org/officeDocument/2006/relationships/image" Target="../media/image17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5.svg"/><Relationship Id="rId3" Type="http://schemas.openxmlformats.org/officeDocument/2006/relationships/image" Target="../media/image175.svg"/><Relationship Id="rId7" Type="http://schemas.openxmlformats.org/officeDocument/2006/relationships/image" Target="../media/image179.svg"/><Relationship Id="rId12" Type="http://schemas.openxmlformats.org/officeDocument/2006/relationships/image" Target="../media/image184.png"/><Relationship Id="rId2" Type="http://schemas.openxmlformats.org/officeDocument/2006/relationships/image" Target="../media/image174.png"/><Relationship Id="rId1" Type="http://schemas.openxmlformats.org/officeDocument/2006/relationships/slideLayout" Target="../slideLayouts/slideLayout96.xml"/><Relationship Id="rId6" Type="http://schemas.openxmlformats.org/officeDocument/2006/relationships/image" Target="../media/image178.png"/><Relationship Id="rId11" Type="http://schemas.openxmlformats.org/officeDocument/2006/relationships/image" Target="../media/image183.svg"/><Relationship Id="rId5" Type="http://schemas.openxmlformats.org/officeDocument/2006/relationships/image" Target="../media/image177.svg"/><Relationship Id="rId10" Type="http://schemas.openxmlformats.org/officeDocument/2006/relationships/image" Target="../media/image182.png"/><Relationship Id="rId4" Type="http://schemas.openxmlformats.org/officeDocument/2006/relationships/image" Target="../media/image176.png"/><Relationship Id="rId9" Type="http://schemas.openxmlformats.org/officeDocument/2006/relationships/image" Target="../media/image181.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8.xml.rels><?xml version="1.0" encoding="UTF-8" standalone="yes"?>
<Relationships xmlns="http://schemas.openxmlformats.org/package/2006/relationships"><Relationship Id="rId117" Type="http://schemas.openxmlformats.org/officeDocument/2006/relationships/image" Target="../media/image297.svg"/><Relationship Id="rId21" Type="http://schemas.openxmlformats.org/officeDocument/2006/relationships/image" Target="../media/image205.svg"/><Relationship Id="rId42" Type="http://schemas.openxmlformats.org/officeDocument/2006/relationships/image" Target="../media/image226.png"/><Relationship Id="rId63" Type="http://schemas.openxmlformats.org/officeDocument/2006/relationships/image" Target="../media/image245.svg"/><Relationship Id="rId84" Type="http://schemas.openxmlformats.org/officeDocument/2006/relationships/image" Target="../media/image266.png"/><Relationship Id="rId138" Type="http://schemas.openxmlformats.org/officeDocument/2006/relationships/image" Target="../media/image318.png"/><Relationship Id="rId159" Type="http://schemas.openxmlformats.org/officeDocument/2006/relationships/image" Target="../media/image339.svg"/><Relationship Id="rId170" Type="http://schemas.openxmlformats.org/officeDocument/2006/relationships/image" Target="../media/image350.png"/><Relationship Id="rId107" Type="http://schemas.openxmlformats.org/officeDocument/2006/relationships/image" Target="../media/image287.svg"/><Relationship Id="rId11" Type="http://schemas.openxmlformats.org/officeDocument/2006/relationships/image" Target="../media/image195.svg"/><Relationship Id="rId32" Type="http://schemas.openxmlformats.org/officeDocument/2006/relationships/image" Target="../media/image216.png"/><Relationship Id="rId53" Type="http://schemas.openxmlformats.org/officeDocument/2006/relationships/image" Target="../media/image235.svg"/><Relationship Id="rId74" Type="http://schemas.openxmlformats.org/officeDocument/2006/relationships/image" Target="../media/image256.png"/><Relationship Id="rId128" Type="http://schemas.openxmlformats.org/officeDocument/2006/relationships/image" Target="../media/image308.png"/><Relationship Id="rId149" Type="http://schemas.openxmlformats.org/officeDocument/2006/relationships/image" Target="../media/image329.svg"/><Relationship Id="rId5" Type="http://schemas.openxmlformats.org/officeDocument/2006/relationships/image" Target="../media/image189.svg"/><Relationship Id="rId95" Type="http://schemas.openxmlformats.org/officeDocument/2006/relationships/image" Target="../media/image275.svg"/><Relationship Id="rId160" Type="http://schemas.openxmlformats.org/officeDocument/2006/relationships/image" Target="../media/image340.png"/><Relationship Id="rId22" Type="http://schemas.openxmlformats.org/officeDocument/2006/relationships/image" Target="../media/image206.png"/><Relationship Id="rId43" Type="http://schemas.openxmlformats.org/officeDocument/2006/relationships/image" Target="../media/image227.svg"/><Relationship Id="rId64" Type="http://schemas.openxmlformats.org/officeDocument/2006/relationships/image" Target="../media/image246.png"/><Relationship Id="rId118" Type="http://schemas.openxmlformats.org/officeDocument/2006/relationships/image" Target="../media/image298.png"/><Relationship Id="rId139" Type="http://schemas.openxmlformats.org/officeDocument/2006/relationships/image" Target="../media/image319.svg"/><Relationship Id="rId85" Type="http://schemas.openxmlformats.org/officeDocument/2006/relationships/image" Target="../media/image267.svg"/><Relationship Id="rId150" Type="http://schemas.openxmlformats.org/officeDocument/2006/relationships/image" Target="../media/image330.png"/><Relationship Id="rId171" Type="http://schemas.openxmlformats.org/officeDocument/2006/relationships/image" Target="../media/image351.svg"/><Relationship Id="rId12" Type="http://schemas.openxmlformats.org/officeDocument/2006/relationships/image" Target="../media/image196.png"/><Relationship Id="rId33" Type="http://schemas.openxmlformats.org/officeDocument/2006/relationships/image" Target="../media/image217.svg"/><Relationship Id="rId108" Type="http://schemas.openxmlformats.org/officeDocument/2006/relationships/image" Target="../media/image288.png"/><Relationship Id="rId129" Type="http://schemas.openxmlformats.org/officeDocument/2006/relationships/image" Target="../media/image309.svg"/><Relationship Id="rId54" Type="http://schemas.openxmlformats.org/officeDocument/2006/relationships/image" Target="../media/image236.png"/><Relationship Id="rId75" Type="http://schemas.openxmlformats.org/officeDocument/2006/relationships/image" Target="../media/image257.svg"/><Relationship Id="rId96" Type="http://schemas.openxmlformats.org/officeDocument/2006/relationships/image" Target="../media/image276.png"/><Relationship Id="rId140" Type="http://schemas.openxmlformats.org/officeDocument/2006/relationships/image" Target="../media/image320.png"/><Relationship Id="rId161" Type="http://schemas.openxmlformats.org/officeDocument/2006/relationships/image" Target="../media/image341.svg"/><Relationship Id="rId6" Type="http://schemas.openxmlformats.org/officeDocument/2006/relationships/image" Target="../media/image190.png"/><Relationship Id="rId23" Type="http://schemas.openxmlformats.org/officeDocument/2006/relationships/image" Target="../media/image207.svg"/><Relationship Id="rId28" Type="http://schemas.openxmlformats.org/officeDocument/2006/relationships/image" Target="../media/image212.png"/><Relationship Id="rId49" Type="http://schemas.openxmlformats.org/officeDocument/2006/relationships/image" Target="../media/image169.svg"/><Relationship Id="rId114" Type="http://schemas.openxmlformats.org/officeDocument/2006/relationships/image" Target="../media/image294.png"/><Relationship Id="rId119" Type="http://schemas.openxmlformats.org/officeDocument/2006/relationships/image" Target="../media/image299.svg"/><Relationship Id="rId44" Type="http://schemas.openxmlformats.org/officeDocument/2006/relationships/image" Target="../media/image228.png"/><Relationship Id="rId60" Type="http://schemas.openxmlformats.org/officeDocument/2006/relationships/image" Target="../media/image242.png"/><Relationship Id="rId65" Type="http://schemas.openxmlformats.org/officeDocument/2006/relationships/image" Target="../media/image247.svg"/><Relationship Id="rId81" Type="http://schemas.openxmlformats.org/officeDocument/2006/relationships/image" Target="../media/image263.svg"/><Relationship Id="rId86" Type="http://schemas.openxmlformats.org/officeDocument/2006/relationships/image" Target="../media/image268.png"/><Relationship Id="rId130" Type="http://schemas.openxmlformats.org/officeDocument/2006/relationships/image" Target="../media/image310.png"/><Relationship Id="rId135" Type="http://schemas.openxmlformats.org/officeDocument/2006/relationships/image" Target="../media/image315.svg"/><Relationship Id="rId151" Type="http://schemas.openxmlformats.org/officeDocument/2006/relationships/image" Target="../media/image331.svg"/><Relationship Id="rId156" Type="http://schemas.openxmlformats.org/officeDocument/2006/relationships/image" Target="../media/image336.png"/><Relationship Id="rId177" Type="http://schemas.openxmlformats.org/officeDocument/2006/relationships/image" Target="../media/image357.svg"/><Relationship Id="rId172" Type="http://schemas.openxmlformats.org/officeDocument/2006/relationships/image" Target="../media/image352.png"/><Relationship Id="rId13" Type="http://schemas.openxmlformats.org/officeDocument/2006/relationships/image" Target="../media/image197.svg"/><Relationship Id="rId18" Type="http://schemas.openxmlformats.org/officeDocument/2006/relationships/image" Target="../media/image202.png"/><Relationship Id="rId39" Type="http://schemas.openxmlformats.org/officeDocument/2006/relationships/image" Target="../media/image223.svg"/><Relationship Id="rId109" Type="http://schemas.openxmlformats.org/officeDocument/2006/relationships/image" Target="../media/image289.svg"/><Relationship Id="rId34" Type="http://schemas.openxmlformats.org/officeDocument/2006/relationships/image" Target="../media/image218.png"/><Relationship Id="rId50" Type="http://schemas.openxmlformats.org/officeDocument/2006/relationships/image" Target="../media/image232.png"/><Relationship Id="rId55" Type="http://schemas.openxmlformats.org/officeDocument/2006/relationships/image" Target="../media/image237.svg"/><Relationship Id="rId76" Type="http://schemas.openxmlformats.org/officeDocument/2006/relationships/image" Target="../media/image258.png"/><Relationship Id="rId97" Type="http://schemas.openxmlformats.org/officeDocument/2006/relationships/image" Target="../media/image277.svg"/><Relationship Id="rId104" Type="http://schemas.openxmlformats.org/officeDocument/2006/relationships/image" Target="../media/image284.png"/><Relationship Id="rId120" Type="http://schemas.openxmlformats.org/officeDocument/2006/relationships/image" Target="../media/image300.png"/><Relationship Id="rId125" Type="http://schemas.openxmlformats.org/officeDocument/2006/relationships/image" Target="../media/image305.svg"/><Relationship Id="rId141" Type="http://schemas.openxmlformats.org/officeDocument/2006/relationships/image" Target="../media/image321.svg"/><Relationship Id="rId146" Type="http://schemas.openxmlformats.org/officeDocument/2006/relationships/image" Target="../media/image326.png"/><Relationship Id="rId167" Type="http://schemas.openxmlformats.org/officeDocument/2006/relationships/image" Target="../media/image347.svg"/><Relationship Id="rId7" Type="http://schemas.openxmlformats.org/officeDocument/2006/relationships/image" Target="../media/image191.svg"/><Relationship Id="rId71" Type="http://schemas.openxmlformats.org/officeDocument/2006/relationships/image" Target="../media/image253.svg"/><Relationship Id="rId92" Type="http://schemas.openxmlformats.org/officeDocument/2006/relationships/image" Target="../media/image272.png"/><Relationship Id="rId162" Type="http://schemas.openxmlformats.org/officeDocument/2006/relationships/image" Target="../media/image342.png"/><Relationship Id="rId2" Type="http://schemas.openxmlformats.org/officeDocument/2006/relationships/image" Target="../media/image186.png"/><Relationship Id="rId29" Type="http://schemas.openxmlformats.org/officeDocument/2006/relationships/image" Target="../media/image213.svg"/><Relationship Id="rId24" Type="http://schemas.openxmlformats.org/officeDocument/2006/relationships/image" Target="../media/image208.png"/><Relationship Id="rId40" Type="http://schemas.openxmlformats.org/officeDocument/2006/relationships/image" Target="../media/image224.png"/><Relationship Id="rId45" Type="http://schemas.openxmlformats.org/officeDocument/2006/relationships/image" Target="../media/image229.svg"/><Relationship Id="rId66" Type="http://schemas.openxmlformats.org/officeDocument/2006/relationships/image" Target="../media/image248.png"/><Relationship Id="rId87" Type="http://schemas.openxmlformats.org/officeDocument/2006/relationships/image" Target="../media/image269.svg"/><Relationship Id="rId110" Type="http://schemas.openxmlformats.org/officeDocument/2006/relationships/image" Target="../media/image290.png"/><Relationship Id="rId115" Type="http://schemas.openxmlformats.org/officeDocument/2006/relationships/image" Target="../media/image295.svg"/><Relationship Id="rId131" Type="http://schemas.openxmlformats.org/officeDocument/2006/relationships/image" Target="../media/image311.svg"/><Relationship Id="rId136" Type="http://schemas.openxmlformats.org/officeDocument/2006/relationships/image" Target="../media/image316.png"/><Relationship Id="rId157" Type="http://schemas.openxmlformats.org/officeDocument/2006/relationships/image" Target="../media/image337.svg"/><Relationship Id="rId61" Type="http://schemas.openxmlformats.org/officeDocument/2006/relationships/image" Target="../media/image243.svg"/><Relationship Id="rId82" Type="http://schemas.openxmlformats.org/officeDocument/2006/relationships/image" Target="../media/image264.png"/><Relationship Id="rId152" Type="http://schemas.openxmlformats.org/officeDocument/2006/relationships/image" Target="../media/image332.png"/><Relationship Id="rId173" Type="http://schemas.openxmlformats.org/officeDocument/2006/relationships/image" Target="../media/image353.svg"/><Relationship Id="rId19" Type="http://schemas.openxmlformats.org/officeDocument/2006/relationships/image" Target="../media/image203.svg"/><Relationship Id="rId14" Type="http://schemas.openxmlformats.org/officeDocument/2006/relationships/image" Target="../media/image198.png"/><Relationship Id="rId30" Type="http://schemas.openxmlformats.org/officeDocument/2006/relationships/image" Target="../media/image214.png"/><Relationship Id="rId35" Type="http://schemas.openxmlformats.org/officeDocument/2006/relationships/image" Target="../media/image219.svg"/><Relationship Id="rId56" Type="http://schemas.openxmlformats.org/officeDocument/2006/relationships/image" Target="../media/image238.png"/><Relationship Id="rId77" Type="http://schemas.openxmlformats.org/officeDocument/2006/relationships/image" Target="../media/image259.svg"/><Relationship Id="rId100" Type="http://schemas.openxmlformats.org/officeDocument/2006/relationships/image" Target="../media/image280.png"/><Relationship Id="rId105" Type="http://schemas.openxmlformats.org/officeDocument/2006/relationships/image" Target="../media/image285.svg"/><Relationship Id="rId126" Type="http://schemas.openxmlformats.org/officeDocument/2006/relationships/image" Target="../media/image306.png"/><Relationship Id="rId147" Type="http://schemas.openxmlformats.org/officeDocument/2006/relationships/image" Target="../media/image327.svg"/><Relationship Id="rId168" Type="http://schemas.openxmlformats.org/officeDocument/2006/relationships/image" Target="../media/image348.png"/><Relationship Id="rId8" Type="http://schemas.openxmlformats.org/officeDocument/2006/relationships/image" Target="../media/image192.png"/><Relationship Id="rId51" Type="http://schemas.openxmlformats.org/officeDocument/2006/relationships/image" Target="../media/image233.svg"/><Relationship Id="rId72" Type="http://schemas.openxmlformats.org/officeDocument/2006/relationships/image" Target="../media/image254.png"/><Relationship Id="rId93" Type="http://schemas.openxmlformats.org/officeDocument/2006/relationships/image" Target="../media/image273.svg"/><Relationship Id="rId98" Type="http://schemas.openxmlformats.org/officeDocument/2006/relationships/image" Target="../media/image278.png"/><Relationship Id="rId121" Type="http://schemas.openxmlformats.org/officeDocument/2006/relationships/image" Target="../media/image301.svg"/><Relationship Id="rId142" Type="http://schemas.openxmlformats.org/officeDocument/2006/relationships/image" Target="../media/image322.png"/><Relationship Id="rId163" Type="http://schemas.openxmlformats.org/officeDocument/2006/relationships/image" Target="../media/image343.svg"/><Relationship Id="rId3" Type="http://schemas.openxmlformats.org/officeDocument/2006/relationships/image" Target="../media/image187.svg"/><Relationship Id="rId25" Type="http://schemas.openxmlformats.org/officeDocument/2006/relationships/image" Target="../media/image209.svg"/><Relationship Id="rId46" Type="http://schemas.openxmlformats.org/officeDocument/2006/relationships/image" Target="../media/image230.png"/><Relationship Id="rId67" Type="http://schemas.openxmlformats.org/officeDocument/2006/relationships/image" Target="../media/image249.svg"/><Relationship Id="rId116" Type="http://schemas.openxmlformats.org/officeDocument/2006/relationships/image" Target="../media/image296.png"/><Relationship Id="rId137" Type="http://schemas.openxmlformats.org/officeDocument/2006/relationships/image" Target="../media/image317.svg"/><Relationship Id="rId158" Type="http://schemas.openxmlformats.org/officeDocument/2006/relationships/image" Target="../media/image338.png"/><Relationship Id="rId20" Type="http://schemas.openxmlformats.org/officeDocument/2006/relationships/image" Target="../media/image204.png"/><Relationship Id="rId41" Type="http://schemas.openxmlformats.org/officeDocument/2006/relationships/image" Target="../media/image225.svg"/><Relationship Id="rId62" Type="http://schemas.openxmlformats.org/officeDocument/2006/relationships/image" Target="../media/image244.png"/><Relationship Id="rId83" Type="http://schemas.openxmlformats.org/officeDocument/2006/relationships/image" Target="../media/image265.svg"/><Relationship Id="rId88" Type="http://schemas.openxmlformats.org/officeDocument/2006/relationships/image" Target="../media/image270.png"/><Relationship Id="rId111" Type="http://schemas.openxmlformats.org/officeDocument/2006/relationships/image" Target="../media/image291.svg"/><Relationship Id="rId132" Type="http://schemas.openxmlformats.org/officeDocument/2006/relationships/image" Target="../media/image312.png"/><Relationship Id="rId153" Type="http://schemas.openxmlformats.org/officeDocument/2006/relationships/image" Target="../media/image333.svg"/><Relationship Id="rId174" Type="http://schemas.openxmlformats.org/officeDocument/2006/relationships/image" Target="../media/image354.png"/><Relationship Id="rId15" Type="http://schemas.openxmlformats.org/officeDocument/2006/relationships/image" Target="../media/image199.svg"/><Relationship Id="rId36" Type="http://schemas.openxmlformats.org/officeDocument/2006/relationships/image" Target="../media/image220.png"/><Relationship Id="rId57" Type="http://schemas.openxmlformats.org/officeDocument/2006/relationships/image" Target="../media/image239.svg"/><Relationship Id="rId106" Type="http://schemas.openxmlformats.org/officeDocument/2006/relationships/image" Target="../media/image286.png"/><Relationship Id="rId127" Type="http://schemas.openxmlformats.org/officeDocument/2006/relationships/image" Target="../media/image307.svg"/><Relationship Id="rId10" Type="http://schemas.openxmlformats.org/officeDocument/2006/relationships/image" Target="../media/image194.png"/><Relationship Id="rId31" Type="http://schemas.openxmlformats.org/officeDocument/2006/relationships/image" Target="../media/image215.svg"/><Relationship Id="rId52" Type="http://schemas.openxmlformats.org/officeDocument/2006/relationships/image" Target="../media/image234.png"/><Relationship Id="rId73" Type="http://schemas.openxmlformats.org/officeDocument/2006/relationships/image" Target="../media/image255.svg"/><Relationship Id="rId78" Type="http://schemas.openxmlformats.org/officeDocument/2006/relationships/image" Target="../media/image260.png"/><Relationship Id="rId94" Type="http://schemas.openxmlformats.org/officeDocument/2006/relationships/image" Target="../media/image274.png"/><Relationship Id="rId99" Type="http://schemas.openxmlformats.org/officeDocument/2006/relationships/image" Target="../media/image279.svg"/><Relationship Id="rId101" Type="http://schemas.openxmlformats.org/officeDocument/2006/relationships/image" Target="../media/image281.svg"/><Relationship Id="rId122" Type="http://schemas.openxmlformats.org/officeDocument/2006/relationships/image" Target="../media/image302.png"/><Relationship Id="rId143" Type="http://schemas.openxmlformats.org/officeDocument/2006/relationships/image" Target="../media/image323.svg"/><Relationship Id="rId148" Type="http://schemas.openxmlformats.org/officeDocument/2006/relationships/image" Target="../media/image328.png"/><Relationship Id="rId164" Type="http://schemas.openxmlformats.org/officeDocument/2006/relationships/image" Target="../media/image344.png"/><Relationship Id="rId169" Type="http://schemas.openxmlformats.org/officeDocument/2006/relationships/image" Target="../media/image349.svg"/><Relationship Id="rId4" Type="http://schemas.openxmlformats.org/officeDocument/2006/relationships/image" Target="../media/image188.png"/><Relationship Id="rId9" Type="http://schemas.openxmlformats.org/officeDocument/2006/relationships/image" Target="../media/image193.svg"/><Relationship Id="rId26" Type="http://schemas.openxmlformats.org/officeDocument/2006/relationships/image" Target="../media/image210.png"/><Relationship Id="rId47" Type="http://schemas.openxmlformats.org/officeDocument/2006/relationships/image" Target="../media/image231.svg"/><Relationship Id="rId68" Type="http://schemas.openxmlformats.org/officeDocument/2006/relationships/image" Target="../media/image250.png"/><Relationship Id="rId89" Type="http://schemas.openxmlformats.org/officeDocument/2006/relationships/image" Target="../media/image271.svg"/><Relationship Id="rId112" Type="http://schemas.openxmlformats.org/officeDocument/2006/relationships/image" Target="../media/image292.png"/><Relationship Id="rId133" Type="http://schemas.openxmlformats.org/officeDocument/2006/relationships/image" Target="../media/image313.svg"/><Relationship Id="rId154" Type="http://schemas.openxmlformats.org/officeDocument/2006/relationships/image" Target="../media/image334.png"/><Relationship Id="rId175" Type="http://schemas.openxmlformats.org/officeDocument/2006/relationships/image" Target="../media/image355.svg"/><Relationship Id="rId16" Type="http://schemas.openxmlformats.org/officeDocument/2006/relationships/image" Target="../media/image200.png"/><Relationship Id="rId37" Type="http://schemas.openxmlformats.org/officeDocument/2006/relationships/image" Target="../media/image221.svg"/><Relationship Id="rId58" Type="http://schemas.openxmlformats.org/officeDocument/2006/relationships/image" Target="../media/image240.png"/><Relationship Id="rId79" Type="http://schemas.openxmlformats.org/officeDocument/2006/relationships/image" Target="../media/image261.svg"/><Relationship Id="rId102" Type="http://schemas.openxmlformats.org/officeDocument/2006/relationships/image" Target="../media/image282.png"/><Relationship Id="rId123" Type="http://schemas.openxmlformats.org/officeDocument/2006/relationships/image" Target="../media/image303.svg"/><Relationship Id="rId144" Type="http://schemas.openxmlformats.org/officeDocument/2006/relationships/image" Target="../media/image324.png"/><Relationship Id="rId90" Type="http://schemas.openxmlformats.org/officeDocument/2006/relationships/image" Target="../media/image172.png"/><Relationship Id="rId165" Type="http://schemas.openxmlformats.org/officeDocument/2006/relationships/image" Target="../media/image345.svg"/><Relationship Id="rId27" Type="http://schemas.openxmlformats.org/officeDocument/2006/relationships/image" Target="../media/image211.svg"/><Relationship Id="rId48" Type="http://schemas.openxmlformats.org/officeDocument/2006/relationships/image" Target="../media/image168.png"/><Relationship Id="rId69" Type="http://schemas.openxmlformats.org/officeDocument/2006/relationships/image" Target="../media/image251.svg"/><Relationship Id="rId113" Type="http://schemas.openxmlformats.org/officeDocument/2006/relationships/image" Target="../media/image293.svg"/><Relationship Id="rId134" Type="http://schemas.openxmlformats.org/officeDocument/2006/relationships/image" Target="../media/image314.png"/><Relationship Id="rId80" Type="http://schemas.openxmlformats.org/officeDocument/2006/relationships/image" Target="../media/image262.png"/><Relationship Id="rId155" Type="http://schemas.openxmlformats.org/officeDocument/2006/relationships/image" Target="../media/image335.svg"/><Relationship Id="rId176" Type="http://schemas.openxmlformats.org/officeDocument/2006/relationships/image" Target="../media/image356.png"/><Relationship Id="rId17" Type="http://schemas.openxmlformats.org/officeDocument/2006/relationships/image" Target="../media/image201.svg"/><Relationship Id="rId38" Type="http://schemas.openxmlformats.org/officeDocument/2006/relationships/image" Target="../media/image222.png"/><Relationship Id="rId59" Type="http://schemas.openxmlformats.org/officeDocument/2006/relationships/image" Target="../media/image241.svg"/><Relationship Id="rId103" Type="http://schemas.openxmlformats.org/officeDocument/2006/relationships/image" Target="../media/image283.svg"/><Relationship Id="rId124" Type="http://schemas.openxmlformats.org/officeDocument/2006/relationships/image" Target="../media/image304.png"/><Relationship Id="rId70" Type="http://schemas.openxmlformats.org/officeDocument/2006/relationships/image" Target="../media/image252.png"/><Relationship Id="rId91" Type="http://schemas.openxmlformats.org/officeDocument/2006/relationships/image" Target="../media/image173.svg"/><Relationship Id="rId145" Type="http://schemas.openxmlformats.org/officeDocument/2006/relationships/image" Target="../media/image325.svg"/><Relationship Id="rId166" Type="http://schemas.openxmlformats.org/officeDocument/2006/relationships/image" Target="../media/image346.png"/><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117" Type="http://schemas.openxmlformats.org/officeDocument/2006/relationships/image" Target="../media/image461.svg"/><Relationship Id="rId21" Type="http://schemas.openxmlformats.org/officeDocument/2006/relationships/image" Target="../media/image373.svg"/><Relationship Id="rId42" Type="http://schemas.openxmlformats.org/officeDocument/2006/relationships/image" Target="../media/image392.png"/><Relationship Id="rId63" Type="http://schemas.openxmlformats.org/officeDocument/2006/relationships/image" Target="../media/image409.svg"/><Relationship Id="rId84" Type="http://schemas.openxmlformats.org/officeDocument/2006/relationships/image" Target="../media/image428.png"/><Relationship Id="rId138" Type="http://schemas.openxmlformats.org/officeDocument/2006/relationships/image" Target="../media/image480.png"/><Relationship Id="rId159" Type="http://schemas.openxmlformats.org/officeDocument/2006/relationships/image" Target="../media/image501.svg"/><Relationship Id="rId170" Type="http://schemas.openxmlformats.org/officeDocument/2006/relationships/image" Target="../media/image510.png"/><Relationship Id="rId107" Type="http://schemas.openxmlformats.org/officeDocument/2006/relationships/image" Target="../media/image451.svg"/><Relationship Id="rId11" Type="http://schemas.openxmlformats.org/officeDocument/2006/relationships/image" Target="../media/image363.svg"/><Relationship Id="rId32" Type="http://schemas.openxmlformats.org/officeDocument/2006/relationships/image" Target="../media/image166.png"/><Relationship Id="rId53" Type="http://schemas.openxmlformats.org/officeDocument/2006/relationships/image" Target="../media/image401.svg"/><Relationship Id="rId74" Type="http://schemas.openxmlformats.org/officeDocument/2006/relationships/image" Target="../media/image420.png"/><Relationship Id="rId128" Type="http://schemas.openxmlformats.org/officeDocument/2006/relationships/image" Target="../media/image182.png"/><Relationship Id="rId149" Type="http://schemas.openxmlformats.org/officeDocument/2006/relationships/image" Target="../media/image491.svg"/><Relationship Id="rId5" Type="http://schemas.openxmlformats.org/officeDocument/2006/relationships/image" Target="../media/image361.svg"/><Relationship Id="rId95" Type="http://schemas.openxmlformats.org/officeDocument/2006/relationships/image" Target="../media/image439.svg"/><Relationship Id="rId160" Type="http://schemas.openxmlformats.org/officeDocument/2006/relationships/image" Target="../media/image502.png"/><Relationship Id="rId181" Type="http://schemas.openxmlformats.org/officeDocument/2006/relationships/image" Target="../media/image521.svg"/><Relationship Id="rId22" Type="http://schemas.openxmlformats.org/officeDocument/2006/relationships/image" Target="../media/image374.png"/><Relationship Id="rId43" Type="http://schemas.openxmlformats.org/officeDocument/2006/relationships/image" Target="../media/image393.svg"/><Relationship Id="rId64" Type="http://schemas.openxmlformats.org/officeDocument/2006/relationships/image" Target="../media/image410.png"/><Relationship Id="rId118" Type="http://schemas.openxmlformats.org/officeDocument/2006/relationships/image" Target="../media/image462.png"/><Relationship Id="rId139" Type="http://schemas.openxmlformats.org/officeDocument/2006/relationships/image" Target="../media/image481.svg"/><Relationship Id="rId85" Type="http://schemas.openxmlformats.org/officeDocument/2006/relationships/image" Target="../media/image429.svg"/><Relationship Id="rId150" Type="http://schemas.openxmlformats.org/officeDocument/2006/relationships/image" Target="../media/image492.png"/><Relationship Id="rId171" Type="http://schemas.openxmlformats.org/officeDocument/2006/relationships/image" Target="../media/image511.svg"/><Relationship Id="rId12" Type="http://schemas.openxmlformats.org/officeDocument/2006/relationships/image" Target="../media/image364.png"/><Relationship Id="rId33" Type="http://schemas.openxmlformats.org/officeDocument/2006/relationships/image" Target="../media/image167.svg"/><Relationship Id="rId108" Type="http://schemas.openxmlformats.org/officeDocument/2006/relationships/image" Target="../media/image452.png"/><Relationship Id="rId129" Type="http://schemas.openxmlformats.org/officeDocument/2006/relationships/image" Target="../media/image183.svg"/><Relationship Id="rId54" Type="http://schemas.openxmlformats.org/officeDocument/2006/relationships/image" Target="../media/image184.png"/><Relationship Id="rId75" Type="http://schemas.openxmlformats.org/officeDocument/2006/relationships/image" Target="../media/image421.svg"/><Relationship Id="rId96" Type="http://schemas.openxmlformats.org/officeDocument/2006/relationships/image" Target="../media/image440.png"/><Relationship Id="rId140" Type="http://schemas.openxmlformats.org/officeDocument/2006/relationships/image" Target="../media/image482.png"/><Relationship Id="rId161" Type="http://schemas.openxmlformats.org/officeDocument/2006/relationships/image" Target="../media/image503.svg"/><Relationship Id="rId182" Type="http://schemas.openxmlformats.org/officeDocument/2006/relationships/image" Target="../media/image522.png"/><Relationship Id="rId6" Type="http://schemas.openxmlformats.org/officeDocument/2006/relationships/image" Target="../media/image174.png"/><Relationship Id="rId23" Type="http://schemas.openxmlformats.org/officeDocument/2006/relationships/image" Target="../media/image375.svg"/><Relationship Id="rId119" Type="http://schemas.openxmlformats.org/officeDocument/2006/relationships/image" Target="../media/image463.svg"/><Relationship Id="rId44" Type="http://schemas.openxmlformats.org/officeDocument/2006/relationships/image" Target="../media/image394.png"/><Relationship Id="rId65" Type="http://schemas.openxmlformats.org/officeDocument/2006/relationships/image" Target="../media/image411.svg"/><Relationship Id="rId86" Type="http://schemas.openxmlformats.org/officeDocument/2006/relationships/image" Target="../media/image430.png"/><Relationship Id="rId130" Type="http://schemas.openxmlformats.org/officeDocument/2006/relationships/image" Target="../media/image472.png"/><Relationship Id="rId151" Type="http://schemas.openxmlformats.org/officeDocument/2006/relationships/image" Target="../media/image493.svg"/><Relationship Id="rId172" Type="http://schemas.openxmlformats.org/officeDocument/2006/relationships/image" Target="../media/image512.png"/><Relationship Id="rId13" Type="http://schemas.openxmlformats.org/officeDocument/2006/relationships/image" Target="../media/image365.svg"/><Relationship Id="rId18" Type="http://schemas.openxmlformats.org/officeDocument/2006/relationships/image" Target="../media/image370.png"/><Relationship Id="rId39" Type="http://schemas.openxmlformats.org/officeDocument/2006/relationships/image" Target="../media/image389.svg"/><Relationship Id="rId109" Type="http://schemas.openxmlformats.org/officeDocument/2006/relationships/image" Target="../media/image453.svg"/><Relationship Id="rId34" Type="http://schemas.openxmlformats.org/officeDocument/2006/relationships/image" Target="../media/image384.png"/><Relationship Id="rId50" Type="http://schemas.openxmlformats.org/officeDocument/2006/relationships/image" Target="../media/image398.png"/><Relationship Id="rId55" Type="http://schemas.openxmlformats.org/officeDocument/2006/relationships/image" Target="../media/image185.svg"/><Relationship Id="rId76" Type="http://schemas.openxmlformats.org/officeDocument/2006/relationships/image" Target="../media/image422.png"/><Relationship Id="rId97" Type="http://schemas.openxmlformats.org/officeDocument/2006/relationships/image" Target="../media/image441.svg"/><Relationship Id="rId104" Type="http://schemas.openxmlformats.org/officeDocument/2006/relationships/image" Target="../media/image448.png"/><Relationship Id="rId120" Type="http://schemas.openxmlformats.org/officeDocument/2006/relationships/image" Target="../media/image464.png"/><Relationship Id="rId125" Type="http://schemas.openxmlformats.org/officeDocument/2006/relationships/image" Target="../media/image469.svg"/><Relationship Id="rId141" Type="http://schemas.openxmlformats.org/officeDocument/2006/relationships/image" Target="../media/image483.svg"/><Relationship Id="rId146" Type="http://schemas.openxmlformats.org/officeDocument/2006/relationships/image" Target="../media/image488.png"/><Relationship Id="rId167" Type="http://schemas.openxmlformats.org/officeDocument/2006/relationships/image" Target="../media/image507.svg"/><Relationship Id="rId7" Type="http://schemas.openxmlformats.org/officeDocument/2006/relationships/image" Target="../media/image175.svg"/><Relationship Id="rId71" Type="http://schemas.openxmlformats.org/officeDocument/2006/relationships/image" Target="../media/image417.svg"/><Relationship Id="rId92" Type="http://schemas.openxmlformats.org/officeDocument/2006/relationships/image" Target="../media/image436.png"/><Relationship Id="rId162" Type="http://schemas.openxmlformats.org/officeDocument/2006/relationships/image" Target="../media/image170.png"/><Relationship Id="rId183" Type="http://schemas.openxmlformats.org/officeDocument/2006/relationships/image" Target="../media/image523.svg"/><Relationship Id="rId2" Type="http://schemas.openxmlformats.org/officeDocument/2006/relationships/image" Target="../media/image358.png"/><Relationship Id="rId29" Type="http://schemas.openxmlformats.org/officeDocument/2006/relationships/image" Target="../media/image381.svg"/><Relationship Id="rId24" Type="http://schemas.openxmlformats.org/officeDocument/2006/relationships/image" Target="../media/image376.png"/><Relationship Id="rId40" Type="http://schemas.openxmlformats.org/officeDocument/2006/relationships/image" Target="../media/image390.png"/><Relationship Id="rId45" Type="http://schemas.openxmlformats.org/officeDocument/2006/relationships/image" Target="../media/image395.svg"/><Relationship Id="rId66" Type="http://schemas.openxmlformats.org/officeDocument/2006/relationships/image" Target="../media/image412.png"/><Relationship Id="rId87" Type="http://schemas.openxmlformats.org/officeDocument/2006/relationships/image" Target="../media/image431.svg"/><Relationship Id="rId110" Type="http://schemas.openxmlformats.org/officeDocument/2006/relationships/image" Target="../media/image454.png"/><Relationship Id="rId115" Type="http://schemas.openxmlformats.org/officeDocument/2006/relationships/image" Target="../media/image459.svg"/><Relationship Id="rId131" Type="http://schemas.openxmlformats.org/officeDocument/2006/relationships/image" Target="../media/image473.svg"/><Relationship Id="rId136" Type="http://schemas.openxmlformats.org/officeDocument/2006/relationships/image" Target="../media/image478.png"/><Relationship Id="rId157" Type="http://schemas.openxmlformats.org/officeDocument/2006/relationships/image" Target="../media/image499.svg"/><Relationship Id="rId178" Type="http://schemas.openxmlformats.org/officeDocument/2006/relationships/image" Target="../media/image518.png"/><Relationship Id="rId61" Type="http://schemas.openxmlformats.org/officeDocument/2006/relationships/image" Target="../media/image407.svg"/><Relationship Id="rId82" Type="http://schemas.openxmlformats.org/officeDocument/2006/relationships/image" Target="../media/image180.png"/><Relationship Id="rId152" Type="http://schemas.openxmlformats.org/officeDocument/2006/relationships/image" Target="../media/image494.png"/><Relationship Id="rId173" Type="http://schemas.openxmlformats.org/officeDocument/2006/relationships/image" Target="../media/image513.svg"/><Relationship Id="rId19" Type="http://schemas.openxmlformats.org/officeDocument/2006/relationships/image" Target="../media/image371.svg"/><Relationship Id="rId14" Type="http://schemas.openxmlformats.org/officeDocument/2006/relationships/image" Target="../media/image366.png"/><Relationship Id="rId30" Type="http://schemas.openxmlformats.org/officeDocument/2006/relationships/image" Target="../media/image382.png"/><Relationship Id="rId35" Type="http://schemas.openxmlformats.org/officeDocument/2006/relationships/image" Target="../media/image385.svg"/><Relationship Id="rId56" Type="http://schemas.openxmlformats.org/officeDocument/2006/relationships/image" Target="../media/image402.png"/><Relationship Id="rId77" Type="http://schemas.openxmlformats.org/officeDocument/2006/relationships/image" Target="../media/image423.svg"/><Relationship Id="rId100" Type="http://schemas.openxmlformats.org/officeDocument/2006/relationships/image" Target="../media/image444.png"/><Relationship Id="rId105" Type="http://schemas.openxmlformats.org/officeDocument/2006/relationships/image" Target="../media/image449.svg"/><Relationship Id="rId126" Type="http://schemas.openxmlformats.org/officeDocument/2006/relationships/image" Target="../media/image470.png"/><Relationship Id="rId147" Type="http://schemas.openxmlformats.org/officeDocument/2006/relationships/image" Target="../media/image489.svg"/><Relationship Id="rId168" Type="http://schemas.openxmlformats.org/officeDocument/2006/relationships/image" Target="../media/image508.png"/><Relationship Id="rId8" Type="http://schemas.openxmlformats.org/officeDocument/2006/relationships/image" Target="../media/image176.png"/><Relationship Id="rId51" Type="http://schemas.openxmlformats.org/officeDocument/2006/relationships/image" Target="../media/image399.svg"/><Relationship Id="rId72" Type="http://schemas.openxmlformats.org/officeDocument/2006/relationships/image" Target="../media/image418.png"/><Relationship Id="rId93" Type="http://schemas.openxmlformats.org/officeDocument/2006/relationships/image" Target="../media/image437.svg"/><Relationship Id="rId98" Type="http://schemas.openxmlformats.org/officeDocument/2006/relationships/image" Target="../media/image442.png"/><Relationship Id="rId121" Type="http://schemas.openxmlformats.org/officeDocument/2006/relationships/image" Target="../media/image465.svg"/><Relationship Id="rId142" Type="http://schemas.openxmlformats.org/officeDocument/2006/relationships/image" Target="../media/image484.png"/><Relationship Id="rId163" Type="http://schemas.openxmlformats.org/officeDocument/2006/relationships/image" Target="../media/image171.svg"/><Relationship Id="rId184" Type="http://schemas.openxmlformats.org/officeDocument/2006/relationships/image" Target="../media/image524.png"/><Relationship Id="rId3" Type="http://schemas.openxmlformats.org/officeDocument/2006/relationships/image" Target="../media/image359.svg"/><Relationship Id="rId25" Type="http://schemas.openxmlformats.org/officeDocument/2006/relationships/image" Target="../media/image377.svg"/><Relationship Id="rId46" Type="http://schemas.openxmlformats.org/officeDocument/2006/relationships/image" Target="../media/image396.png"/><Relationship Id="rId67" Type="http://schemas.openxmlformats.org/officeDocument/2006/relationships/image" Target="../media/image413.svg"/><Relationship Id="rId116" Type="http://schemas.openxmlformats.org/officeDocument/2006/relationships/image" Target="../media/image460.png"/><Relationship Id="rId137" Type="http://schemas.openxmlformats.org/officeDocument/2006/relationships/image" Target="../media/image479.svg"/><Relationship Id="rId158" Type="http://schemas.openxmlformats.org/officeDocument/2006/relationships/image" Target="../media/image500.png"/><Relationship Id="rId20" Type="http://schemas.openxmlformats.org/officeDocument/2006/relationships/image" Target="../media/image372.png"/><Relationship Id="rId41" Type="http://schemas.openxmlformats.org/officeDocument/2006/relationships/image" Target="../media/image391.svg"/><Relationship Id="rId62" Type="http://schemas.openxmlformats.org/officeDocument/2006/relationships/image" Target="../media/image408.png"/><Relationship Id="rId83" Type="http://schemas.openxmlformats.org/officeDocument/2006/relationships/image" Target="../media/image181.svg"/><Relationship Id="rId88" Type="http://schemas.openxmlformats.org/officeDocument/2006/relationships/image" Target="../media/image432.png"/><Relationship Id="rId111" Type="http://schemas.openxmlformats.org/officeDocument/2006/relationships/image" Target="../media/image455.svg"/><Relationship Id="rId132" Type="http://schemas.openxmlformats.org/officeDocument/2006/relationships/image" Target="../media/image474.png"/><Relationship Id="rId153" Type="http://schemas.openxmlformats.org/officeDocument/2006/relationships/image" Target="../media/image495.svg"/><Relationship Id="rId174" Type="http://schemas.openxmlformats.org/officeDocument/2006/relationships/image" Target="../media/image514.png"/><Relationship Id="rId179" Type="http://schemas.openxmlformats.org/officeDocument/2006/relationships/image" Target="../media/image519.svg"/><Relationship Id="rId15" Type="http://schemas.openxmlformats.org/officeDocument/2006/relationships/image" Target="../media/image367.svg"/><Relationship Id="rId36" Type="http://schemas.openxmlformats.org/officeDocument/2006/relationships/image" Target="../media/image386.png"/><Relationship Id="rId57" Type="http://schemas.openxmlformats.org/officeDocument/2006/relationships/image" Target="../media/image403.svg"/><Relationship Id="rId106" Type="http://schemas.openxmlformats.org/officeDocument/2006/relationships/image" Target="../media/image450.png"/><Relationship Id="rId127" Type="http://schemas.openxmlformats.org/officeDocument/2006/relationships/image" Target="../media/image471.svg"/><Relationship Id="rId10" Type="http://schemas.openxmlformats.org/officeDocument/2006/relationships/image" Target="../media/image362.png"/><Relationship Id="rId31" Type="http://schemas.openxmlformats.org/officeDocument/2006/relationships/image" Target="../media/image383.svg"/><Relationship Id="rId52" Type="http://schemas.openxmlformats.org/officeDocument/2006/relationships/image" Target="../media/image400.png"/><Relationship Id="rId73" Type="http://schemas.openxmlformats.org/officeDocument/2006/relationships/image" Target="../media/image419.svg"/><Relationship Id="rId78" Type="http://schemas.openxmlformats.org/officeDocument/2006/relationships/image" Target="../media/image424.png"/><Relationship Id="rId94" Type="http://schemas.openxmlformats.org/officeDocument/2006/relationships/image" Target="../media/image438.png"/><Relationship Id="rId99" Type="http://schemas.openxmlformats.org/officeDocument/2006/relationships/image" Target="../media/image443.svg"/><Relationship Id="rId101" Type="http://schemas.openxmlformats.org/officeDocument/2006/relationships/image" Target="../media/image445.svg"/><Relationship Id="rId122" Type="http://schemas.openxmlformats.org/officeDocument/2006/relationships/image" Target="../media/image466.png"/><Relationship Id="rId143" Type="http://schemas.openxmlformats.org/officeDocument/2006/relationships/image" Target="../media/image485.svg"/><Relationship Id="rId148" Type="http://schemas.openxmlformats.org/officeDocument/2006/relationships/image" Target="../media/image490.png"/><Relationship Id="rId164" Type="http://schemas.openxmlformats.org/officeDocument/2006/relationships/image" Target="../media/image504.png"/><Relationship Id="rId169" Type="http://schemas.openxmlformats.org/officeDocument/2006/relationships/image" Target="../media/image509.svg"/><Relationship Id="rId185" Type="http://schemas.openxmlformats.org/officeDocument/2006/relationships/image" Target="../media/image525.svg"/><Relationship Id="rId4" Type="http://schemas.openxmlformats.org/officeDocument/2006/relationships/image" Target="../media/image360.png"/><Relationship Id="rId9" Type="http://schemas.openxmlformats.org/officeDocument/2006/relationships/image" Target="../media/image177.svg"/><Relationship Id="rId180" Type="http://schemas.openxmlformats.org/officeDocument/2006/relationships/image" Target="../media/image520.png"/><Relationship Id="rId26" Type="http://schemas.openxmlformats.org/officeDocument/2006/relationships/image" Target="../media/image378.png"/><Relationship Id="rId47" Type="http://schemas.openxmlformats.org/officeDocument/2006/relationships/image" Target="../media/image397.svg"/><Relationship Id="rId68" Type="http://schemas.openxmlformats.org/officeDocument/2006/relationships/image" Target="../media/image414.png"/><Relationship Id="rId89" Type="http://schemas.openxmlformats.org/officeDocument/2006/relationships/image" Target="../media/image433.svg"/><Relationship Id="rId112" Type="http://schemas.openxmlformats.org/officeDocument/2006/relationships/image" Target="../media/image456.png"/><Relationship Id="rId133" Type="http://schemas.openxmlformats.org/officeDocument/2006/relationships/image" Target="../media/image475.svg"/><Relationship Id="rId154" Type="http://schemas.openxmlformats.org/officeDocument/2006/relationships/image" Target="../media/image496.png"/><Relationship Id="rId175" Type="http://schemas.openxmlformats.org/officeDocument/2006/relationships/image" Target="../media/image515.svg"/><Relationship Id="rId16" Type="http://schemas.openxmlformats.org/officeDocument/2006/relationships/image" Target="../media/image368.png"/><Relationship Id="rId37" Type="http://schemas.openxmlformats.org/officeDocument/2006/relationships/image" Target="../media/image387.svg"/><Relationship Id="rId58" Type="http://schemas.openxmlformats.org/officeDocument/2006/relationships/image" Target="../media/image404.png"/><Relationship Id="rId79" Type="http://schemas.openxmlformats.org/officeDocument/2006/relationships/image" Target="../media/image425.svg"/><Relationship Id="rId102" Type="http://schemas.openxmlformats.org/officeDocument/2006/relationships/image" Target="../media/image446.png"/><Relationship Id="rId123" Type="http://schemas.openxmlformats.org/officeDocument/2006/relationships/image" Target="../media/image467.svg"/><Relationship Id="rId144" Type="http://schemas.openxmlformats.org/officeDocument/2006/relationships/image" Target="../media/image486.png"/><Relationship Id="rId90" Type="http://schemas.openxmlformats.org/officeDocument/2006/relationships/image" Target="../media/image434.png"/><Relationship Id="rId165" Type="http://schemas.openxmlformats.org/officeDocument/2006/relationships/image" Target="../media/image505.svg"/><Relationship Id="rId186" Type="http://schemas.openxmlformats.org/officeDocument/2006/relationships/image" Target="../media/image526.png"/><Relationship Id="rId27" Type="http://schemas.openxmlformats.org/officeDocument/2006/relationships/image" Target="../media/image379.svg"/><Relationship Id="rId48" Type="http://schemas.openxmlformats.org/officeDocument/2006/relationships/image" Target="../media/image178.png"/><Relationship Id="rId69" Type="http://schemas.openxmlformats.org/officeDocument/2006/relationships/image" Target="../media/image415.svg"/><Relationship Id="rId113" Type="http://schemas.openxmlformats.org/officeDocument/2006/relationships/image" Target="../media/image457.svg"/><Relationship Id="rId134" Type="http://schemas.openxmlformats.org/officeDocument/2006/relationships/image" Target="../media/image476.png"/><Relationship Id="rId80" Type="http://schemas.openxmlformats.org/officeDocument/2006/relationships/image" Target="../media/image426.png"/><Relationship Id="rId155" Type="http://schemas.openxmlformats.org/officeDocument/2006/relationships/image" Target="../media/image497.svg"/><Relationship Id="rId176" Type="http://schemas.openxmlformats.org/officeDocument/2006/relationships/image" Target="../media/image516.png"/><Relationship Id="rId17" Type="http://schemas.openxmlformats.org/officeDocument/2006/relationships/image" Target="../media/image369.svg"/><Relationship Id="rId38" Type="http://schemas.openxmlformats.org/officeDocument/2006/relationships/image" Target="../media/image388.png"/><Relationship Id="rId59" Type="http://schemas.openxmlformats.org/officeDocument/2006/relationships/image" Target="../media/image405.svg"/><Relationship Id="rId103" Type="http://schemas.openxmlformats.org/officeDocument/2006/relationships/image" Target="../media/image447.svg"/><Relationship Id="rId124" Type="http://schemas.openxmlformats.org/officeDocument/2006/relationships/image" Target="../media/image468.png"/><Relationship Id="rId70" Type="http://schemas.openxmlformats.org/officeDocument/2006/relationships/image" Target="../media/image416.png"/><Relationship Id="rId91" Type="http://schemas.openxmlformats.org/officeDocument/2006/relationships/image" Target="../media/image435.svg"/><Relationship Id="rId145" Type="http://schemas.openxmlformats.org/officeDocument/2006/relationships/image" Target="../media/image487.svg"/><Relationship Id="rId166" Type="http://schemas.openxmlformats.org/officeDocument/2006/relationships/image" Target="../media/image506.png"/><Relationship Id="rId187" Type="http://schemas.openxmlformats.org/officeDocument/2006/relationships/image" Target="../media/image527.svg"/><Relationship Id="rId1" Type="http://schemas.openxmlformats.org/officeDocument/2006/relationships/slideLayout" Target="../slideLayouts/slideLayout53.xml"/><Relationship Id="rId28" Type="http://schemas.openxmlformats.org/officeDocument/2006/relationships/image" Target="../media/image380.png"/><Relationship Id="rId49" Type="http://schemas.openxmlformats.org/officeDocument/2006/relationships/image" Target="../media/image179.svg"/><Relationship Id="rId114" Type="http://schemas.openxmlformats.org/officeDocument/2006/relationships/image" Target="../media/image458.png"/><Relationship Id="rId60" Type="http://schemas.openxmlformats.org/officeDocument/2006/relationships/image" Target="../media/image406.png"/><Relationship Id="rId81" Type="http://schemas.openxmlformats.org/officeDocument/2006/relationships/image" Target="../media/image427.svg"/><Relationship Id="rId135" Type="http://schemas.openxmlformats.org/officeDocument/2006/relationships/image" Target="../media/image477.svg"/><Relationship Id="rId156" Type="http://schemas.openxmlformats.org/officeDocument/2006/relationships/image" Target="../media/image498.png"/><Relationship Id="rId177" Type="http://schemas.openxmlformats.org/officeDocument/2006/relationships/image" Target="../media/image5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AD29-4C9F-A2B0-F6A0-B0FF46B893E3}"/>
            </a:ext>
          </a:extLst>
        </p:cNvPr>
        <p:cNvGrpSpPr/>
        <p:nvPr/>
      </p:nvGrpSpPr>
      <p:grpSpPr>
        <a:xfrm>
          <a:off x="0" y="0"/>
          <a:ext cx="0" cy="0"/>
          <a:chOff x="0" y="0"/>
          <a:chExt cx="0" cy="0"/>
        </a:xfrm>
      </p:grpSpPr>
      <p:sp>
        <p:nvSpPr>
          <p:cNvPr id="5" name="Subtitle 4">
            <a:extLst>
              <a:ext uri="{FF2B5EF4-FFF2-40B4-BE49-F238E27FC236}">
                <a16:creationId xmlns:a16="http://schemas.microsoft.com/office/drawing/2014/main" id="{42B33CD3-595E-808E-4450-B967C3913DBA}"/>
              </a:ext>
            </a:extLst>
          </p:cNvPr>
          <p:cNvSpPr>
            <a:spLocks noGrp="1"/>
          </p:cNvSpPr>
          <p:nvPr>
            <p:ph type="subTitle" idx="1"/>
          </p:nvPr>
        </p:nvSpPr>
        <p:spPr/>
        <p:txBody>
          <a:bodyPr/>
          <a:lstStyle/>
          <a:p>
            <a:r>
              <a:rPr lang="en-US"/>
              <a:t>Subtitle goes here lorem ipsum dolor sit </a:t>
            </a:r>
            <a:r>
              <a:rPr lang="en-US" err="1"/>
              <a:t>amet</a:t>
            </a:r>
            <a:endParaRPr lang="en-US"/>
          </a:p>
        </p:txBody>
      </p:sp>
      <p:sp>
        <p:nvSpPr>
          <p:cNvPr id="3" name="Title 2">
            <a:extLst>
              <a:ext uri="{FF2B5EF4-FFF2-40B4-BE49-F238E27FC236}">
                <a16:creationId xmlns:a16="http://schemas.microsoft.com/office/drawing/2014/main" id="{F83F929E-7DC5-2991-4121-F857D461D096}"/>
              </a:ext>
            </a:extLst>
          </p:cNvPr>
          <p:cNvSpPr>
            <a:spLocks noGrp="1"/>
          </p:cNvSpPr>
          <p:nvPr>
            <p:ph type="title"/>
          </p:nvPr>
        </p:nvSpPr>
        <p:spPr/>
        <p:txBody>
          <a:bodyPr>
            <a:normAutofit/>
          </a:bodyPr>
          <a:lstStyle/>
          <a:p>
            <a:r>
              <a:rPr lang="en-US"/>
              <a:t>Title goes here lorem ipsum dolor </a:t>
            </a:r>
          </a:p>
        </p:txBody>
      </p:sp>
      <p:sp>
        <p:nvSpPr>
          <p:cNvPr id="2" name="Text Placeholder 1">
            <a:extLst>
              <a:ext uri="{FF2B5EF4-FFF2-40B4-BE49-F238E27FC236}">
                <a16:creationId xmlns:a16="http://schemas.microsoft.com/office/drawing/2014/main" id="{3B93962E-A7A1-0F2E-C080-FE2772BE0CBC}"/>
              </a:ext>
            </a:extLst>
          </p:cNvPr>
          <p:cNvSpPr>
            <a:spLocks noGrp="1"/>
          </p:cNvSpPr>
          <p:nvPr>
            <p:ph type="body" sz="quarter" idx="13"/>
          </p:nvPr>
        </p:nvSpPr>
        <p:spPr/>
        <p:txBody>
          <a:bodyPr/>
          <a:lstStyle/>
          <a:p>
            <a:endParaRPr lang="en-US"/>
          </a:p>
        </p:txBody>
      </p:sp>
      <p:sp>
        <p:nvSpPr>
          <p:cNvPr id="4" name="Picture Placeholder 3">
            <a:extLst>
              <a:ext uri="{FF2B5EF4-FFF2-40B4-BE49-F238E27FC236}">
                <a16:creationId xmlns:a16="http://schemas.microsoft.com/office/drawing/2014/main" id="{6E637232-892B-A364-BD2C-6E41C45C5F28}"/>
              </a:ext>
            </a:extLst>
          </p:cNvPr>
          <p:cNvSpPr>
            <a:spLocks noGrp="1"/>
          </p:cNvSpPr>
          <p:nvPr>
            <p:ph type="pic" sz="quarter" idx="14"/>
          </p:nvPr>
        </p:nvSpPr>
        <p:spPr/>
        <p:txBody>
          <a:bodyPr/>
          <a:lstStyle/>
          <a:p>
            <a:endParaRPr lang="en-US"/>
          </a:p>
        </p:txBody>
      </p:sp>
      <p:sp>
        <p:nvSpPr>
          <p:cNvPr id="6" name="Text Placeholder 5">
            <a:extLst>
              <a:ext uri="{FF2B5EF4-FFF2-40B4-BE49-F238E27FC236}">
                <a16:creationId xmlns:a16="http://schemas.microsoft.com/office/drawing/2014/main" id="{F83BD8DF-E1E9-0617-D2B0-89155269C15A}"/>
              </a:ext>
            </a:extLst>
          </p:cNvPr>
          <p:cNvSpPr>
            <a:spLocks noGrp="1"/>
          </p:cNvSpPr>
          <p:nvPr>
            <p:ph type="body" sz="quarter" idx="15"/>
          </p:nvPr>
        </p:nvSpPr>
        <p:spPr/>
        <p:txBody>
          <a:bodyPr/>
          <a:lstStyle/>
          <a:p>
            <a:endParaRPr lang="en-US"/>
          </a:p>
        </p:txBody>
      </p:sp>
      <p:sp>
        <p:nvSpPr>
          <p:cNvPr id="13" name="Freeform 12">
            <a:extLst>
              <a:ext uri="{FF2B5EF4-FFF2-40B4-BE49-F238E27FC236}">
                <a16:creationId xmlns:a16="http://schemas.microsoft.com/office/drawing/2014/main" id="{825A9EA5-EA81-3D66-EF64-7D0674540470}"/>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60470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genda Title">
            <a:extLst>
              <a:ext uri="{FF2B5EF4-FFF2-40B4-BE49-F238E27FC236}">
                <a16:creationId xmlns:a16="http://schemas.microsoft.com/office/drawing/2014/main" id="{C5FFE2C9-FDE2-A4D3-577A-1D098DD18316}"/>
              </a:ext>
            </a:extLst>
          </p:cNvPr>
          <p:cNvSpPr>
            <a:spLocks noGrp="1"/>
          </p:cNvSpPr>
          <p:nvPr>
            <p:ph type="title"/>
          </p:nvPr>
        </p:nvSpPr>
        <p:spPr/>
        <p:txBody>
          <a:bodyPr/>
          <a:lstStyle/>
          <a:p>
            <a:r>
              <a:rPr lang="en-US"/>
              <a:t>Agenda</a:t>
            </a:r>
          </a:p>
        </p:txBody>
      </p:sp>
      <p:graphicFrame>
        <p:nvGraphicFramePr>
          <p:cNvPr id="3" name="Agenda List">
            <a:extLst>
              <a:ext uri="{FF2B5EF4-FFF2-40B4-BE49-F238E27FC236}">
                <a16:creationId xmlns:a16="http://schemas.microsoft.com/office/drawing/2014/main" id="{0AF07A54-DDD6-2211-EF71-19C5FC47BD87}"/>
              </a:ext>
            </a:extLst>
          </p:cNvPr>
          <p:cNvGraphicFramePr>
            <a:graphicFrameLocks noGrp="1"/>
          </p:cNvGraphicFramePr>
          <p:nvPr>
            <p:extLst>
              <p:ext uri="{D42A27DB-BD31-4B8C-83A1-F6EECF244321}">
                <p14:modId xmlns:p14="http://schemas.microsoft.com/office/powerpoint/2010/main" val="1485776936"/>
              </p:ext>
            </p:extLst>
          </p:nvPr>
        </p:nvGraphicFramePr>
        <p:xfrm>
          <a:off x="5278644" y="1155479"/>
          <a:ext cx="5189059" cy="4547039"/>
        </p:xfrm>
        <a:graphic>
          <a:graphicData uri="http://schemas.openxmlformats.org/drawingml/2006/table">
            <a:tbl>
              <a:tblPr firstRow="1" bandRow="1">
                <a:tableStyleId>{5940675A-B579-460E-94D1-54222C63F5DA}</a:tableStyleId>
              </a:tblPr>
              <a:tblGrid>
                <a:gridCol w="823305">
                  <a:extLst>
                    <a:ext uri="{9D8B030D-6E8A-4147-A177-3AD203B41FA5}">
                      <a16:colId xmlns:a16="http://schemas.microsoft.com/office/drawing/2014/main" val="480487016"/>
                    </a:ext>
                  </a:extLst>
                </a:gridCol>
                <a:gridCol w="4365754">
                  <a:extLst>
                    <a:ext uri="{9D8B030D-6E8A-4147-A177-3AD203B41FA5}">
                      <a16:colId xmlns:a16="http://schemas.microsoft.com/office/drawing/2014/main" val="1801834371"/>
                    </a:ext>
                  </a:extLst>
                </a:gridCol>
              </a:tblGrid>
              <a:tr h="6495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chemeClr val="tx2"/>
                          </a:solidFill>
                          <a:effectLst/>
                          <a:uLnTx/>
                          <a:uFillTx/>
                          <a:latin typeface="+mj-lt"/>
                          <a:ea typeface="+mn-ea"/>
                          <a:cs typeface="+mn-cs"/>
                          <a:sym typeface="Roboto"/>
                        </a:rPr>
                        <a:t>01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ea typeface="+mn-ea"/>
                          <a:cs typeface="+mn-cs"/>
                        </a:rPr>
                        <a:t>Lorem ipsum dolor sit </a:t>
                      </a:r>
                      <a:r>
                        <a:rPr kumimoji="0" lang="en-US" sz="1800" b="0" i="0" u="none" strike="noStrike" kern="1200" cap="none" spc="0" normalizeH="0" baseline="0" noProof="0" err="1">
                          <a:ln>
                            <a:noFill/>
                          </a:ln>
                          <a:solidFill>
                            <a:schemeClr val="tx1"/>
                          </a:solidFill>
                          <a:effectLst/>
                          <a:uLnTx/>
                          <a:uFillTx/>
                          <a:latin typeface="+mn-lt"/>
                          <a:ea typeface="+mn-ea"/>
                          <a:cs typeface="+mn-cs"/>
                        </a:rPr>
                        <a:t>amet</a:t>
                      </a:r>
                      <a:r>
                        <a:rPr kumimoji="0" lang="en-US" sz="1800" b="0" i="0" u="none" strike="noStrike" kern="1200" cap="none" spc="0" normalizeH="0" baseline="0" noProof="0">
                          <a:ln>
                            <a:noFill/>
                          </a:ln>
                          <a:solidFill>
                            <a:schemeClr val="tx1"/>
                          </a:solidFill>
                          <a:effectLst/>
                          <a:uLnTx/>
                          <a:uFillTx/>
                          <a:latin typeface="+mn-lt"/>
                          <a:ea typeface="+mn-ea"/>
                          <a:cs typeface="+mn-cs"/>
                        </a:rPr>
                        <a:t> </a:t>
                      </a:r>
                      <a:r>
                        <a:rPr kumimoji="0" lang="en-US" sz="1800" b="0" i="0" u="none" strike="noStrike" kern="1200" cap="none" spc="0" normalizeH="0" baseline="0" noProof="0" err="1">
                          <a:ln>
                            <a:noFill/>
                          </a:ln>
                          <a:solidFill>
                            <a:schemeClr val="tx1"/>
                          </a:solidFill>
                          <a:effectLst/>
                          <a:uLnTx/>
                          <a:uFillTx/>
                          <a:latin typeface="+mn-lt"/>
                          <a:ea typeface="+mn-ea"/>
                          <a:cs typeface="+mn-cs"/>
                        </a:rPr>
                        <a:t>consectetuer</a:t>
                      </a:r>
                      <a:endParaRPr kumimoji="0" lang="en-US" sz="18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97140177"/>
                  </a:ext>
                </a:extLst>
              </a:tr>
              <a:tr h="6495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chemeClr val="tx2"/>
                          </a:solidFill>
                          <a:effectLst/>
                          <a:uLnTx/>
                          <a:uFillTx/>
                          <a:latin typeface="+mj-lt"/>
                          <a:ea typeface="+mn-ea"/>
                          <a:cs typeface="+mn-cs"/>
                          <a:sym typeface="Roboto"/>
                        </a:rPr>
                        <a:t>02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ea typeface="+mn-ea"/>
                          <a:cs typeface="+mn-cs"/>
                        </a:rPr>
                        <a:t>Lorem ipsum dolor sit </a:t>
                      </a:r>
                      <a:r>
                        <a:rPr kumimoji="0" lang="en-US" sz="1800" b="0" i="0" u="none" strike="noStrike" kern="1200" cap="none" spc="0" normalizeH="0" baseline="0" noProof="0" err="1">
                          <a:ln>
                            <a:noFill/>
                          </a:ln>
                          <a:solidFill>
                            <a:schemeClr val="tx1"/>
                          </a:solidFill>
                          <a:effectLst/>
                          <a:uLnTx/>
                          <a:uFillTx/>
                          <a:latin typeface="+mn-lt"/>
                          <a:ea typeface="+mn-ea"/>
                          <a:cs typeface="+mn-cs"/>
                        </a:rPr>
                        <a:t>amet</a:t>
                      </a:r>
                      <a:r>
                        <a:rPr kumimoji="0" lang="en-US" sz="1800" b="0" i="0" u="none" strike="noStrike" kern="1200" cap="none" spc="0" normalizeH="0" baseline="0" noProof="0">
                          <a:ln>
                            <a:noFill/>
                          </a:ln>
                          <a:solidFill>
                            <a:schemeClr val="tx1"/>
                          </a:solidFill>
                          <a:effectLst/>
                          <a:uLnTx/>
                          <a:uFillTx/>
                          <a:latin typeface="+mn-lt"/>
                          <a:ea typeface="+mn-ea"/>
                          <a:cs typeface="+mn-cs"/>
                        </a:rPr>
                        <a:t> </a:t>
                      </a:r>
                      <a:r>
                        <a:rPr kumimoji="0" lang="en-US" sz="1800" b="0" i="0" u="none" strike="noStrike" kern="1200" cap="none" spc="0" normalizeH="0" baseline="0" noProof="0" err="1">
                          <a:ln>
                            <a:noFill/>
                          </a:ln>
                          <a:solidFill>
                            <a:schemeClr val="tx1"/>
                          </a:solidFill>
                          <a:effectLst/>
                          <a:uLnTx/>
                          <a:uFillTx/>
                          <a:latin typeface="+mn-lt"/>
                          <a:ea typeface="+mn-ea"/>
                          <a:cs typeface="+mn-cs"/>
                        </a:rPr>
                        <a:t>consectetuer</a:t>
                      </a:r>
                      <a:endParaRPr kumimoji="0" lang="en-US" sz="18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5621946"/>
                  </a:ext>
                </a:extLst>
              </a:tr>
              <a:tr h="6495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chemeClr val="tx2"/>
                          </a:solidFill>
                          <a:effectLst/>
                          <a:uLnTx/>
                          <a:uFillTx/>
                          <a:latin typeface="+mj-lt"/>
                          <a:ea typeface="+mn-ea"/>
                          <a:cs typeface="+mn-cs"/>
                          <a:sym typeface="Roboto"/>
                        </a:rPr>
                        <a:t>03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ea typeface="+mn-ea"/>
                          <a:cs typeface="+mn-cs"/>
                        </a:rPr>
                        <a:t>Lorem ipsum dolor sit </a:t>
                      </a:r>
                      <a:r>
                        <a:rPr kumimoji="0" lang="en-US" sz="1800" b="0" i="0" u="none" strike="noStrike" kern="1200" cap="none" spc="0" normalizeH="0" baseline="0" noProof="0" err="1">
                          <a:ln>
                            <a:noFill/>
                          </a:ln>
                          <a:solidFill>
                            <a:schemeClr val="tx1"/>
                          </a:solidFill>
                          <a:effectLst/>
                          <a:uLnTx/>
                          <a:uFillTx/>
                          <a:latin typeface="+mn-lt"/>
                          <a:ea typeface="+mn-ea"/>
                          <a:cs typeface="+mn-cs"/>
                        </a:rPr>
                        <a:t>amet</a:t>
                      </a:r>
                      <a:r>
                        <a:rPr kumimoji="0" lang="en-US" sz="1800" b="0" i="0" u="none" strike="noStrike" kern="1200" cap="none" spc="0" normalizeH="0" baseline="0" noProof="0">
                          <a:ln>
                            <a:noFill/>
                          </a:ln>
                          <a:solidFill>
                            <a:schemeClr val="tx1"/>
                          </a:solidFill>
                          <a:effectLst/>
                          <a:uLnTx/>
                          <a:uFillTx/>
                          <a:latin typeface="+mn-lt"/>
                          <a:ea typeface="+mn-ea"/>
                          <a:cs typeface="+mn-cs"/>
                        </a:rPr>
                        <a:t> </a:t>
                      </a:r>
                      <a:r>
                        <a:rPr kumimoji="0" lang="en-US" sz="1800" b="0" i="0" u="none" strike="noStrike" kern="1200" cap="none" spc="0" normalizeH="0" baseline="0" noProof="0" err="1">
                          <a:ln>
                            <a:noFill/>
                          </a:ln>
                          <a:solidFill>
                            <a:schemeClr val="tx1"/>
                          </a:solidFill>
                          <a:effectLst/>
                          <a:uLnTx/>
                          <a:uFillTx/>
                          <a:latin typeface="+mn-lt"/>
                          <a:ea typeface="+mn-ea"/>
                          <a:cs typeface="+mn-cs"/>
                        </a:rPr>
                        <a:t>consectetuer</a:t>
                      </a:r>
                      <a:endParaRPr kumimoji="0" lang="en-US" sz="18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531006"/>
                  </a:ext>
                </a:extLst>
              </a:tr>
              <a:tr h="6495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chemeClr val="tx2"/>
                          </a:solidFill>
                          <a:effectLst/>
                          <a:uLnTx/>
                          <a:uFillTx/>
                          <a:latin typeface="+mj-lt"/>
                          <a:ea typeface="+mn-ea"/>
                          <a:cs typeface="+mn-cs"/>
                          <a:sym typeface="Roboto"/>
                        </a:rPr>
                        <a:t>04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ea typeface="+mn-ea"/>
                          <a:cs typeface="+mn-cs"/>
                        </a:rPr>
                        <a:t>Lorem ipsum dolor sit </a:t>
                      </a:r>
                      <a:r>
                        <a:rPr kumimoji="0" lang="en-US" sz="1800" b="0" i="0" u="none" strike="noStrike" kern="1200" cap="none" spc="0" normalizeH="0" baseline="0" noProof="0" err="1">
                          <a:ln>
                            <a:noFill/>
                          </a:ln>
                          <a:solidFill>
                            <a:schemeClr val="tx1"/>
                          </a:solidFill>
                          <a:effectLst/>
                          <a:uLnTx/>
                          <a:uFillTx/>
                          <a:latin typeface="+mn-lt"/>
                          <a:ea typeface="+mn-ea"/>
                          <a:cs typeface="+mn-cs"/>
                        </a:rPr>
                        <a:t>amet</a:t>
                      </a:r>
                      <a:r>
                        <a:rPr kumimoji="0" lang="en-US" sz="1800" b="0" i="0" u="none" strike="noStrike" kern="1200" cap="none" spc="0" normalizeH="0" baseline="0" noProof="0">
                          <a:ln>
                            <a:noFill/>
                          </a:ln>
                          <a:solidFill>
                            <a:schemeClr val="tx1"/>
                          </a:solidFill>
                          <a:effectLst/>
                          <a:uLnTx/>
                          <a:uFillTx/>
                          <a:latin typeface="+mn-lt"/>
                          <a:ea typeface="+mn-ea"/>
                          <a:cs typeface="+mn-cs"/>
                        </a:rPr>
                        <a:t> </a:t>
                      </a:r>
                      <a:r>
                        <a:rPr kumimoji="0" lang="en-US" sz="1800" b="0" i="0" u="none" strike="noStrike" kern="1200" cap="none" spc="0" normalizeH="0" baseline="0" noProof="0" err="1">
                          <a:ln>
                            <a:noFill/>
                          </a:ln>
                          <a:solidFill>
                            <a:schemeClr val="tx1"/>
                          </a:solidFill>
                          <a:effectLst/>
                          <a:uLnTx/>
                          <a:uFillTx/>
                          <a:latin typeface="+mn-lt"/>
                          <a:ea typeface="+mn-ea"/>
                          <a:cs typeface="+mn-cs"/>
                        </a:rPr>
                        <a:t>consectetuer</a:t>
                      </a:r>
                      <a:endParaRPr kumimoji="0" lang="en-US" sz="18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6025688"/>
                  </a:ext>
                </a:extLst>
              </a:tr>
              <a:tr h="6495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chemeClr val="tx2"/>
                          </a:solidFill>
                          <a:effectLst/>
                          <a:uLnTx/>
                          <a:uFillTx/>
                          <a:latin typeface="+mj-lt"/>
                          <a:ea typeface="+mn-ea"/>
                          <a:cs typeface="+mn-cs"/>
                          <a:sym typeface="Roboto"/>
                        </a:rPr>
                        <a:t>05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ea typeface="+mn-ea"/>
                          <a:cs typeface="+mn-cs"/>
                        </a:rPr>
                        <a:t>Lorem ipsum dolor sit </a:t>
                      </a:r>
                      <a:r>
                        <a:rPr kumimoji="0" lang="en-US" sz="1800" b="0" i="0" u="none" strike="noStrike" kern="1200" cap="none" spc="0" normalizeH="0" baseline="0" noProof="0" err="1">
                          <a:ln>
                            <a:noFill/>
                          </a:ln>
                          <a:solidFill>
                            <a:schemeClr val="tx1"/>
                          </a:solidFill>
                          <a:effectLst/>
                          <a:uLnTx/>
                          <a:uFillTx/>
                          <a:latin typeface="+mn-lt"/>
                          <a:ea typeface="+mn-ea"/>
                          <a:cs typeface="+mn-cs"/>
                        </a:rPr>
                        <a:t>amet</a:t>
                      </a:r>
                      <a:r>
                        <a:rPr kumimoji="0" lang="en-US" sz="1800" b="0" i="0" u="none" strike="noStrike" kern="1200" cap="none" spc="0" normalizeH="0" baseline="0" noProof="0">
                          <a:ln>
                            <a:noFill/>
                          </a:ln>
                          <a:solidFill>
                            <a:schemeClr val="tx1"/>
                          </a:solidFill>
                          <a:effectLst/>
                          <a:uLnTx/>
                          <a:uFillTx/>
                          <a:latin typeface="+mn-lt"/>
                          <a:ea typeface="+mn-ea"/>
                          <a:cs typeface="+mn-cs"/>
                        </a:rPr>
                        <a:t> </a:t>
                      </a:r>
                      <a:r>
                        <a:rPr kumimoji="0" lang="en-US" sz="1800" b="0" i="0" u="none" strike="noStrike" kern="1200" cap="none" spc="0" normalizeH="0" baseline="0" noProof="0" err="1">
                          <a:ln>
                            <a:noFill/>
                          </a:ln>
                          <a:solidFill>
                            <a:schemeClr val="tx1"/>
                          </a:solidFill>
                          <a:effectLst/>
                          <a:uLnTx/>
                          <a:uFillTx/>
                          <a:latin typeface="+mn-lt"/>
                          <a:ea typeface="+mn-ea"/>
                          <a:cs typeface="+mn-cs"/>
                        </a:rPr>
                        <a:t>consectetuer</a:t>
                      </a:r>
                      <a:endParaRPr kumimoji="0" lang="en-US" sz="18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69182524"/>
                  </a:ext>
                </a:extLst>
              </a:tr>
              <a:tr h="6495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chemeClr val="tx2"/>
                          </a:solidFill>
                          <a:effectLst/>
                          <a:uLnTx/>
                          <a:uFillTx/>
                          <a:latin typeface="+mj-lt"/>
                          <a:ea typeface="+mn-ea"/>
                          <a:cs typeface="+mn-cs"/>
                          <a:sym typeface="Roboto"/>
                        </a:rPr>
                        <a:t>06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ea typeface="+mn-ea"/>
                          <a:cs typeface="+mn-cs"/>
                        </a:rPr>
                        <a:t>Lorem ipsum dolor sit </a:t>
                      </a:r>
                      <a:r>
                        <a:rPr kumimoji="0" lang="en-US" sz="1800" b="0" i="0" u="none" strike="noStrike" kern="1200" cap="none" spc="0" normalizeH="0" baseline="0" noProof="0" err="1">
                          <a:ln>
                            <a:noFill/>
                          </a:ln>
                          <a:solidFill>
                            <a:schemeClr val="tx1"/>
                          </a:solidFill>
                          <a:effectLst/>
                          <a:uLnTx/>
                          <a:uFillTx/>
                          <a:latin typeface="+mn-lt"/>
                          <a:ea typeface="+mn-ea"/>
                          <a:cs typeface="+mn-cs"/>
                        </a:rPr>
                        <a:t>amet</a:t>
                      </a:r>
                      <a:r>
                        <a:rPr kumimoji="0" lang="en-US" sz="1800" b="0" i="0" u="none" strike="noStrike" kern="1200" cap="none" spc="0" normalizeH="0" baseline="0" noProof="0">
                          <a:ln>
                            <a:noFill/>
                          </a:ln>
                          <a:solidFill>
                            <a:schemeClr val="tx1"/>
                          </a:solidFill>
                          <a:effectLst/>
                          <a:uLnTx/>
                          <a:uFillTx/>
                          <a:latin typeface="+mn-lt"/>
                          <a:ea typeface="+mn-ea"/>
                          <a:cs typeface="+mn-cs"/>
                        </a:rPr>
                        <a:t> </a:t>
                      </a:r>
                      <a:r>
                        <a:rPr kumimoji="0" lang="en-US" sz="1800" b="0" i="0" u="none" strike="noStrike" kern="1200" cap="none" spc="0" normalizeH="0" baseline="0" noProof="0" err="1">
                          <a:ln>
                            <a:noFill/>
                          </a:ln>
                          <a:solidFill>
                            <a:schemeClr val="tx1"/>
                          </a:solidFill>
                          <a:effectLst/>
                          <a:uLnTx/>
                          <a:uFillTx/>
                          <a:latin typeface="+mn-lt"/>
                          <a:ea typeface="+mn-ea"/>
                          <a:cs typeface="+mn-cs"/>
                        </a:rPr>
                        <a:t>consectetuer</a:t>
                      </a:r>
                      <a:endParaRPr kumimoji="0" lang="en-US" sz="18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9167871"/>
                  </a:ext>
                </a:extLst>
              </a:tr>
              <a:tr h="6495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chemeClr val="tx2"/>
                          </a:solidFill>
                          <a:effectLst/>
                          <a:uLnTx/>
                          <a:uFillTx/>
                          <a:latin typeface="+mj-lt"/>
                          <a:ea typeface="+mn-ea"/>
                          <a:cs typeface="+mn-cs"/>
                          <a:sym typeface="Roboto"/>
                        </a:rPr>
                        <a:t>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ea typeface="+mn-ea"/>
                          <a:cs typeface="+mn-cs"/>
                        </a:rPr>
                        <a:t>Lorem ipsum dolor sit </a:t>
                      </a:r>
                      <a:r>
                        <a:rPr kumimoji="0" lang="en-US" sz="1800" b="0" i="0" u="none" strike="noStrike" kern="1200" cap="none" spc="0" normalizeH="0" baseline="0" noProof="0" err="1">
                          <a:ln>
                            <a:noFill/>
                          </a:ln>
                          <a:solidFill>
                            <a:schemeClr val="tx1"/>
                          </a:solidFill>
                          <a:effectLst/>
                          <a:uLnTx/>
                          <a:uFillTx/>
                          <a:latin typeface="+mn-lt"/>
                          <a:ea typeface="+mn-ea"/>
                          <a:cs typeface="+mn-cs"/>
                        </a:rPr>
                        <a:t>amet</a:t>
                      </a:r>
                      <a:r>
                        <a:rPr kumimoji="0" lang="en-US" sz="1800" b="0" i="0" u="none" strike="noStrike" kern="1200" cap="none" spc="0" normalizeH="0" baseline="0" noProof="0">
                          <a:ln>
                            <a:noFill/>
                          </a:ln>
                          <a:solidFill>
                            <a:schemeClr val="tx1"/>
                          </a:solidFill>
                          <a:effectLst/>
                          <a:uLnTx/>
                          <a:uFillTx/>
                          <a:latin typeface="+mn-lt"/>
                          <a:ea typeface="+mn-ea"/>
                          <a:cs typeface="+mn-cs"/>
                        </a:rPr>
                        <a:t> </a:t>
                      </a:r>
                      <a:r>
                        <a:rPr kumimoji="0" lang="en-US" sz="1800" b="0" i="0" u="none" strike="noStrike" kern="1200" cap="none" spc="0" normalizeH="0" baseline="0" noProof="0" err="1">
                          <a:ln>
                            <a:noFill/>
                          </a:ln>
                          <a:solidFill>
                            <a:schemeClr val="tx1"/>
                          </a:solidFill>
                          <a:effectLst/>
                          <a:uLnTx/>
                          <a:uFillTx/>
                          <a:latin typeface="+mn-lt"/>
                          <a:ea typeface="+mn-ea"/>
                          <a:cs typeface="+mn-cs"/>
                        </a:rPr>
                        <a:t>consectetuer</a:t>
                      </a:r>
                      <a:endParaRPr kumimoji="0" lang="en-US" sz="18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05179578"/>
                  </a:ext>
                </a:extLst>
              </a:tr>
            </a:tbl>
          </a:graphicData>
        </a:graphic>
      </p:graphicFrame>
    </p:spTree>
    <p:extLst>
      <p:ext uri="{BB962C8B-B14F-4D97-AF65-F5344CB8AC3E}">
        <p14:creationId xmlns:p14="http://schemas.microsoft.com/office/powerpoint/2010/main" val="1393028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0FA6E5-0C25-205C-7EB9-E9BFB460C125}"/>
              </a:ext>
            </a:extLst>
          </p:cNvPr>
          <p:cNvSpPr>
            <a:spLocks noGrp="1"/>
          </p:cNvSpPr>
          <p:nvPr>
            <p:ph type="title"/>
          </p:nvPr>
        </p:nvSpPr>
        <p:spPr/>
        <p:txBody>
          <a:bodyPr/>
          <a:lstStyle/>
          <a:p>
            <a:r>
              <a:rPr lang="en-US"/>
              <a:t>Agenda, 3 items</a:t>
            </a:r>
          </a:p>
        </p:txBody>
      </p:sp>
      <p:sp>
        <p:nvSpPr>
          <p:cNvPr id="4" name="Text Placeholder 3">
            <a:extLst>
              <a:ext uri="{FF2B5EF4-FFF2-40B4-BE49-F238E27FC236}">
                <a16:creationId xmlns:a16="http://schemas.microsoft.com/office/drawing/2014/main" id="{69FB9BEE-E650-0A0A-27AE-51C443BD1144}"/>
              </a:ext>
            </a:extLst>
          </p:cNvPr>
          <p:cNvSpPr>
            <a:spLocks noGrp="1"/>
          </p:cNvSpPr>
          <p:nvPr>
            <p:ph type="body" sz="quarter" idx="10"/>
          </p:nvPr>
        </p:nvSpPr>
        <p:spPr/>
        <p:txBody>
          <a:bodyPr/>
          <a:lstStyle/>
          <a:p>
            <a:r>
              <a:rPr lang="en-US"/>
              <a:t>01</a:t>
            </a:r>
          </a:p>
        </p:txBody>
      </p:sp>
      <p:sp>
        <p:nvSpPr>
          <p:cNvPr id="5" name="Text Placeholder 4">
            <a:extLst>
              <a:ext uri="{FF2B5EF4-FFF2-40B4-BE49-F238E27FC236}">
                <a16:creationId xmlns:a16="http://schemas.microsoft.com/office/drawing/2014/main" id="{68ADBDD1-718B-769F-7FB2-D277A6B2D0ED}"/>
              </a:ext>
            </a:extLst>
          </p:cNvPr>
          <p:cNvSpPr>
            <a:spLocks noGrp="1"/>
          </p:cNvSpPr>
          <p:nvPr>
            <p:ph type="body" sz="quarter" idx="11"/>
          </p:nvPr>
        </p:nvSpPr>
        <p:spPr/>
        <p:txBody>
          <a:bodyPr/>
          <a:lstStyle/>
          <a:p>
            <a:r>
              <a:rPr lang="en-US"/>
              <a:t>Lorem ipsum dolor sit </a:t>
            </a:r>
            <a:r>
              <a:rPr lang="en-US" err="1"/>
              <a:t>amet</a:t>
            </a:r>
            <a:r>
              <a:rPr lang="en-US"/>
              <a:t> </a:t>
            </a:r>
            <a:r>
              <a:rPr lang="en-US" err="1"/>
              <a:t>conset</a:t>
            </a:r>
            <a:endParaRPr lang="en-US"/>
          </a:p>
        </p:txBody>
      </p:sp>
      <p:sp>
        <p:nvSpPr>
          <p:cNvPr id="6" name="Text Placeholder 5">
            <a:extLst>
              <a:ext uri="{FF2B5EF4-FFF2-40B4-BE49-F238E27FC236}">
                <a16:creationId xmlns:a16="http://schemas.microsoft.com/office/drawing/2014/main" id="{38B4EE33-000F-E148-2C2F-4172109D54FF}"/>
              </a:ext>
            </a:extLst>
          </p:cNvPr>
          <p:cNvSpPr>
            <a:spLocks noGrp="1"/>
          </p:cNvSpPr>
          <p:nvPr>
            <p:ph type="body" sz="quarter" idx="14"/>
          </p:nvPr>
        </p:nvSpPr>
        <p:spPr/>
        <p:txBody>
          <a:bodyPr/>
          <a:lstStyle/>
          <a:p>
            <a:r>
              <a:rPr lang="en-US"/>
              <a:t>02</a:t>
            </a:r>
          </a:p>
        </p:txBody>
      </p:sp>
      <p:sp>
        <p:nvSpPr>
          <p:cNvPr id="7" name="Text Placeholder 6">
            <a:extLst>
              <a:ext uri="{FF2B5EF4-FFF2-40B4-BE49-F238E27FC236}">
                <a16:creationId xmlns:a16="http://schemas.microsoft.com/office/drawing/2014/main" id="{1E8F79CA-7656-9FE2-905D-735181047CA0}"/>
              </a:ext>
            </a:extLst>
          </p:cNvPr>
          <p:cNvSpPr>
            <a:spLocks noGrp="1"/>
          </p:cNvSpPr>
          <p:nvPr>
            <p:ph type="body" sz="quarter" idx="15"/>
          </p:nvPr>
        </p:nvSpPr>
        <p:spPr/>
        <p:txBody>
          <a:bodyPr/>
          <a:lstStyle/>
          <a:p>
            <a:r>
              <a:rPr lang="en-US"/>
              <a:t>Lorem ipsum dolor sit </a:t>
            </a:r>
            <a:r>
              <a:rPr lang="en-US" err="1"/>
              <a:t>amet</a:t>
            </a:r>
            <a:r>
              <a:rPr lang="en-US"/>
              <a:t> </a:t>
            </a:r>
            <a:r>
              <a:rPr lang="en-US" err="1"/>
              <a:t>conset</a:t>
            </a:r>
            <a:endParaRPr lang="en-US"/>
          </a:p>
          <a:p>
            <a:endParaRPr lang="en-US"/>
          </a:p>
        </p:txBody>
      </p:sp>
      <p:sp>
        <p:nvSpPr>
          <p:cNvPr id="8" name="Text Placeholder 7">
            <a:extLst>
              <a:ext uri="{FF2B5EF4-FFF2-40B4-BE49-F238E27FC236}">
                <a16:creationId xmlns:a16="http://schemas.microsoft.com/office/drawing/2014/main" id="{6679BB5C-BCD4-1177-8A48-8D4F580FA297}"/>
              </a:ext>
            </a:extLst>
          </p:cNvPr>
          <p:cNvSpPr>
            <a:spLocks noGrp="1"/>
          </p:cNvSpPr>
          <p:nvPr>
            <p:ph type="body" sz="quarter" idx="16"/>
          </p:nvPr>
        </p:nvSpPr>
        <p:spPr/>
        <p:txBody>
          <a:bodyPr/>
          <a:lstStyle/>
          <a:p>
            <a:r>
              <a:rPr lang="en-US"/>
              <a:t>03</a:t>
            </a:r>
          </a:p>
        </p:txBody>
      </p:sp>
      <p:sp>
        <p:nvSpPr>
          <p:cNvPr id="9" name="Text Placeholder 8">
            <a:extLst>
              <a:ext uri="{FF2B5EF4-FFF2-40B4-BE49-F238E27FC236}">
                <a16:creationId xmlns:a16="http://schemas.microsoft.com/office/drawing/2014/main" id="{FFFDB59D-7055-017D-DA86-1A867761C516}"/>
              </a:ext>
            </a:extLst>
          </p:cNvPr>
          <p:cNvSpPr>
            <a:spLocks noGrp="1"/>
          </p:cNvSpPr>
          <p:nvPr>
            <p:ph type="body" sz="quarter" idx="17"/>
          </p:nvPr>
        </p:nvSpPr>
        <p:spPr/>
        <p:txBody>
          <a:bodyPr/>
          <a:lstStyle/>
          <a:p>
            <a:r>
              <a:rPr lang="en-US"/>
              <a:t>Lorem ipsum dolor sit </a:t>
            </a:r>
            <a:r>
              <a:rPr lang="en-US" err="1"/>
              <a:t>amet</a:t>
            </a:r>
            <a:r>
              <a:rPr lang="en-US"/>
              <a:t> </a:t>
            </a:r>
            <a:r>
              <a:rPr lang="en-US" err="1"/>
              <a:t>conset</a:t>
            </a:r>
            <a:endParaRPr lang="en-US"/>
          </a:p>
          <a:p>
            <a:endParaRPr lang="en-US"/>
          </a:p>
        </p:txBody>
      </p:sp>
    </p:spTree>
    <p:extLst>
      <p:ext uri="{BB962C8B-B14F-4D97-AF65-F5344CB8AC3E}">
        <p14:creationId xmlns:p14="http://schemas.microsoft.com/office/powerpoint/2010/main" val="35832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24D6E-9D13-3F92-25C0-250756F369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4F3F67-B5D2-85FA-78D8-0986D14073BD}"/>
              </a:ext>
            </a:extLst>
          </p:cNvPr>
          <p:cNvSpPr>
            <a:spLocks noGrp="1"/>
          </p:cNvSpPr>
          <p:nvPr>
            <p:ph type="title"/>
          </p:nvPr>
        </p:nvSpPr>
        <p:spPr/>
        <p:txBody>
          <a:bodyPr/>
          <a:lstStyle/>
          <a:p>
            <a:r>
              <a:rPr lang="en-US"/>
              <a:t>Agenda, 4 items</a:t>
            </a:r>
          </a:p>
        </p:txBody>
      </p:sp>
      <p:sp>
        <p:nvSpPr>
          <p:cNvPr id="4" name="Text Placeholder 3">
            <a:extLst>
              <a:ext uri="{FF2B5EF4-FFF2-40B4-BE49-F238E27FC236}">
                <a16:creationId xmlns:a16="http://schemas.microsoft.com/office/drawing/2014/main" id="{6C77D468-F069-1443-706B-F8B24BCC5E1E}"/>
              </a:ext>
            </a:extLst>
          </p:cNvPr>
          <p:cNvSpPr>
            <a:spLocks noGrp="1"/>
          </p:cNvSpPr>
          <p:nvPr>
            <p:ph type="body" sz="quarter" idx="10"/>
          </p:nvPr>
        </p:nvSpPr>
        <p:spPr/>
        <p:txBody>
          <a:bodyPr/>
          <a:lstStyle/>
          <a:p>
            <a:r>
              <a:rPr lang="en-US"/>
              <a:t>01</a:t>
            </a:r>
          </a:p>
        </p:txBody>
      </p:sp>
      <p:sp>
        <p:nvSpPr>
          <p:cNvPr id="5" name="Text Placeholder 4">
            <a:extLst>
              <a:ext uri="{FF2B5EF4-FFF2-40B4-BE49-F238E27FC236}">
                <a16:creationId xmlns:a16="http://schemas.microsoft.com/office/drawing/2014/main" id="{EA66AFA8-35BE-63CF-B9BC-EFAFF95C1FC6}"/>
              </a:ext>
            </a:extLst>
          </p:cNvPr>
          <p:cNvSpPr>
            <a:spLocks noGrp="1"/>
          </p:cNvSpPr>
          <p:nvPr>
            <p:ph type="body" sz="quarter" idx="11"/>
          </p:nvPr>
        </p:nvSpPr>
        <p:spPr/>
        <p:txBody>
          <a:bodyPr/>
          <a:lstStyle/>
          <a:p>
            <a:r>
              <a:rPr lang="en-US"/>
              <a:t>Lorem ipsum dolor sit </a:t>
            </a:r>
            <a:r>
              <a:rPr lang="en-US" err="1"/>
              <a:t>amet</a:t>
            </a:r>
            <a:r>
              <a:rPr lang="en-US"/>
              <a:t> </a:t>
            </a:r>
            <a:r>
              <a:rPr lang="en-US" err="1"/>
              <a:t>conset</a:t>
            </a:r>
            <a:endParaRPr lang="en-US"/>
          </a:p>
        </p:txBody>
      </p:sp>
      <p:sp>
        <p:nvSpPr>
          <p:cNvPr id="6" name="Text Placeholder 5">
            <a:extLst>
              <a:ext uri="{FF2B5EF4-FFF2-40B4-BE49-F238E27FC236}">
                <a16:creationId xmlns:a16="http://schemas.microsoft.com/office/drawing/2014/main" id="{183592DE-DC15-6FC5-D110-47AAD088FDB8}"/>
              </a:ext>
            </a:extLst>
          </p:cNvPr>
          <p:cNvSpPr>
            <a:spLocks noGrp="1"/>
          </p:cNvSpPr>
          <p:nvPr>
            <p:ph type="body" sz="quarter" idx="12"/>
          </p:nvPr>
        </p:nvSpPr>
        <p:spPr/>
        <p:txBody>
          <a:bodyPr/>
          <a:lstStyle/>
          <a:p>
            <a:r>
              <a:rPr lang="en-US"/>
              <a:t>02</a:t>
            </a:r>
          </a:p>
        </p:txBody>
      </p:sp>
      <p:sp>
        <p:nvSpPr>
          <p:cNvPr id="7" name="Text Placeholder 6">
            <a:extLst>
              <a:ext uri="{FF2B5EF4-FFF2-40B4-BE49-F238E27FC236}">
                <a16:creationId xmlns:a16="http://schemas.microsoft.com/office/drawing/2014/main" id="{90FC34ED-81DA-7FAD-4B36-0C185725BAFE}"/>
              </a:ext>
            </a:extLst>
          </p:cNvPr>
          <p:cNvSpPr>
            <a:spLocks noGrp="1"/>
          </p:cNvSpPr>
          <p:nvPr>
            <p:ph type="body" sz="quarter" idx="13"/>
          </p:nvPr>
        </p:nvSpPr>
        <p:spPr/>
        <p:txBody>
          <a:bodyPr/>
          <a:lstStyle/>
          <a:p>
            <a:r>
              <a:rPr lang="en-US"/>
              <a:t>Lorem ipsum dolor sit </a:t>
            </a:r>
            <a:r>
              <a:rPr lang="en-US" err="1"/>
              <a:t>amet</a:t>
            </a:r>
            <a:r>
              <a:rPr lang="en-US"/>
              <a:t> </a:t>
            </a:r>
            <a:r>
              <a:rPr lang="en-US" err="1"/>
              <a:t>conset</a:t>
            </a:r>
            <a:endParaRPr lang="en-US"/>
          </a:p>
        </p:txBody>
      </p:sp>
      <p:sp>
        <p:nvSpPr>
          <p:cNvPr id="8" name="Text Placeholder 7">
            <a:extLst>
              <a:ext uri="{FF2B5EF4-FFF2-40B4-BE49-F238E27FC236}">
                <a16:creationId xmlns:a16="http://schemas.microsoft.com/office/drawing/2014/main" id="{6B67B1E0-5518-AEAD-5680-1385D3E6E6BB}"/>
              </a:ext>
            </a:extLst>
          </p:cNvPr>
          <p:cNvSpPr>
            <a:spLocks noGrp="1"/>
          </p:cNvSpPr>
          <p:nvPr>
            <p:ph type="body" sz="quarter" idx="14"/>
          </p:nvPr>
        </p:nvSpPr>
        <p:spPr/>
        <p:txBody>
          <a:bodyPr/>
          <a:lstStyle/>
          <a:p>
            <a:r>
              <a:rPr lang="en-US"/>
              <a:t>03</a:t>
            </a:r>
          </a:p>
        </p:txBody>
      </p:sp>
      <p:sp>
        <p:nvSpPr>
          <p:cNvPr id="9" name="Text Placeholder 8">
            <a:extLst>
              <a:ext uri="{FF2B5EF4-FFF2-40B4-BE49-F238E27FC236}">
                <a16:creationId xmlns:a16="http://schemas.microsoft.com/office/drawing/2014/main" id="{DCB2EE82-2A5D-655D-22CD-DB3D19F2298D}"/>
              </a:ext>
            </a:extLst>
          </p:cNvPr>
          <p:cNvSpPr>
            <a:spLocks noGrp="1"/>
          </p:cNvSpPr>
          <p:nvPr>
            <p:ph type="body" sz="quarter" idx="15"/>
          </p:nvPr>
        </p:nvSpPr>
        <p:spPr/>
        <p:txBody>
          <a:bodyPr/>
          <a:lstStyle/>
          <a:p>
            <a:r>
              <a:rPr lang="en-US"/>
              <a:t>Lorem ipsum dolor sit </a:t>
            </a:r>
            <a:r>
              <a:rPr lang="en-US" err="1"/>
              <a:t>amet</a:t>
            </a:r>
            <a:r>
              <a:rPr lang="en-US"/>
              <a:t> </a:t>
            </a:r>
            <a:r>
              <a:rPr lang="en-US" err="1"/>
              <a:t>conset</a:t>
            </a:r>
            <a:endParaRPr lang="en-US"/>
          </a:p>
          <a:p>
            <a:endParaRPr lang="en-US"/>
          </a:p>
        </p:txBody>
      </p:sp>
      <p:sp>
        <p:nvSpPr>
          <p:cNvPr id="2" name="Text Placeholder 1">
            <a:extLst>
              <a:ext uri="{FF2B5EF4-FFF2-40B4-BE49-F238E27FC236}">
                <a16:creationId xmlns:a16="http://schemas.microsoft.com/office/drawing/2014/main" id="{6EC3827A-F4B9-A9B0-F441-7A0B02516A22}"/>
              </a:ext>
            </a:extLst>
          </p:cNvPr>
          <p:cNvSpPr>
            <a:spLocks noGrp="1"/>
          </p:cNvSpPr>
          <p:nvPr>
            <p:ph type="body" sz="quarter" idx="16"/>
          </p:nvPr>
        </p:nvSpPr>
        <p:spPr/>
        <p:txBody>
          <a:bodyPr/>
          <a:lstStyle/>
          <a:p>
            <a:r>
              <a:rPr lang="en-US"/>
              <a:t>04</a:t>
            </a:r>
          </a:p>
        </p:txBody>
      </p:sp>
      <p:sp>
        <p:nvSpPr>
          <p:cNvPr id="10" name="Text Placeholder 9">
            <a:extLst>
              <a:ext uri="{FF2B5EF4-FFF2-40B4-BE49-F238E27FC236}">
                <a16:creationId xmlns:a16="http://schemas.microsoft.com/office/drawing/2014/main" id="{26CD09BD-8859-62ED-5D24-D410BE0B2FFF}"/>
              </a:ext>
            </a:extLst>
          </p:cNvPr>
          <p:cNvSpPr>
            <a:spLocks noGrp="1"/>
          </p:cNvSpPr>
          <p:nvPr>
            <p:ph type="body" sz="quarter" idx="17"/>
          </p:nvPr>
        </p:nvSpPr>
        <p:spPr/>
        <p:txBody>
          <a:bodyPr/>
          <a:lstStyle/>
          <a:p>
            <a:r>
              <a:rPr lang="en-US"/>
              <a:t>Lorem ipsum dolor sit </a:t>
            </a:r>
            <a:r>
              <a:rPr lang="en-US" err="1"/>
              <a:t>amet</a:t>
            </a:r>
            <a:r>
              <a:rPr lang="en-US"/>
              <a:t> </a:t>
            </a:r>
            <a:r>
              <a:rPr lang="en-US" err="1"/>
              <a:t>conset</a:t>
            </a:r>
            <a:endParaRPr lang="en-US"/>
          </a:p>
        </p:txBody>
      </p:sp>
    </p:spTree>
    <p:extLst>
      <p:ext uri="{BB962C8B-B14F-4D97-AF65-F5344CB8AC3E}">
        <p14:creationId xmlns:p14="http://schemas.microsoft.com/office/powerpoint/2010/main" val="216058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21F5-D09D-C78D-B2B0-51B794F709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72CD59-F022-8F29-338F-FAC31982D0A9}"/>
              </a:ext>
            </a:extLst>
          </p:cNvPr>
          <p:cNvSpPr>
            <a:spLocks noGrp="1"/>
          </p:cNvSpPr>
          <p:nvPr>
            <p:ph type="title"/>
          </p:nvPr>
        </p:nvSpPr>
        <p:spPr/>
        <p:txBody>
          <a:bodyPr/>
          <a:lstStyle/>
          <a:p>
            <a:r>
              <a:rPr lang="en-US"/>
              <a:t>Agenda, 5-6 items</a:t>
            </a:r>
          </a:p>
        </p:txBody>
      </p:sp>
      <p:sp>
        <p:nvSpPr>
          <p:cNvPr id="4" name="Text Placeholder 3">
            <a:extLst>
              <a:ext uri="{FF2B5EF4-FFF2-40B4-BE49-F238E27FC236}">
                <a16:creationId xmlns:a16="http://schemas.microsoft.com/office/drawing/2014/main" id="{E512F3AA-B21B-F9B0-ECA9-6AE671B3BBE6}"/>
              </a:ext>
            </a:extLst>
          </p:cNvPr>
          <p:cNvSpPr>
            <a:spLocks noGrp="1"/>
          </p:cNvSpPr>
          <p:nvPr>
            <p:ph type="body" sz="quarter" idx="10"/>
          </p:nvPr>
        </p:nvSpPr>
        <p:spPr/>
        <p:txBody>
          <a:bodyPr/>
          <a:lstStyle/>
          <a:p>
            <a:r>
              <a:rPr lang="en-US"/>
              <a:t>01</a:t>
            </a:r>
          </a:p>
        </p:txBody>
      </p:sp>
      <p:sp>
        <p:nvSpPr>
          <p:cNvPr id="5" name="Text Placeholder 4">
            <a:extLst>
              <a:ext uri="{FF2B5EF4-FFF2-40B4-BE49-F238E27FC236}">
                <a16:creationId xmlns:a16="http://schemas.microsoft.com/office/drawing/2014/main" id="{2A09EA0F-45AF-8682-9A70-2D6EE10610BB}"/>
              </a:ext>
            </a:extLst>
          </p:cNvPr>
          <p:cNvSpPr>
            <a:spLocks noGrp="1"/>
          </p:cNvSpPr>
          <p:nvPr>
            <p:ph type="body" sz="quarter" idx="11"/>
          </p:nvPr>
        </p:nvSpPr>
        <p:spPr/>
        <p:txBody>
          <a:bodyPr/>
          <a:lstStyle/>
          <a:p>
            <a:r>
              <a:rPr lang="en-US"/>
              <a:t>Lorem ipsum dolor sit </a:t>
            </a:r>
            <a:r>
              <a:rPr lang="en-US" err="1"/>
              <a:t>amet</a:t>
            </a:r>
            <a:r>
              <a:rPr lang="en-US"/>
              <a:t> </a:t>
            </a:r>
            <a:r>
              <a:rPr lang="en-US" err="1"/>
              <a:t>conset</a:t>
            </a:r>
            <a:endParaRPr lang="en-US"/>
          </a:p>
        </p:txBody>
      </p:sp>
      <p:sp>
        <p:nvSpPr>
          <p:cNvPr id="6" name="Text Placeholder 5">
            <a:extLst>
              <a:ext uri="{FF2B5EF4-FFF2-40B4-BE49-F238E27FC236}">
                <a16:creationId xmlns:a16="http://schemas.microsoft.com/office/drawing/2014/main" id="{C50A42DE-FE2C-28E3-0307-277DD7B175D7}"/>
              </a:ext>
            </a:extLst>
          </p:cNvPr>
          <p:cNvSpPr>
            <a:spLocks noGrp="1"/>
          </p:cNvSpPr>
          <p:nvPr>
            <p:ph type="body" sz="quarter" idx="12"/>
          </p:nvPr>
        </p:nvSpPr>
        <p:spPr/>
        <p:txBody>
          <a:bodyPr/>
          <a:lstStyle/>
          <a:p>
            <a:r>
              <a:rPr lang="en-US"/>
              <a:t>02</a:t>
            </a:r>
          </a:p>
        </p:txBody>
      </p:sp>
      <p:sp>
        <p:nvSpPr>
          <p:cNvPr id="7" name="Text Placeholder 6">
            <a:extLst>
              <a:ext uri="{FF2B5EF4-FFF2-40B4-BE49-F238E27FC236}">
                <a16:creationId xmlns:a16="http://schemas.microsoft.com/office/drawing/2014/main" id="{218F34CE-B78F-4009-018B-E12BAC84ED3F}"/>
              </a:ext>
            </a:extLst>
          </p:cNvPr>
          <p:cNvSpPr>
            <a:spLocks noGrp="1"/>
          </p:cNvSpPr>
          <p:nvPr>
            <p:ph type="body" sz="quarter" idx="13"/>
          </p:nvPr>
        </p:nvSpPr>
        <p:spPr/>
        <p:txBody>
          <a:bodyPr/>
          <a:lstStyle/>
          <a:p>
            <a:r>
              <a:rPr lang="en-US"/>
              <a:t>Lorem ipsum dolor sit </a:t>
            </a:r>
            <a:r>
              <a:rPr lang="en-US" err="1"/>
              <a:t>amet</a:t>
            </a:r>
            <a:r>
              <a:rPr lang="en-US"/>
              <a:t> </a:t>
            </a:r>
            <a:r>
              <a:rPr lang="en-US" err="1"/>
              <a:t>conset</a:t>
            </a:r>
            <a:endParaRPr lang="en-US"/>
          </a:p>
        </p:txBody>
      </p:sp>
      <p:sp>
        <p:nvSpPr>
          <p:cNvPr id="8" name="Text Placeholder 7">
            <a:extLst>
              <a:ext uri="{FF2B5EF4-FFF2-40B4-BE49-F238E27FC236}">
                <a16:creationId xmlns:a16="http://schemas.microsoft.com/office/drawing/2014/main" id="{3C4FF48E-A590-C57C-96BA-096865C87A06}"/>
              </a:ext>
            </a:extLst>
          </p:cNvPr>
          <p:cNvSpPr>
            <a:spLocks noGrp="1"/>
          </p:cNvSpPr>
          <p:nvPr>
            <p:ph type="body" sz="quarter" idx="14"/>
          </p:nvPr>
        </p:nvSpPr>
        <p:spPr/>
        <p:txBody>
          <a:bodyPr/>
          <a:lstStyle/>
          <a:p>
            <a:r>
              <a:rPr lang="en-US"/>
              <a:t>03</a:t>
            </a:r>
          </a:p>
        </p:txBody>
      </p:sp>
      <p:sp>
        <p:nvSpPr>
          <p:cNvPr id="9" name="Text Placeholder 8">
            <a:extLst>
              <a:ext uri="{FF2B5EF4-FFF2-40B4-BE49-F238E27FC236}">
                <a16:creationId xmlns:a16="http://schemas.microsoft.com/office/drawing/2014/main" id="{72DA8BBB-8508-E4C2-BF05-6A089D30E7EF}"/>
              </a:ext>
            </a:extLst>
          </p:cNvPr>
          <p:cNvSpPr>
            <a:spLocks noGrp="1"/>
          </p:cNvSpPr>
          <p:nvPr>
            <p:ph type="body" sz="quarter" idx="15"/>
          </p:nvPr>
        </p:nvSpPr>
        <p:spPr/>
        <p:txBody>
          <a:bodyPr/>
          <a:lstStyle/>
          <a:p>
            <a:r>
              <a:rPr lang="en-US"/>
              <a:t>Lorem ipsum dolor sit </a:t>
            </a:r>
            <a:r>
              <a:rPr lang="en-US" err="1"/>
              <a:t>amet</a:t>
            </a:r>
            <a:r>
              <a:rPr lang="en-US"/>
              <a:t> </a:t>
            </a:r>
            <a:r>
              <a:rPr lang="en-US" err="1"/>
              <a:t>conset</a:t>
            </a:r>
            <a:endParaRPr lang="en-US"/>
          </a:p>
          <a:p>
            <a:endParaRPr lang="en-US"/>
          </a:p>
        </p:txBody>
      </p:sp>
      <p:sp>
        <p:nvSpPr>
          <p:cNvPr id="2" name="Text Placeholder 1">
            <a:extLst>
              <a:ext uri="{FF2B5EF4-FFF2-40B4-BE49-F238E27FC236}">
                <a16:creationId xmlns:a16="http://schemas.microsoft.com/office/drawing/2014/main" id="{D53D96CE-9B58-CDBE-3468-E59D668FC6F5}"/>
              </a:ext>
            </a:extLst>
          </p:cNvPr>
          <p:cNvSpPr>
            <a:spLocks noGrp="1"/>
          </p:cNvSpPr>
          <p:nvPr>
            <p:ph type="body" sz="quarter" idx="16"/>
          </p:nvPr>
        </p:nvSpPr>
        <p:spPr/>
        <p:txBody>
          <a:bodyPr/>
          <a:lstStyle/>
          <a:p>
            <a:r>
              <a:rPr lang="en-US"/>
              <a:t>04</a:t>
            </a:r>
          </a:p>
        </p:txBody>
      </p:sp>
      <p:sp>
        <p:nvSpPr>
          <p:cNvPr id="10" name="Text Placeholder 9">
            <a:extLst>
              <a:ext uri="{FF2B5EF4-FFF2-40B4-BE49-F238E27FC236}">
                <a16:creationId xmlns:a16="http://schemas.microsoft.com/office/drawing/2014/main" id="{269B7442-F466-32BA-25EB-290EE6E192EC}"/>
              </a:ext>
            </a:extLst>
          </p:cNvPr>
          <p:cNvSpPr>
            <a:spLocks noGrp="1"/>
          </p:cNvSpPr>
          <p:nvPr>
            <p:ph type="body" sz="quarter" idx="17"/>
          </p:nvPr>
        </p:nvSpPr>
        <p:spPr/>
        <p:txBody>
          <a:bodyPr/>
          <a:lstStyle/>
          <a:p>
            <a:r>
              <a:rPr lang="en-US"/>
              <a:t>Lorem ipsum dolor sit </a:t>
            </a:r>
            <a:r>
              <a:rPr lang="en-US" err="1"/>
              <a:t>amet</a:t>
            </a:r>
            <a:r>
              <a:rPr lang="en-US"/>
              <a:t> </a:t>
            </a:r>
            <a:r>
              <a:rPr lang="en-US" err="1"/>
              <a:t>conset</a:t>
            </a:r>
            <a:endParaRPr lang="en-US"/>
          </a:p>
        </p:txBody>
      </p:sp>
      <p:sp>
        <p:nvSpPr>
          <p:cNvPr id="11" name="Text Placeholder 10">
            <a:extLst>
              <a:ext uri="{FF2B5EF4-FFF2-40B4-BE49-F238E27FC236}">
                <a16:creationId xmlns:a16="http://schemas.microsoft.com/office/drawing/2014/main" id="{D60EC318-76EB-5F07-D82F-6F8B41425161}"/>
              </a:ext>
            </a:extLst>
          </p:cNvPr>
          <p:cNvSpPr>
            <a:spLocks noGrp="1"/>
          </p:cNvSpPr>
          <p:nvPr>
            <p:ph type="body" sz="quarter" idx="18"/>
          </p:nvPr>
        </p:nvSpPr>
        <p:spPr/>
        <p:txBody>
          <a:bodyPr/>
          <a:lstStyle/>
          <a:p>
            <a:r>
              <a:rPr lang="en-US"/>
              <a:t>05</a:t>
            </a:r>
          </a:p>
        </p:txBody>
      </p:sp>
      <p:sp>
        <p:nvSpPr>
          <p:cNvPr id="12" name="Text Placeholder 11">
            <a:extLst>
              <a:ext uri="{FF2B5EF4-FFF2-40B4-BE49-F238E27FC236}">
                <a16:creationId xmlns:a16="http://schemas.microsoft.com/office/drawing/2014/main" id="{A62D9614-20BB-DB6A-8C35-24231C97C882}"/>
              </a:ext>
            </a:extLst>
          </p:cNvPr>
          <p:cNvSpPr>
            <a:spLocks noGrp="1"/>
          </p:cNvSpPr>
          <p:nvPr>
            <p:ph type="body" sz="quarter" idx="19"/>
          </p:nvPr>
        </p:nvSpPr>
        <p:spPr/>
        <p:txBody>
          <a:bodyPr/>
          <a:lstStyle/>
          <a:p>
            <a:r>
              <a:rPr lang="en-US"/>
              <a:t>Lorem ipsum dolor sit </a:t>
            </a:r>
            <a:r>
              <a:rPr lang="en-US" err="1"/>
              <a:t>amet</a:t>
            </a:r>
            <a:r>
              <a:rPr lang="en-US"/>
              <a:t> </a:t>
            </a:r>
            <a:r>
              <a:rPr lang="en-US" err="1"/>
              <a:t>conset</a:t>
            </a:r>
            <a:endParaRPr lang="en-US"/>
          </a:p>
        </p:txBody>
      </p:sp>
      <p:sp>
        <p:nvSpPr>
          <p:cNvPr id="13" name="Text Placeholder 12">
            <a:extLst>
              <a:ext uri="{FF2B5EF4-FFF2-40B4-BE49-F238E27FC236}">
                <a16:creationId xmlns:a16="http://schemas.microsoft.com/office/drawing/2014/main" id="{E45EC097-1876-04CC-823F-26B12F9AE03F}"/>
              </a:ext>
            </a:extLst>
          </p:cNvPr>
          <p:cNvSpPr>
            <a:spLocks noGrp="1"/>
          </p:cNvSpPr>
          <p:nvPr>
            <p:ph type="body" sz="quarter" idx="20"/>
          </p:nvPr>
        </p:nvSpPr>
        <p:spPr/>
        <p:txBody>
          <a:bodyPr/>
          <a:lstStyle/>
          <a:p>
            <a:r>
              <a:rPr lang="en-US"/>
              <a:t>06</a:t>
            </a:r>
          </a:p>
        </p:txBody>
      </p:sp>
      <p:sp>
        <p:nvSpPr>
          <p:cNvPr id="14" name="Text Placeholder 13">
            <a:extLst>
              <a:ext uri="{FF2B5EF4-FFF2-40B4-BE49-F238E27FC236}">
                <a16:creationId xmlns:a16="http://schemas.microsoft.com/office/drawing/2014/main" id="{C984B198-7160-C06B-AB1A-CB9D79D12AFA}"/>
              </a:ext>
            </a:extLst>
          </p:cNvPr>
          <p:cNvSpPr>
            <a:spLocks noGrp="1"/>
          </p:cNvSpPr>
          <p:nvPr>
            <p:ph type="body" sz="quarter" idx="21"/>
          </p:nvPr>
        </p:nvSpPr>
        <p:spPr/>
        <p:txBody>
          <a:bodyPr/>
          <a:lstStyle/>
          <a:p>
            <a:r>
              <a:rPr lang="en-US"/>
              <a:t>Lorem ipsum dolor sit </a:t>
            </a:r>
            <a:r>
              <a:rPr lang="en-US" err="1"/>
              <a:t>amet</a:t>
            </a:r>
            <a:r>
              <a:rPr lang="en-US"/>
              <a:t> </a:t>
            </a:r>
            <a:r>
              <a:rPr lang="en-US" err="1"/>
              <a:t>conset</a:t>
            </a:r>
            <a:endParaRPr lang="en-US"/>
          </a:p>
        </p:txBody>
      </p:sp>
    </p:spTree>
    <p:extLst>
      <p:ext uri="{BB962C8B-B14F-4D97-AF65-F5344CB8AC3E}">
        <p14:creationId xmlns:p14="http://schemas.microsoft.com/office/powerpoint/2010/main" val="843943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28AF0C-7826-CD90-EC8D-3B8B234ED2D8}"/>
              </a:ext>
            </a:extLst>
          </p:cNvPr>
          <p:cNvSpPr>
            <a:spLocks noGrp="1"/>
          </p:cNvSpPr>
          <p:nvPr>
            <p:ph type="title"/>
          </p:nvPr>
        </p:nvSpPr>
        <p:spPr/>
        <p:txBody>
          <a:bodyPr/>
          <a:lstStyle/>
          <a:p>
            <a:r>
              <a:rPr lang="en-US"/>
              <a:t>Insert Section Title </a:t>
            </a:r>
          </a:p>
        </p:txBody>
      </p:sp>
      <p:sp>
        <p:nvSpPr>
          <p:cNvPr id="10" name="Text Placeholder 2">
            <a:extLst>
              <a:ext uri="{FF2B5EF4-FFF2-40B4-BE49-F238E27FC236}">
                <a16:creationId xmlns:a16="http://schemas.microsoft.com/office/drawing/2014/main" id="{EBB2C5E5-7DEC-37C7-F736-BFB22647178D}"/>
              </a:ext>
            </a:extLst>
          </p:cNvPr>
          <p:cNvSpPr>
            <a:spLocks noGrp="1"/>
          </p:cNvSpPr>
          <p:nvPr>
            <p:ph type="body" sz="quarter" idx="10"/>
          </p:nvPr>
        </p:nvSpPr>
        <p:spPr/>
        <p:txBody>
          <a:bodyPr/>
          <a:lstStyle/>
          <a:p>
            <a:r>
              <a:rPr lang="en-US" sz="6400">
                <a:solidFill>
                  <a:srgbClr val="9EF5EF"/>
                </a:solidFill>
                <a:latin typeface="+mj-lt"/>
              </a:rPr>
              <a:t>01</a:t>
            </a:r>
          </a:p>
        </p:txBody>
      </p:sp>
    </p:spTree>
    <p:extLst>
      <p:ext uri="{BB962C8B-B14F-4D97-AF65-F5344CB8AC3E}">
        <p14:creationId xmlns:p14="http://schemas.microsoft.com/office/powerpoint/2010/main" val="7114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ection Title 1">
            <a:extLst>
              <a:ext uri="{FF2B5EF4-FFF2-40B4-BE49-F238E27FC236}">
                <a16:creationId xmlns:a16="http://schemas.microsoft.com/office/drawing/2014/main" id="{8685B43D-DC40-A2D2-31E6-57E71C733C34}"/>
              </a:ext>
            </a:extLst>
          </p:cNvPr>
          <p:cNvSpPr>
            <a:spLocks noGrp="1"/>
          </p:cNvSpPr>
          <p:nvPr>
            <p:ph type="title"/>
          </p:nvPr>
        </p:nvSpPr>
        <p:spPr/>
        <p:txBody>
          <a:bodyPr/>
          <a:lstStyle/>
          <a:p>
            <a:r>
              <a:rPr lang="en-US"/>
              <a:t>Insert Section Title</a:t>
            </a:r>
          </a:p>
        </p:txBody>
      </p:sp>
      <p:sp>
        <p:nvSpPr>
          <p:cNvPr id="3" name="Text Placeholder 2">
            <a:extLst>
              <a:ext uri="{FF2B5EF4-FFF2-40B4-BE49-F238E27FC236}">
                <a16:creationId xmlns:a16="http://schemas.microsoft.com/office/drawing/2014/main" id="{9A061338-4039-F257-5BAF-FFB3EA334DA5}"/>
              </a:ext>
            </a:extLst>
          </p:cNvPr>
          <p:cNvSpPr>
            <a:spLocks noGrp="1"/>
          </p:cNvSpPr>
          <p:nvPr>
            <p:ph type="body" sz="quarter" idx="10"/>
          </p:nvPr>
        </p:nvSpPr>
        <p:spPr/>
        <p:txBody>
          <a:bodyPr/>
          <a:lstStyle/>
          <a:p>
            <a:r>
              <a:rPr lang="en-US"/>
              <a:t>01</a:t>
            </a:r>
          </a:p>
        </p:txBody>
      </p:sp>
    </p:spTree>
    <p:extLst>
      <p:ext uri="{BB962C8B-B14F-4D97-AF65-F5344CB8AC3E}">
        <p14:creationId xmlns:p14="http://schemas.microsoft.com/office/powerpoint/2010/main" val="229778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0FA04-82EC-21C8-E1BA-EFB4339A39C9}"/>
            </a:ext>
          </a:extLst>
        </p:cNvPr>
        <p:cNvGrpSpPr/>
        <p:nvPr/>
      </p:nvGrpSpPr>
      <p:grpSpPr>
        <a:xfrm>
          <a:off x="0" y="0"/>
          <a:ext cx="0" cy="0"/>
          <a:chOff x="0" y="0"/>
          <a:chExt cx="0" cy="0"/>
        </a:xfrm>
      </p:grpSpPr>
      <p:sp>
        <p:nvSpPr>
          <p:cNvPr id="6" name="Section Title 1">
            <a:extLst>
              <a:ext uri="{FF2B5EF4-FFF2-40B4-BE49-F238E27FC236}">
                <a16:creationId xmlns:a16="http://schemas.microsoft.com/office/drawing/2014/main" id="{F12D6100-902F-60FD-912B-7E8EF613AB3E}"/>
              </a:ext>
            </a:extLst>
          </p:cNvPr>
          <p:cNvSpPr>
            <a:spLocks noGrp="1"/>
          </p:cNvSpPr>
          <p:nvPr>
            <p:ph type="title"/>
          </p:nvPr>
        </p:nvSpPr>
        <p:spPr/>
        <p:txBody>
          <a:bodyPr/>
          <a:lstStyle/>
          <a:p>
            <a:r>
              <a:rPr lang="en-US"/>
              <a:t>Insert Section Title</a:t>
            </a:r>
          </a:p>
        </p:txBody>
      </p:sp>
      <p:sp>
        <p:nvSpPr>
          <p:cNvPr id="3" name="Text Placeholder 2">
            <a:extLst>
              <a:ext uri="{FF2B5EF4-FFF2-40B4-BE49-F238E27FC236}">
                <a16:creationId xmlns:a16="http://schemas.microsoft.com/office/drawing/2014/main" id="{2A14D362-3A80-4CA2-8059-7644C9AC4982}"/>
              </a:ext>
            </a:extLst>
          </p:cNvPr>
          <p:cNvSpPr>
            <a:spLocks noGrp="1"/>
          </p:cNvSpPr>
          <p:nvPr>
            <p:ph type="body" sz="quarter" idx="10"/>
          </p:nvPr>
        </p:nvSpPr>
        <p:spPr/>
        <p:txBody>
          <a:bodyPr/>
          <a:lstStyle/>
          <a:p>
            <a:r>
              <a:rPr lang="en-US"/>
              <a:t>01</a:t>
            </a:r>
          </a:p>
        </p:txBody>
      </p:sp>
    </p:spTree>
    <p:extLst>
      <p:ext uri="{BB962C8B-B14F-4D97-AF65-F5344CB8AC3E}">
        <p14:creationId xmlns:p14="http://schemas.microsoft.com/office/powerpoint/2010/main" val="107329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18734A-5F8B-5D1F-AAD6-2288C1ED38B7}"/>
              </a:ext>
            </a:extLst>
          </p:cNvPr>
          <p:cNvSpPr>
            <a:spLocks noGrp="1"/>
          </p:cNvSpPr>
          <p:nvPr>
            <p:ph type="title"/>
          </p:nvPr>
        </p:nvSpPr>
        <p:spPr/>
        <p:txBody>
          <a:bodyPr/>
          <a:lstStyle/>
          <a:p>
            <a:r>
              <a:rPr lang="en-US"/>
              <a:t>Headline only</a:t>
            </a:r>
          </a:p>
        </p:txBody>
      </p:sp>
    </p:spTree>
    <p:extLst>
      <p:ext uri="{BB962C8B-B14F-4D97-AF65-F5344CB8AC3E}">
        <p14:creationId xmlns:p14="http://schemas.microsoft.com/office/powerpoint/2010/main" val="176808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eadline">
            <a:extLst>
              <a:ext uri="{FF2B5EF4-FFF2-40B4-BE49-F238E27FC236}">
                <a16:creationId xmlns:a16="http://schemas.microsoft.com/office/drawing/2014/main" id="{8018734A-5F8B-5D1F-AAD6-2288C1ED38B7}"/>
              </a:ext>
            </a:extLst>
          </p:cNvPr>
          <p:cNvSpPr>
            <a:spLocks noGrp="1"/>
          </p:cNvSpPr>
          <p:nvPr>
            <p:ph type="title"/>
          </p:nvPr>
        </p:nvSpPr>
        <p:spPr>
          <a:xfrm>
            <a:off x="615041" y="611443"/>
            <a:ext cx="10961915" cy="546100"/>
          </a:xfrm>
        </p:spPr>
        <p:txBody>
          <a:bodyPr/>
          <a:lstStyle/>
          <a:p>
            <a:r>
              <a:rPr lang="en-US"/>
              <a:t>Headline with </a:t>
            </a:r>
            <a:r>
              <a:rPr lang="en-US" err="1"/>
              <a:t>subtlte</a:t>
            </a:r>
            <a:endParaRPr lang="en-US"/>
          </a:p>
        </p:txBody>
      </p:sp>
      <p:sp>
        <p:nvSpPr>
          <p:cNvPr id="5" name="Text Placeholder 4">
            <a:extLst>
              <a:ext uri="{FF2B5EF4-FFF2-40B4-BE49-F238E27FC236}">
                <a16:creationId xmlns:a16="http://schemas.microsoft.com/office/drawing/2014/main" id="{7B0A2E51-F2AC-D735-142F-7678BC5803E6}"/>
              </a:ext>
            </a:extLst>
          </p:cNvPr>
          <p:cNvSpPr>
            <a:spLocks noGrp="1"/>
          </p:cNvSpPr>
          <p:nvPr>
            <p:ph type="body" sz="quarter" idx="10"/>
          </p:nvPr>
        </p:nvSpPr>
        <p:spPr/>
        <p:txBody>
          <a:bodyPr/>
          <a:lstStyle/>
          <a:p>
            <a:r>
              <a:rPr lang="en-US"/>
              <a:t>Subtitle here</a:t>
            </a:r>
          </a:p>
        </p:txBody>
      </p:sp>
    </p:spTree>
    <p:extLst>
      <p:ext uri="{BB962C8B-B14F-4D97-AF65-F5344CB8AC3E}">
        <p14:creationId xmlns:p14="http://schemas.microsoft.com/office/powerpoint/2010/main" val="221542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line">
            <a:extLst>
              <a:ext uri="{FF2B5EF4-FFF2-40B4-BE49-F238E27FC236}">
                <a16:creationId xmlns:a16="http://schemas.microsoft.com/office/drawing/2014/main" id="{60BAFAB1-71D6-BB68-D486-709E1B36F258}"/>
              </a:ext>
            </a:extLst>
          </p:cNvPr>
          <p:cNvSpPr>
            <a:spLocks noGrp="1"/>
          </p:cNvSpPr>
          <p:nvPr>
            <p:ph type="title"/>
          </p:nvPr>
        </p:nvSpPr>
        <p:spPr>
          <a:xfrm>
            <a:off x="615042" y="611443"/>
            <a:ext cx="10961916" cy="784800"/>
          </a:xfrm>
        </p:spPr>
        <p:txBody>
          <a:bodyPr/>
          <a:lstStyle/>
          <a:p>
            <a:r>
              <a:rPr lang="en-US"/>
              <a:t>Table styles</a:t>
            </a:r>
          </a:p>
        </p:txBody>
      </p:sp>
      <p:graphicFrame>
        <p:nvGraphicFramePr>
          <p:cNvPr id="4" name="Table">
            <a:extLst>
              <a:ext uri="{FF2B5EF4-FFF2-40B4-BE49-F238E27FC236}">
                <a16:creationId xmlns:a16="http://schemas.microsoft.com/office/drawing/2014/main" id="{618A197A-EEBB-D2CA-0895-95964F6422CC}"/>
              </a:ext>
            </a:extLst>
          </p:cNvPr>
          <p:cNvGraphicFramePr/>
          <p:nvPr>
            <p:extLst>
              <p:ext uri="{D42A27DB-BD31-4B8C-83A1-F6EECF244321}">
                <p14:modId xmlns:p14="http://schemas.microsoft.com/office/powerpoint/2010/main" val="3762074561"/>
              </p:ext>
            </p:extLst>
          </p:nvPr>
        </p:nvGraphicFramePr>
        <p:xfrm>
          <a:off x="563880" y="1699912"/>
          <a:ext cx="11064240" cy="4048126"/>
        </p:xfrm>
        <a:graphic>
          <a:graphicData uri="http://schemas.openxmlformats.org/drawingml/2006/table">
            <a:tbl>
              <a:tblPr bandRow="1">
                <a:tableStyleId>{4C3C2611-4C71-4FC5-86AE-919BDF0F9419}</a:tableStyleId>
              </a:tblPr>
              <a:tblGrid>
                <a:gridCol w="2188845">
                  <a:extLst>
                    <a:ext uri="{9D8B030D-6E8A-4147-A177-3AD203B41FA5}">
                      <a16:colId xmlns:a16="http://schemas.microsoft.com/office/drawing/2014/main" val="20000"/>
                    </a:ext>
                  </a:extLst>
                </a:gridCol>
                <a:gridCol w="2958465">
                  <a:extLst>
                    <a:ext uri="{9D8B030D-6E8A-4147-A177-3AD203B41FA5}">
                      <a16:colId xmlns:a16="http://schemas.microsoft.com/office/drawing/2014/main" val="20002"/>
                    </a:ext>
                  </a:extLst>
                </a:gridCol>
                <a:gridCol w="2958465">
                  <a:extLst>
                    <a:ext uri="{9D8B030D-6E8A-4147-A177-3AD203B41FA5}">
                      <a16:colId xmlns:a16="http://schemas.microsoft.com/office/drawing/2014/main" val="20003"/>
                    </a:ext>
                  </a:extLst>
                </a:gridCol>
                <a:gridCol w="2958465">
                  <a:extLst>
                    <a:ext uri="{9D8B030D-6E8A-4147-A177-3AD203B41FA5}">
                      <a16:colId xmlns:a16="http://schemas.microsoft.com/office/drawing/2014/main" val="20004"/>
                    </a:ext>
                  </a:extLst>
                </a:gridCol>
              </a:tblGrid>
              <a:tr h="483700">
                <a:tc>
                  <a:txBody>
                    <a:bodyPr/>
                    <a:lstStyle/>
                    <a:p>
                      <a:pPr algn="ctr" defTabSz="914400">
                        <a:defRPr>
                          <a:solidFill>
                            <a:srgbClr val="6A6E77"/>
                          </a:solidFill>
                          <a:latin typeface="Roboto"/>
                          <a:ea typeface="Roboto"/>
                          <a:cs typeface="Roboto"/>
                        </a:defRPr>
                      </a:pPr>
                      <a:endParaRPr sz="1200" b="1">
                        <a:solidFill>
                          <a:schemeClr val="tx1"/>
                        </a:solidFill>
                        <a:latin typeface="+mj-lt"/>
                        <a:cs typeface="Arial" panose="020B0604020202020204" pitchFamily="34" charset="0"/>
                      </a:endParaRPr>
                    </a:p>
                  </a:txBody>
                  <a:tcPr marR="25400" marT="0" marB="0" horzOverflow="overflow">
                    <a:lnL w="12700" cap="flat">
                      <a:noFill/>
                      <a:miter lim="400000"/>
                    </a:lnL>
                    <a:lnR w="6350" cap="flat" cmpd="sng" algn="ctr">
                      <a:noFill/>
                      <a:prstDash val="solid"/>
                      <a:round/>
                      <a:headEnd type="none" w="med" len="med"/>
                      <a:tailEnd type="none" w="med" len="med"/>
                    </a:lnR>
                    <a:lnT w="12700" cap="flat">
                      <a:noFill/>
                      <a:miter lim="400000"/>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defRPr b="1">
                          <a:solidFill>
                            <a:srgbClr val="4C5056"/>
                          </a:solidFill>
                          <a:latin typeface="Roboto"/>
                          <a:ea typeface="Roboto"/>
                          <a:cs typeface="Roboto"/>
                        </a:defRPr>
                      </a:pPr>
                      <a:r>
                        <a:rPr lang="en-US" sz="1600" b="0" i="0" u="none" strike="noStrike" cap="none" spc="0" baseline="0">
                          <a:solidFill>
                            <a:schemeClr val="tx1"/>
                          </a:solidFill>
                          <a:uFillTx/>
                          <a:latin typeface="+mj-lt"/>
                          <a:ea typeface="Roboto"/>
                          <a:cs typeface="Arial" panose="020B0604020202020204" pitchFamily="34" charset="0"/>
                          <a:sym typeface="Roboto"/>
                        </a:rPr>
                        <a:t>Lorem ipsum</a:t>
                      </a:r>
                    </a:p>
                  </a:txBody>
                  <a:tcPr marL="0" marT="0" marB="0"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a:noFill/>
                      <a:miter lim="400000"/>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defRPr b="1">
                          <a:solidFill>
                            <a:srgbClr val="4C5056"/>
                          </a:solidFill>
                          <a:latin typeface="Roboto"/>
                          <a:ea typeface="Roboto"/>
                          <a:cs typeface="Roboto"/>
                        </a:defRPr>
                      </a:pPr>
                      <a:r>
                        <a:rPr lang="en-US" sz="1600" b="0" i="0" u="none" strike="noStrike" cap="none" spc="0" baseline="0">
                          <a:solidFill>
                            <a:schemeClr val="tx1"/>
                          </a:solidFill>
                          <a:uFillTx/>
                          <a:latin typeface="+mj-lt"/>
                          <a:ea typeface="Roboto"/>
                          <a:cs typeface="Arial" panose="020B0604020202020204" pitchFamily="34" charset="0"/>
                          <a:sym typeface="Roboto"/>
                        </a:rPr>
                        <a:t>Lorem ipsum</a:t>
                      </a:r>
                    </a:p>
                  </a:txBody>
                  <a:tcPr marL="0" marT="0" marB="0"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a:noFill/>
                      <a:miter lim="400000"/>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defRPr b="1">
                          <a:solidFill>
                            <a:srgbClr val="4C5056"/>
                          </a:solidFill>
                          <a:latin typeface="Roboto"/>
                          <a:ea typeface="Roboto"/>
                          <a:cs typeface="Roboto"/>
                        </a:defRPr>
                      </a:pPr>
                      <a:r>
                        <a:rPr lang="en-US" sz="1600" b="0" i="0" u="none" strike="noStrike" cap="none" spc="0" baseline="0">
                          <a:solidFill>
                            <a:schemeClr val="tx1"/>
                          </a:solidFill>
                          <a:uFillTx/>
                          <a:latin typeface="+mj-lt"/>
                          <a:ea typeface="Roboto"/>
                          <a:cs typeface="Arial" panose="020B0604020202020204" pitchFamily="34" charset="0"/>
                          <a:sym typeface="Roboto"/>
                        </a:rPr>
                        <a:t>Lorem ipsum</a:t>
                      </a:r>
                    </a:p>
                  </a:txBody>
                  <a:tcPr marL="0" marT="0" marB="0" horzOverflow="overflow">
                    <a:lnL w="6350" cap="flat" cmpd="sng" algn="ctr">
                      <a:noFill/>
                      <a:prstDash val="solid"/>
                      <a:round/>
                      <a:headEnd type="none" w="med" len="med"/>
                      <a:tailEnd type="none" w="med" len="med"/>
                    </a:lnL>
                    <a:lnR w="12700" cap="flat">
                      <a:noFill/>
                      <a:miter lim="400000"/>
                    </a:lnR>
                    <a:lnT w="12700" cap="flat">
                      <a:noFill/>
                      <a:miter lim="400000"/>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94071">
                <a:tc>
                  <a:txBody>
                    <a:bodyPr/>
                    <a:lstStyle/>
                    <a:p>
                      <a:pPr algn="l">
                        <a:lnSpc>
                          <a:spcPct val="150000"/>
                        </a:lnSpc>
                        <a:defRPr b="1">
                          <a:solidFill>
                            <a:srgbClr val="4C5056"/>
                          </a:solidFill>
                          <a:latin typeface="Roboto"/>
                          <a:ea typeface="Roboto"/>
                          <a:cs typeface="Roboto"/>
                        </a:defRPr>
                      </a:pPr>
                      <a:r>
                        <a:rPr lang="en-US" sz="1400" b="0" i="0">
                          <a:solidFill>
                            <a:schemeClr val="tx1"/>
                          </a:solidFill>
                          <a:latin typeface="+mj-lt"/>
                          <a:cs typeface="Arial" panose="020B0604020202020204" pitchFamily="34" charset="0"/>
                        </a:rPr>
                        <a:t>Lorem ipsum dolor</a:t>
                      </a:r>
                      <a:endParaRPr sz="1400" b="0" i="0">
                        <a:solidFill>
                          <a:schemeClr val="tx1"/>
                        </a:solidFill>
                        <a:latin typeface="+mj-lt"/>
                        <a:cs typeface="Arial" panose="020B0604020202020204" pitchFamily="34" charset="0"/>
                      </a:endParaRPr>
                    </a:p>
                  </a:txBody>
                  <a:tcPr marL="182880" marR="182880" marT="0" marB="0" anchor="ctr" horzOverflow="overflow">
                    <a:lnL w="12700" cap="flat">
                      <a:noFill/>
                      <a:miter lim="400000"/>
                    </a:lnL>
                    <a:lnR w="6350" cap="flat" cmpd="sng" algn="ctr">
                      <a:no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latinLnBrk="0">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12700" cap="flat">
                      <a:noFill/>
                      <a:miter lim="400000"/>
                    </a:lnR>
                    <a:lnT w="28575" cap="flat" cmpd="sng" algn="ctr">
                      <a:solidFill>
                        <a:schemeClr val="tx2"/>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94071">
                <a:tc>
                  <a:txBody>
                    <a:bodyPr/>
                    <a:lstStyle/>
                    <a:p>
                      <a:pPr algn="l">
                        <a:lnSpc>
                          <a:spcPct val="150000"/>
                        </a:lnSpc>
                        <a:defRPr b="1">
                          <a:solidFill>
                            <a:srgbClr val="4C5056"/>
                          </a:solidFill>
                          <a:latin typeface="Roboto"/>
                          <a:ea typeface="Roboto"/>
                          <a:cs typeface="Roboto"/>
                        </a:defRPr>
                      </a:pPr>
                      <a:r>
                        <a:rPr lang="en-US" sz="1400" b="0" i="0" u="none" strike="noStrike" cap="none" spc="0" baseline="0">
                          <a:solidFill>
                            <a:schemeClr val="tx1"/>
                          </a:solidFill>
                          <a:uFillTx/>
                          <a:latin typeface="+mj-lt"/>
                          <a:ea typeface="Roboto"/>
                          <a:cs typeface="Arial" panose="020B0604020202020204" pitchFamily="34" charset="0"/>
                          <a:sym typeface="Roboto"/>
                        </a:rPr>
                        <a:t>Lorem ipsum dolor</a:t>
                      </a:r>
                    </a:p>
                  </a:txBody>
                  <a:tcPr marL="182880" marR="182880" marT="0" marB="0" anchor="ctr" horzOverflow="overflow">
                    <a:lnL w="12700" cap="flat">
                      <a:noFill/>
                      <a:miter lim="400000"/>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latinLnBrk="0">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12700" cap="flat">
                      <a:noFill/>
                      <a:miter lim="400000"/>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94071">
                <a:tc>
                  <a:txBody>
                    <a:bodyPr/>
                    <a:lstStyle/>
                    <a:p>
                      <a:pPr algn="l">
                        <a:lnSpc>
                          <a:spcPct val="150000"/>
                        </a:lnSpc>
                        <a:defRPr b="1">
                          <a:solidFill>
                            <a:srgbClr val="4C5056"/>
                          </a:solidFill>
                          <a:latin typeface="Roboto"/>
                          <a:ea typeface="Roboto"/>
                          <a:cs typeface="Roboto"/>
                        </a:defRPr>
                      </a:pPr>
                      <a:r>
                        <a:rPr lang="en-US" sz="1400" b="0" i="0" u="none" strike="noStrike" cap="none" spc="0" baseline="0">
                          <a:solidFill>
                            <a:schemeClr val="tx1"/>
                          </a:solidFill>
                          <a:uFillTx/>
                          <a:latin typeface="+mj-lt"/>
                          <a:ea typeface="Roboto"/>
                          <a:cs typeface="Arial" panose="020B0604020202020204" pitchFamily="34" charset="0"/>
                          <a:sym typeface="Roboto"/>
                        </a:rPr>
                        <a:t>Lorem ipsum dolor</a:t>
                      </a:r>
                    </a:p>
                  </a:txBody>
                  <a:tcPr marL="182880" marR="182880" marT="0" marB="0" anchor="ctr" horzOverflow="overflow">
                    <a:lnL w="12700" cap="flat">
                      <a:noFill/>
                      <a:miter lim="400000"/>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latinLnBrk="0">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12700" cap="flat">
                      <a:noFill/>
                      <a:miter lim="400000"/>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94071">
                <a:tc>
                  <a:txBody>
                    <a:bodyPr/>
                    <a:lstStyle/>
                    <a:p>
                      <a:pPr algn="l">
                        <a:lnSpc>
                          <a:spcPct val="150000"/>
                        </a:lnSpc>
                        <a:defRPr b="1">
                          <a:solidFill>
                            <a:srgbClr val="4C5056"/>
                          </a:solidFill>
                          <a:latin typeface="Roboto"/>
                          <a:ea typeface="Roboto"/>
                          <a:cs typeface="Roboto"/>
                        </a:defRPr>
                      </a:pPr>
                      <a:r>
                        <a:rPr lang="en-US" sz="1400" b="0" i="0" u="none" strike="noStrike" cap="none" spc="0" baseline="0">
                          <a:solidFill>
                            <a:schemeClr val="tx1"/>
                          </a:solidFill>
                          <a:uFillTx/>
                          <a:latin typeface="+mj-lt"/>
                          <a:ea typeface="Roboto"/>
                          <a:cs typeface="Arial" panose="020B0604020202020204" pitchFamily="34" charset="0"/>
                          <a:sym typeface="Roboto"/>
                        </a:rPr>
                        <a:t>Lorem ipsum dolor</a:t>
                      </a:r>
                    </a:p>
                  </a:txBody>
                  <a:tcPr marL="182880" marR="182880" marT="0" marB="0" anchor="ctr" horzOverflow="overflow">
                    <a:lnL w="12700" cap="flat">
                      <a:noFill/>
                      <a:miter lim="400000"/>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latinLnBrk="0">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12700" cap="flat">
                      <a:noFill/>
                      <a:miter lim="400000"/>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94071">
                <a:tc>
                  <a:txBody>
                    <a:bodyPr/>
                    <a:lstStyle/>
                    <a:p>
                      <a:pPr algn="l">
                        <a:lnSpc>
                          <a:spcPct val="150000"/>
                        </a:lnSpc>
                        <a:defRPr b="1">
                          <a:solidFill>
                            <a:srgbClr val="4C5056"/>
                          </a:solidFill>
                          <a:latin typeface="Roboto"/>
                          <a:ea typeface="Roboto"/>
                          <a:cs typeface="Roboto"/>
                        </a:defRPr>
                      </a:pPr>
                      <a:r>
                        <a:rPr lang="en-US" sz="1400" b="0" i="0" u="none" strike="noStrike" cap="none" spc="0" baseline="0">
                          <a:solidFill>
                            <a:schemeClr val="tx1"/>
                          </a:solidFill>
                          <a:uFillTx/>
                          <a:latin typeface="+mj-lt"/>
                          <a:ea typeface="Roboto"/>
                          <a:cs typeface="Arial" panose="020B0604020202020204" pitchFamily="34" charset="0"/>
                          <a:sym typeface="Roboto"/>
                        </a:rPr>
                        <a:t>Lorem ipsum dolor</a:t>
                      </a:r>
                    </a:p>
                  </a:txBody>
                  <a:tcPr marL="182880" marR="182880" marT="0" marB="0" anchor="ctr" horzOverflow="overflow">
                    <a:lnL w="12700" cap="flat">
                      <a:noFill/>
                      <a:miter lim="400000"/>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latinLnBrk="0">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12700" cap="flat">
                      <a:noFill/>
                      <a:miter lim="400000"/>
                    </a:lnR>
                    <a:lnT w="12700" cap="flat" cmpd="sng" algn="ctr">
                      <a:solidFill>
                        <a:srgbClr val="AEE2FF"/>
                      </a:solidFill>
                      <a:prstDash val="solid"/>
                      <a:round/>
                      <a:headEnd type="none" w="med" len="med"/>
                      <a:tailEnd type="none" w="med" len="med"/>
                    </a:lnT>
                    <a:lnB w="12700" cap="flat" cmpd="sng" algn="ctr">
                      <a:solidFill>
                        <a:srgbClr val="AEE2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94071">
                <a:tc>
                  <a:txBody>
                    <a:bodyPr/>
                    <a:lstStyle/>
                    <a:p>
                      <a:pPr algn="l">
                        <a:lnSpc>
                          <a:spcPct val="150000"/>
                        </a:lnSpc>
                        <a:defRPr b="1">
                          <a:solidFill>
                            <a:srgbClr val="4C5056"/>
                          </a:solidFill>
                          <a:latin typeface="Roboto"/>
                          <a:ea typeface="Roboto"/>
                          <a:cs typeface="Roboto"/>
                        </a:defRPr>
                      </a:pPr>
                      <a:r>
                        <a:rPr lang="en-US" sz="1400" b="0" i="0" u="none" strike="noStrike" cap="none" spc="0" baseline="0">
                          <a:solidFill>
                            <a:schemeClr val="tx1"/>
                          </a:solidFill>
                          <a:uFillTx/>
                          <a:latin typeface="+mj-lt"/>
                          <a:ea typeface="Roboto"/>
                          <a:cs typeface="Arial" panose="020B0604020202020204" pitchFamily="34" charset="0"/>
                          <a:sym typeface="Roboto"/>
                        </a:rPr>
                        <a:t>Lorem ipsum dolor</a:t>
                      </a:r>
                    </a:p>
                  </a:txBody>
                  <a:tcPr marL="182880" marR="182880" marT="0" marB="0" anchor="ctr" horzOverflow="overflow">
                    <a:lnL w="12700" cap="flat">
                      <a:noFill/>
                      <a:miter lim="400000"/>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latinLnBrk="0">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AEE2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12750" rtl="0" eaLnBrk="1" latinLnBrk="0" hangingPunct="1">
                        <a:lnSpc>
                          <a:spcPct val="150000"/>
                        </a:lnSpc>
                        <a:spcBef>
                          <a:spcPts val="0"/>
                        </a:spcBef>
                        <a:spcAft>
                          <a:spcPts val="0"/>
                        </a:spcAft>
                        <a:buClrTx/>
                        <a:buSzTx/>
                        <a:buFontTx/>
                        <a:buNone/>
                        <a:tabLst/>
                        <a:defRPr b="1">
                          <a:solidFill>
                            <a:srgbClr val="4C5056"/>
                          </a:solidFill>
                          <a:latin typeface="Roboto"/>
                          <a:ea typeface="Roboto"/>
                          <a:cs typeface="Roboto"/>
                        </a:defRPr>
                      </a:pPr>
                      <a:r>
                        <a:rPr lang="en-US" sz="1200" b="0" i="0" u="none" strike="noStrike" kern="1200" cap="none" spc="0" baseline="0">
                          <a:solidFill>
                            <a:schemeClr val="tx1"/>
                          </a:solidFill>
                          <a:uFillTx/>
                          <a:latin typeface="+mn-lt"/>
                          <a:ea typeface="Roboto"/>
                          <a:cs typeface="Arial" panose="020B0604020202020204" pitchFamily="34" charset="0"/>
                          <a:sym typeface="Roboto"/>
                        </a:rPr>
                        <a:t>Lorem ipsum dolor</a:t>
                      </a:r>
                    </a:p>
                  </a:txBody>
                  <a:tcPr marL="0" marT="91440" marB="91440" anchor="ctr" horzOverflow="overflow">
                    <a:lnL w="6350" cap="flat" cmpd="sng" algn="ctr">
                      <a:noFill/>
                      <a:prstDash val="solid"/>
                      <a:round/>
                      <a:headEnd type="none" w="med" len="med"/>
                      <a:tailEnd type="none" w="med" len="med"/>
                    </a:lnL>
                    <a:lnR w="12700" cap="flat">
                      <a:noFill/>
                      <a:miter lim="400000"/>
                    </a:lnR>
                    <a:lnT w="12700" cap="flat" cmpd="sng" algn="ctr">
                      <a:solidFill>
                        <a:srgbClr val="AEE2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2349629"/>
                  </a:ext>
                </a:extLst>
              </a:tr>
            </a:tbl>
          </a:graphicData>
        </a:graphic>
      </p:graphicFrame>
    </p:spTree>
    <p:extLst>
      <p:ext uri="{BB962C8B-B14F-4D97-AF65-F5344CB8AC3E}">
        <p14:creationId xmlns:p14="http://schemas.microsoft.com/office/powerpoint/2010/main" val="393394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829A5168-1FE7-2E96-2A47-680C38B689DC}"/>
              </a:ext>
            </a:extLst>
          </p:cNvPr>
          <p:cNvSpPr>
            <a:spLocks noGrp="1"/>
          </p:cNvSpPr>
          <p:nvPr>
            <p:ph type="title"/>
          </p:nvPr>
        </p:nvSpPr>
        <p:spPr/>
        <p:txBody>
          <a:bodyPr/>
          <a:lstStyle/>
          <a:p>
            <a:r>
              <a:rPr lang="en-US"/>
              <a:t>3 points with icons</a:t>
            </a:r>
          </a:p>
        </p:txBody>
      </p:sp>
      <p:sp>
        <p:nvSpPr>
          <p:cNvPr id="20" name="Text Placeholder 19">
            <a:extLst>
              <a:ext uri="{FF2B5EF4-FFF2-40B4-BE49-F238E27FC236}">
                <a16:creationId xmlns:a16="http://schemas.microsoft.com/office/drawing/2014/main" id="{B5A6D05A-028D-BF3C-D05A-5CAAF63349D9}"/>
              </a:ext>
            </a:extLst>
          </p:cNvPr>
          <p:cNvSpPr>
            <a:spLocks noGrp="1"/>
          </p:cNvSpPr>
          <p:nvPr>
            <p:ph type="body" sz="quarter" idx="10"/>
          </p:nvPr>
        </p:nvSpPr>
        <p:spPr/>
        <p:txBody>
          <a:bodyPr/>
          <a:lstStyle/>
          <a:p>
            <a:r>
              <a:rPr lang="en-US"/>
              <a:t>Lorem ipsum dolor sit dummy dolor sit </a:t>
            </a:r>
            <a:r>
              <a:rPr lang="en-US" err="1"/>
              <a:t>consectetur</a:t>
            </a:r>
            <a:endParaRPr lang="en-US"/>
          </a:p>
        </p:txBody>
      </p:sp>
      <p:sp>
        <p:nvSpPr>
          <p:cNvPr id="21" name="Text Placeholder 20">
            <a:extLst>
              <a:ext uri="{FF2B5EF4-FFF2-40B4-BE49-F238E27FC236}">
                <a16:creationId xmlns:a16="http://schemas.microsoft.com/office/drawing/2014/main" id="{6D252A1F-20E9-6440-F0C2-B3190C69735A}"/>
              </a:ext>
            </a:extLst>
          </p:cNvPr>
          <p:cNvSpPr>
            <a:spLocks noGrp="1"/>
          </p:cNvSpPr>
          <p:nvPr>
            <p:ph type="body" sz="quarter" idx="11"/>
          </p:nvPr>
        </p:nvSpPr>
        <p:spPr/>
        <p:txBody>
          <a:bodyPr/>
          <a:lstStyle/>
          <a:p>
            <a:r>
              <a:rPr lang="en-US"/>
              <a:t>Lorem ipsum dolor sit dummy dolor sit </a:t>
            </a:r>
            <a:r>
              <a:rPr lang="en-US" err="1"/>
              <a:t>consectetur</a:t>
            </a:r>
            <a:endParaRPr lang="en-US"/>
          </a:p>
          <a:p>
            <a:endParaRPr lang="en-US"/>
          </a:p>
        </p:txBody>
      </p:sp>
      <p:sp>
        <p:nvSpPr>
          <p:cNvPr id="22" name="Text Placeholder 21">
            <a:extLst>
              <a:ext uri="{FF2B5EF4-FFF2-40B4-BE49-F238E27FC236}">
                <a16:creationId xmlns:a16="http://schemas.microsoft.com/office/drawing/2014/main" id="{83C0E3DB-EF54-ADEB-195F-6A9A9A274BF9}"/>
              </a:ext>
            </a:extLst>
          </p:cNvPr>
          <p:cNvSpPr>
            <a:spLocks noGrp="1"/>
          </p:cNvSpPr>
          <p:nvPr>
            <p:ph type="body" sz="quarter" idx="12"/>
          </p:nvPr>
        </p:nvSpPr>
        <p:spPr/>
        <p:txBody>
          <a:bodyPr/>
          <a:lstStyle/>
          <a:p>
            <a:r>
              <a:rPr lang="en-US"/>
              <a:t>Lorem ipsum dolor sit dummy dolor sit </a:t>
            </a:r>
            <a:r>
              <a:rPr lang="en-US" err="1"/>
              <a:t>consectetur</a:t>
            </a:r>
            <a:endParaRPr lang="en-US"/>
          </a:p>
          <a:p>
            <a:endParaRPr lang="en-US"/>
          </a:p>
        </p:txBody>
      </p:sp>
      <p:pic>
        <p:nvPicPr>
          <p:cNvPr id="26" name="Icon 1">
            <a:extLst>
              <a:ext uri="{FF2B5EF4-FFF2-40B4-BE49-F238E27FC236}">
                <a16:creationId xmlns:a16="http://schemas.microsoft.com/office/drawing/2014/main" id="{B05B244E-C3D1-1284-D83F-105F41507376}"/>
              </a:ext>
              <a:ext uri="{C183D7F6-B498-43B3-948B-1728B52AA6E4}">
                <adec:decorative xmlns:adec="http://schemas.microsoft.com/office/drawing/2017/decorative" val="1"/>
              </a:ext>
            </a:extLst>
          </p:cNvPr>
          <p:cNvPicPr>
            <a:picLocks noGrp="1" noChangeAspect="1"/>
          </p:cNvPicPr>
          <p:nvPr>
            <p:ph type="pic" sz="quarter" idx="13"/>
          </p:nvPr>
        </p:nvPicPr>
        <p:blipFill>
          <a:blip r:embed="rId2">
            <a:extLst>
              <a:ext uri="{96DAC541-7B7A-43D3-8B79-37D633B846F1}">
                <asvg:svgBlip xmlns:asvg="http://schemas.microsoft.com/office/drawing/2016/SVG/main" r:embed="rId3"/>
              </a:ext>
            </a:extLst>
          </a:blip>
          <a:srcRect/>
          <a:stretch>
            <a:fillRect/>
          </a:stretch>
        </p:blipFill>
        <p:spPr>
          <a:prstGeom prst="rect">
            <a:avLst/>
          </a:prstGeom>
        </p:spPr>
      </p:pic>
      <p:pic>
        <p:nvPicPr>
          <p:cNvPr id="27" name="Icon 2">
            <a:extLst>
              <a:ext uri="{FF2B5EF4-FFF2-40B4-BE49-F238E27FC236}">
                <a16:creationId xmlns:a16="http://schemas.microsoft.com/office/drawing/2014/main" id="{C9E4F487-48CE-5FC9-03F9-56CF9EE74F1C}"/>
              </a:ext>
              <a:ext uri="{C183D7F6-B498-43B3-948B-1728B52AA6E4}">
                <adec:decorative xmlns:adec="http://schemas.microsoft.com/office/drawing/2017/decorative" val="1"/>
              </a:ext>
            </a:extLst>
          </p:cNvPr>
          <p:cNvPicPr>
            <a:picLocks noGrp="1" noChangeAspect="1"/>
          </p:cNvPicPr>
          <p:nvPr>
            <p:ph type="pic" sz="quarter" idx="14"/>
          </p:nvPr>
        </p:nvPicPr>
        <p:blipFill>
          <a:blip r:embed="rId4">
            <a:extLst>
              <a:ext uri="{96DAC541-7B7A-43D3-8B79-37D633B846F1}">
                <asvg:svgBlip xmlns:asvg="http://schemas.microsoft.com/office/drawing/2016/SVG/main" r:embed="rId5"/>
              </a:ext>
            </a:extLst>
          </a:blip>
          <a:srcRect/>
          <a:stretch>
            <a:fillRect/>
          </a:stretch>
        </p:blipFill>
        <p:spPr>
          <a:prstGeom prst="rect">
            <a:avLst/>
          </a:prstGeom>
        </p:spPr>
      </p:pic>
      <p:pic>
        <p:nvPicPr>
          <p:cNvPr id="28" name="Icon 3">
            <a:extLst>
              <a:ext uri="{FF2B5EF4-FFF2-40B4-BE49-F238E27FC236}">
                <a16:creationId xmlns:a16="http://schemas.microsoft.com/office/drawing/2014/main" id="{34AFF770-3C4B-81A6-E0ED-4C99732B2081}"/>
              </a:ext>
              <a:ext uri="{C183D7F6-B498-43B3-948B-1728B52AA6E4}">
                <adec:decorative xmlns:adec="http://schemas.microsoft.com/office/drawing/2017/decorative" val="1"/>
              </a:ext>
            </a:extLst>
          </p:cNvPr>
          <p:cNvPicPr>
            <a:picLocks noGrp="1" noChangeAspect="1"/>
          </p:cNvPicPr>
          <p:nvPr>
            <p:ph type="pic" sz="quarter" idx="15"/>
          </p:nvPr>
        </p:nvPicPr>
        <p:blipFill>
          <a:blip r:embed="rId6">
            <a:extLst>
              <a:ext uri="{96DAC541-7B7A-43D3-8B79-37D633B846F1}">
                <asvg:svgBlip xmlns:asvg="http://schemas.microsoft.com/office/drawing/2016/SVG/main" r:embed="rId7"/>
              </a:ext>
            </a:extLst>
          </a:blip>
          <a:srcRect/>
          <a:stretch>
            <a:fillRect/>
          </a:stretch>
        </p:blipFill>
        <p:spPr>
          <a:prstGeom prst="rect">
            <a:avLst/>
          </a:prstGeom>
        </p:spPr>
      </p:pic>
    </p:spTree>
    <p:extLst>
      <p:ext uri="{BB962C8B-B14F-4D97-AF65-F5344CB8AC3E}">
        <p14:creationId xmlns:p14="http://schemas.microsoft.com/office/powerpoint/2010/main" val="525779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5582C-0F28-AEDC-F37F-41A4F7586A27}"/>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4DE7B750-D987-A0D5-A037-D5C5D9031AEE}"/>
              </a:ext>
            </a:extLst>
          </p:cNvPr>
          <p:cNvSpPr>
            <a:spLocks noGrp="1"/>
          </p:cNvSpPr>
          <p:nvPr>
            <p:ph type="title"/>
          </p:nvPr>
        </p:nvSpPr>
        <p:spPr/>
        <p:txBody>
          <a:bodyPr/>
          <a:lstStyle/>
          <a:p>
            <a:r>
              <a:rPr lang="en-US"/>
              <a:t>4 points with icons</a:t>
            </a:r>
          </a:p>
        </p:txBody>
      </p:sp>
      <p:sp>
        <p:nvSpPr>
          <p:cNvPr id="20" name="Text Placeholder 19">
            <a:extLst>
              <a:ext uri="{FF2B5EF4-FFF2-40B4-BE49-F238E27FC236}">
                <a16:creationId xmlns:a16="http://schemas.microsoft.com/office/drawing/2014/main" id="{D77494D2-365D-93E9-DEF5-C1CE46845DDF}"/>
              </a:ext>
            </a:extLst>
          </p:cNvPr>
          <p:cNvSpPr>
            <a:spLocks noGrp="1"/>
          </p:cNvSpPr>
          <p:nvPr>
            <p:ph type="body" sz="quarter" idx="10"/>
          </p:nvPr>
        </p:nvSpPr>
        <p:spPr/>
        <p:txBody>
          <a:bodyPr/>
          <a:lstStyle/>
          <a:p>
            <a:r>
              <a:rPr lang="en-US"/>
              <a:t>Lorem ipsum dolor sit dummy dolor sit </a:t>
            </a:r>
            <a:r>
              <a:rPr lang="en-US" err="1"/>
              <a:t>consectetur</a:t>
            </a:r>
            <a:endParaRPr lang="en-US"/>
          </a:p>
        </p:txBody>
      </p:sp>
      <p:sp>
        <p:nvSpPr>
          <p:cNvPr id="21" name="Text Placeholder 20">
            <a:extLst>
              <a:ext uri="{FF2B5EF4-FFF2-40B4-BE49-F238E27FC236}">
                <a16:creationId xmlns:a16="http://schemas.microsoft.com/office/drawing/2014/main" id="{30ED0793-D656-D4A0-7F44-2180150A91FE}"/>
              </a:ext>
            </a:extLst>
          </p:cNvPr>
          <p:cNvSpPr>
            <a:spLocks noGrp="1"/>
          </p:cNvSpPr>
          <p:nvPr>
            <p:ph type="body" sz="quarter" idx="11"/>
          </p:nvPr>
        </p:nvSpPr>
        <p:spPr/>
        <p:txBody>
          <a:bodyPr/>
          <a:lstStyle/>
          <a:p>
            <a:r>
              <a:rPr lang="en-US"/>
              <a:t>Lorem ipsum dolor sit dummy dolor sit </a:t>
            </a:r>
            <a:r>
              <a:rPr lang="en-US" err="1"/>
              <a:t>consectetur</a:t>
            </a:r>
            <a:endParaRPr lang="en-US"/>
          </a:p>
          <a:p>
            <a:endParaRPr lang="en-US"/>
          </a:p>
        </p:txBody>
      </p:sp>
      <p:sp>
        <p:nvSpPr>
          <p:cNvPr id="22" name="Text Placeholder 21">
            <a:extLst>
              <a:ext uri="{FF2B5EF4-FFF2-40B4-BE49-F238E27FC236}">
                <a16:creationId xmlns:a16="http://schemas.microsoft.com/office/drawing/2014/main" id="{2CD35433-141E-72F4-0C45-3ECD3B4A4A83}"/>
              </a:ext>
            </a:extLst>
          </p:cNvPr>
          <p:cNvSpPr>
            <a:spLocks noGrp="1"/>
          </p:cNvSpPr>
          <p:nvPr>
            <p:ph type="body" sz="quarter" idx="12"/>
          </p:nvPr>
        </p:nvSpPr>
        <p:spPr/>
        <p:txBody>
          <a:bodyPr/>
          <a:lstStyle/>
          <a:p>
            <a:r>
              <a:rPr lang="en-US"/>
              <a:t>Lorem ipsum dolor sit dummy dolor sit </a:t>
            </a:r>
            <a:r>
              <a:rPr lang="en-US" err="1"/>
              <a:t>consectetur</a:t>
            </a:r>
            <a:endParaRPr lang="en-US"/>
          </a:p>
          <a:p>
            <a:endParaRPr lang="en-US"/>
          </a:p>
        </p:txBody>
      </p:sp>
      <p:pic>
        <p:nvPicPr>
          <p:cNvPr id="26" name="Icon 1">
            <a:extLst>
              <a:ext uri="{FF2B5EF4-FFF2-40B4-BE49-F238E27FC236}">
                <a16:creationId xmlns:a16="http://schemas.microsoft.com/office/drawing/2014/main" id="{B8863B4A-6CFA-E24F-8211-8FF33D2D7073}"/>
              </a:ext>
              <a:ext uri="{C183D7F6-B498-43B3-948B-1728B52AA6E4}">
                <adec:decorative xmlns:adec="http://schemas.microsoft.com/office/drawing/2017/decorative" val="1"/>
              </a:ext>
            </a:extLst>
          </p:cNvPr>
          <p:cNvPicPr>
            <a:picLocks noGrp="1" noChangeAspect="1"/>
          </p:cNvPicPr>
          <p:nvPr>
            <p:ph type="pic" sz="quarter" idx="13"/>
          </p:nvPr>
        </p:nvPicPr>
        <p:blipFill>
          <a:blip r:embed="rId2">
            <a:extLst>
              <a:ext uri="{96DAC541-7B7A-43D3-8B79-37D633B846F1}">
                <asvg:svgBlip xmlns:asvg="http://schemas.microsoft.com/office/drawing/2016/SVG/main" r:embed="rId3"/>
              </a:ext>
            </a:extLst>
          </a:blip>
          <a:srcRect/>
          <a:stretch/>
        </p:blipFill>
        <p:spPr>
          <a:prstGeom prst="rect">
            <a:avLst/>
          </a:prstGeom>
        </p:spPr>
      </p:pic>
      <p:pic>
        <p:nvPicPr>
          <p:cNvPr id="27" name="Icon 2">
            <a:extLst>
              <a:ext uri="{FF2B5EF4-FFF2-40B4-BE49-F238E27FC236}">
                <a16:creationId xmlns:a16="http://schemas.microsoft.com/office/drawing/2014/main" id="{850985ED-CDC1-3F9A-28E0-A096D57A84C6}"/>
              </a:ext>
              <a:ext uri="{C183D7F6-B498-43B3-948B-1728B52AA6E4}">
                <adec:decorative xmlns:adec="http://schemas.microsoft.com/office/drawing/2017/decorative" val="1"/>
              </a:ext>
            </a:extLst>
          </p:cNvPr>
          <p:cNvPicPr>
            <a:picLocks noGrp="1" noChangeAspect="1"/>
          </p:cNvPicPr>
          <p:nvPr>
            <p:ph type="pic" sz="quarter" idx="14"/>
          </p:nvPr>
        </p:nvPicPr>
        <p:blipFill>
          <a:blip r:embed="rId4">
            <a:extLst>
              <a:ext uri="{96DAC541-7B7A-43D3-8B79-37D633B846F1}">
                <asvg:svgBlip xmlns:asvg="http://schemas.microsoft.com/office/drawing/2016/SVG/main" r:embed="rId5"/>
              </a:ext>
            </a:extLst>
          </a:blip>
          <a:srcRect/>
          <a:stretch/>
        </p:blipFill>
        <p:spPr>
          <a:prstGeom prst="rect">
            <a:avLst/>
          </a:prstGeom>
        </p:spPr>
      </p:pic>
      <p:pic>
        <p:nvPicPr>
          <p:cNvPr id="28" name="Icon 3">
            <a:extLst>
              <a:ext uri="{FF2B5EF4-FFF2-40B4-BE49-F238E27FC236}">
                <a16:creationId xmlns:a16="http://schemas.microsoft.com/office/drawing/2014/main" id="{CC4D6E68-A44C-BFCE-C06E-0C75692378CB}"/>
              </a:ext>
              <a:ext uri="{C183D7F6-B498-43B3-948B-1728B52AA6E4}">
                <adec:decorative xmlns:adec="http://schemas.microsoft.com/office/drawing/2017/decorative" val="1"/>
              </a:ext>
            </a:extLst>
          </p:cNvPr>
          <p:cNvPicPr>
            <a:picLocks noGrp="1" noChangeAspect="1"/>
          </p:cNvPicPr>
          <p:nvPr>
            <p:ph type="pic" sz="quarter" idx="15"/>
          </p:nvPr>
        </p:nvPicPr>
        <p:blipFill>
          <a:blip r:embed="rId6">
            <a:extLst>
              <a:ext uri="{96DAC541-7B7A-43D3-8B79-37D633B846F1}">
                <asvg:svgBlip xmlns:asvg="http://schemas.microsoft.com/office/drawing/2016/SVG/main" r:embed="rId7"/>
              </a:ext>
            </a:extLst>
          </a:blip>
          <a:srcRect/>
          <a:stretch/>
        </p:blipFill>
        <p:spPr>
          <a:prstGeom prst="rect">
            <a:avLst/>
          </a:prstGeom>
        </p:spPr>
      </p:pic>
      <p:sp>
        <p:nvSpPr>
          <p:cNvPr id="2" name="Text Placeholder 1">
            <a:extLst>
              <a:ext uri="{FF2B5EF4-FFF2-40B4-BE49-F238E27FC236}">
                <a16:creationId xmlns:a16="http://schemas.microsoft.com/office/drawing/2014/main" id="{D4F5A663-1849-AF46-CE2E-4DAA38090321}"/>
              </a:ext>
            </a:extLst>
          </p:cNvPr>
          <p:cNvSpPr>
            <a:spLocks noGrp="1"/>
          </p:cNvSpPr>
          <p:nvPr>
            <p:ph type="body" sz="quarter" idx="16"/>
          </p:nvPr>
        </p:nvSpPr>
        <p:spPr/>
        <p:txBody>
          <a:bodyPr/>
          <a:lstStyle/>
          <a:p>
            <a:r>
              <a:rPr lang="en-US"/>
              <a:t>Lorem ipsum dolor sit dummy dolor sit </a:t>
            </a:r>
            <a:r>
              <a:rPr lang="en-US" err="1"/>
              <a:t>consectetur</a:t>
            </a:r>
            <a:endParaRPr lang="en-US"/>
          </a:p>
          <a:p>
            <a:endParaRPr lang="en-US"/>
          </a:p>
          <a:p>
            <a:endParaRPr lang="en-US"/>
          </a:p>
        </p:txBody>
      </p:sp>
      <p:pic>
        <p:nvPicPr>
          <p:cNvPr id="4" name="Video with Play Button and Progress Bar" descr="Icon of video interface, with a play button and progress bar">
            <a:extLst>
              <a:ext uri="{FF2B5EF4-FFF2-40B4-BE49-F238E27FC236}">
                <a16:creationId xmlns:a16="http://schemas.microsoft.com/office/drawing/2014/main" id="{23F28465-BCAB-C2C1-F05B-D0FFCEB655CF}"/>
              </a:ext>
            </a:extLst>
          </p:cNvPr>
          <p:cNvPicPr>
            <a:picLocks noGrp="1" noChangeAspect="1"/>
          </p:cNvPicPr>
          <p:nvPr>
            <p:ph type="pic" sz="quarter" idx="17"/>
          </p:nvPr>
        </p:nvPicPr>
        <p:blipFill>
          <a:blip r:embed="rId8">
            <a:extLst>
              <a:ext uri="{96DAC541-7B7A-43D3-8B79-37D633B846F1}">
                <asvg:svgBlip xmlns:asvg="http://schemas.microsoft.com/office/drawing/2016/SVG/main" r:embed="rId9"/>
              </a:ext>
            </a:extLst>
          </a:blip>
          <a:srcRect/>
          <a:stretch>
            <a:fillRect/>
          </a:stretch>
        </p:blipFill>
        <p:spPr>
          <a:prstGeom prst="rect">
            <a:avLst/>
          </a:prstGeom>
        </p:spPr>
      </p:pic>
    </p:spTree>
    <p:extLst>
      <p:ext uri="{BB962C8B-B14F-4D97-AF65-F5344CB8AC3E}">
        <p14:creationId xmlns:p14="http://schemas.microsoft.com/office/powerpoint/2010/main" val="3681919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29762-1C75-B103-1303-05022FED4F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606A240-EF92-51D9-1BBE-BEA4A253CC81}"/>
              </a:ext>
            </a:extLst>
          </p:cNvPr>
          <p:cNvSpPr>
            <a:spLocks noGrp="1"/>
          </p:cNvSpPr>
          <p:nvPr>
            <p:ph type="body" sz="quarter" idx="10"/>
          </p:nvPr>
        </p:nvSpPr>
        <p:spPr/>
        <p:txBody>
          <a:bodyPr/>
          <a:lstStyle/>
          <a:p>
            <a:r>
              <a:rPr lang="en-US"/>
              <a:t>3 points with category labels</a:t>
            </a:r>
          </a:p>
        </p:txBody>
      </p:sp>
      <p:sp>
        <p:nvSpPr>
          <p:cNvPr id="5" name="Text Placeholder 4">
            <a:extLst>
              <a:ext uri="{FF2B5EF4-FFF2-40B4-BE49-F238E27FC236}">
                <a16:creationId xmlns:a16="http://schemas.microsoft.com/office/drawing/2014/main" id="{0D7B4116-3E32-3EF2-DC9E-2CC412F69F37}"/>
              </a:ext>
            </a:extLst>
          </p:cNvPr>
          <p:cNvSpPr>
            <a:spLocks noGrp="1"/>
          </p:cNvSpPr>
          <p:nvPr>
            <p:ph type="body" sz="quarter" idx="12"/>
          </p:nvPr>
        </p:nvSpPr>
        <p:spPr/>
        <p:txBody>
          <a:bodyPr/>
          <a:lstStyle/>
          <a:p>
            <a:r>
              <a:rPr lang="en-US"/>
              <a:t>Lorem ipsum dolor sit </a:t>
            </a:r>
            <a:r>
              <a:rPr lang="en-US" err="1"/>
              <a:t>amet</a:t>
            </a:r>
            <a:r>
              <a:rPr lang="en-US"/>
              <a:t>, </a:t>
            </a:r>
            <a:r>
              <a:rPr lang="en-US" err="1"/>
              <a:t>conseer</a:t>
            </a:r>
            <a:r>
              <a:rPr lang="en-US"/>
              <a:t> </a:t>
            </a:r>
            <a:r>
              <a:rPr lang="en-US" err="1"/>
              <a:t>adipiscing</a:t>
            </a:r>
            <a:r>
              <a:rPr lang="en-US"/>
              <a:t> </a:t>
            </a:r>
            <a:r>
              <a:rPr lang="en-US" err="1"/>
              <a:t>elit</a:t>
            </a:r>
            <a:r>
              <a:rPr lang="en-US"/>
              <a:t>. </a:t>
            </a:r>
          </a:p>
        </p:txBody>
      </p:sp>
      <p:sp>
        <p:nvSpPr>
          <p:cNvPr id="9" name="Text Placeholder 8">
            <a:extLst>
              <a:ext uri="{FF2B5EF4-FFF2-40B4-BE49-F238E27FC236}">
                <a16:creationId xmlns:a16="http://schemas.microsoft.com/office/drawing/2014/main" id="{54DB9B13-0C00-8D84-CFF0-C1F463809589}"/>
              </a:ext>
            </a:extLst>
          </p:cNvPr>
          <p:cNvSpPr>
            <a:spLocks noGrp="1"/>
          </p:cNvSpPr>
          <p:nvPr>
            <p:ph type="body" sz="quarter" idx="16"/>
          </p:nvPr>
        </p:nvSpPr>
        <p:spPr/>
        <p:txBody>
          <a:bodyPr/>
          <a:lstStyle/>
          <a:p>
            <a:r>
              <a:rPr lang="en-US"/>
              <a:t>Lorem ipsum dolor sit </a:t>
            </a:r>
            <a:r>
              <a:rPr lang="en-US" err="1"/>
              <a:t>amet</a:t>
            </a:r>
            <a:r>
              <a:rPr lang="en-US"/>
              <a:t>, </a:t>
            </a:r>
            <a:r>
              <a:rPr lang="en-US" err="1"/>
              <a:t>conseer</a:t>
            </a:r>
            <a:r>
              <a:rPr lang="en-US"/>
              <a:t> </a:t>
            </a:r>
            <a:r>
              <a:rPr lang="en-US" err="1"/>
              <a:t>adipiscing</a:t>
            </a:r>
            <a:r>
              <a:rPr lang="en-US"/>
              <a:t> </a:t>
            </a:r>
            <a:r>
              <a:rPr lang="en-US" err="1"/>
              <a:t>elit</a:t>
            </a:r>
            <a:r>
              <a:rPr lang="en-US"/>
              <a:t>. </a:t>
            </a:r>
          </a:p>
        </p:txBody>
      </p:sp>
      <p:sp>
        <p:nvSpPr>
          <p:cNvPr id="10" name="Text Placeholder 9">
            <a:extLst>
              <a:ext uri="{FF2B5EF4-FFF2-40B4-BE49-F238E27FC236}">
                <a16:creationId xmlns:a16="http://schemas.microsoft.com/office/drawing/2014/main" id="{37AC6738-9C10-CC20-4638-C2372D57D458}"/>
              </a:ext>
            </a:extLst>
          </p:cNvPr>
          <p:cNvSpPr>
            <a:spLocks noGrp="1"/>
          </p:cNvSpPr>
          <p:nvPr>
            <p:ph type="body" sz="quarter" idx="17"/>
          </p:nvPr>
        </p:nvSpPr>
        <p:spPr/>
        <p:txBody>
          <a:bodyPr/>
          <a:lstStyle/>
          <a:p>
            <a:r>
              <a:rPr lang="en-US"/>
              <a:t>Lorem ipsum dolor sit </a:t>
            </a:r>
            <a:r>
              <a:rPr lang="en-US" err="1"/>
              <a:t>amet</a:t>
            </a:r>
            <a:r>
              <a:rPr lang="en-US"/>
              <a:t>, </a:t>
            </a:r>
            <a:r>
              <a:rPr lang="en-US" err="1"/>
              <a:t>conseer</a:t>
            </a:r>
            <a:r>
              <a:rPr lang="en-US"/>
              <a:t> </a:t>
            </a:r>
            <a:r>
              <a:rPr lang="en-US" err="1"/>
              <a:t>adipiscing</a:t>
            </a:r>
            <a:r>
              <a:rPr lang="en-US"/>
              <a:t> </a:t>
            </a:r>
            <a:r>
              <a:rPr lang="en-US" err="1"/>
              <a:t>elit</a:t>
            </a:r>
            <a:r>
              <a:rPr lang="en-US"/>
              <a:t>. </a:t>
            </a:r>
          </a:p>
        </p:txBody>
      </p:sp>
      <p:sp>
        <p:nvSpPr>
          <p:cNvPr id="21" name="Text Placeholder 20">
            <a:extLst>
              <a:ext uri="{FF2B5EF4-FFF2-40B4-BE49-F238E27FC236}">
                <a16:creationId xmlns:a16="http://schemas.microsoft.com/office/drawing/2014/main" id="{0A1401C2-8DC4-7AC1-DC1A-F1B151489649}"/>
              </a:ext>
            </a:extLst>
          </p:cNvPr>
          <p:cNvSpPr>
            <a:spLocks noGrp="1"/>
          </p:cNvSpPr>
          <p:nvPr>
            <p:ph type="body" sz="quarter" idx="18"/>
          </p:nvPr>
        </p:nvSpPr>
        <p:spPr/>
        <p:txBody>
          <a:bodyPr/>
          <a:lstStyle/>
          <a:p>
            <a:r>
              <a:rPr lang="en-US"/>
              <a:t>Lorem ipsum</a:t>
            </a:r>
          </a:p>
        </p:txBody>
      </p:sp>
      <p:sp>
        <p:nvSpPr>
          <p:cNvPr id="23" name="Text Placeholder 22">
            <a:extLst>
              <a:ext uri="{FF2B5EF4-FFF2-40B4-BE49-F238E27FC236}">
                <a16:creationId xmlns:a16="http://schemas.microsoft.com/office/drawing/2014/main" id="{FE72AEFC-2A92-68F8-7E41-BFDDE2D8685E}"/>
              </a:ext>
            </a:extLst>
          </p:cNvPr>
          <p:cNvSpPr>
            <a:spLocks noGrp="1"/>
          </p:cNvSpPr>
          <p:nvPr>
            <p:ph type="body" sz="quarter" idx="20"/>
          </p:nvPr>
        </p:nvSpPr>
        <p:spPr/>
        <p:txBody>
          <a:bodyPr/>
          <a:lstStyle/>
          <a:p>
            <a:r>
              <a:rPr lang="en-US"/>
              <a:t>Lorem ipsum</a:t>
            </a:r>
          </a:p>
        </p:txBody>
      </p:sp>
      <p:sp>
        <p:nvSpPr>
          <p:cNvPr id="24" name="Text Placeholder 23">
            <a:extLst>
              <a:ext uri="{FF2B5EF4-FFF2-40B4-BE49-F238E27FC236}">
                <a16:creationId xmlns:a16="http://schemas.microsoft.com/office/drawing/2014/main" id="{52A9A813-2FBE-63BD-AE01-42F30F6EF920}"/>
              </a:ext>
            </a:extLst>
          </p:cNvPr>
          <p:cNvSpPr>
            <a:spLocks noGrp="1"/>
          </p:cNvSpPr>
          <p:nvPr>
            <p:ph type="body" sz="quarter" idx="21"/>
          </p:nvPr>
        </p:nvSpPr>
        <p:spPr/>
        <p:txBody>
          <a:bodyPr/>
          <a:lstStyle/>
          <a:p>
            <a:r>
              <a:rPr lang="en-US"/>
              <a:t>Lorem ipsum</a:t>
            </a:r>
          </a:p>
        </p:txBody>
      </p:sp>
      <p:sp>
        <p:nvSpPr>
          <p:cNvPr id="3" name="Text Placeholder 2">
            <a:extLst>
              <a:ext uri="{FF2B5EF4-FFF2-40B4-BE49-F238E27FC236}">
                <a16:creationId xmlns:a16="http://schemas.microsoft.com/office/drawing/2014/main" id="{0CC045C6-7A7E-8090-D830-39BDC0FB54AC}"/>
              </a:ext>
            </a:extLst>
          </p:cNvPr>
          <p:cNvSpPr>
            <a:spLocks noGrp="1"/>
          </p:cNvSpPr>
          <p:nvPr>
            <p:ph type="body" sz="quarter" idx="22"/>
          </p:nvPr>
        </p:nvSpPr>
        <p:spPr/>
        <p:txBody>
          <a:bodyPr/>
          <a:lstStyle/>
          <a:p>
            <a:endParaRPr lang="en-US"/>
          </a:p>
        </p:txBody>
      </p:sp>
      <p:sp>
        <p:nvSpPr>
          <p:cNvPr id="6" name="Text Placeholder 5">
            <a:extLst>
              <a:ext uri="{FF2B5EF4-FFF2-40B4-BE49-F238E27FC236}">
                <a16:creationId xmlns:a16="http://schemas.microsoft.com/office/drawing/2014/main" id="{3FBFE1C9-E9AA-D7B4-598F-4F4B7BC58C73}"/>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6798A044-E77E-44B4-5EF4-E24EECE83A25}"/>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54995796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DAEAE-94AB-0396-1FE8-03D8B50608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8696E32-3B62-0F9D-831A-E689C18E47AC}"/>
              </a:ext>
            </a:extLst>
          </p:cNvPr>
          <p:cNvSpPr>
            <a:spLocks noGrp="1"/>
          </p:cNvSpPr>
          <p:nvPr>
            <p:ph type="body" sz="quarter" idx="10"/>
          </p:nvPr>
        </p:nvSpPr>
        <p:spPr/>
        <p:txBody>
          <a:bodyPr/>
          <a:lstStyle/>
          <a:p>
            <a:r>
              <a:rPr lang="en-US"/>
              <a:t>4 points with category labels</a:t>
            </a:r>
          </a:p>
        </p:txBody>
      </p:sp>
      <p:sp>
        <p:nvSpPr>
          <p:cNvPr id="5" name="Text Placeholder 4">
            <a:extLst>
              <a:ext uri="{FF2B5EF4-FFF2-40B4-BE49-F238E27FC236}">
                <a16:creationId xmlns:a16="http://schemas.microsoft.com/office/drawing/2014/main" id="{3412539D-6BDD-50AD-C1F0-40B6A6622D5A}"/>
              </a:ext>
            </a:extLst>
          </p:cNvPr>
          <p:cNvSpPr>
            <a:spLocks noGrp="1"/>
          </p:cNvSpPr>
          <p:nvPr>
            <p:ph type="body" sz="quarter" idx="12"/>
          </p:nvPr>
        </p:nvSpPr>
        <p:spPr/>
        <p:txBody>
          <a:bodyPr/>
          <a:lstStyle/>
          <a:p>
            <a:endParaRPr lang="en-US"/>
          </a:p>
        </p:txBody>
      </p:sp>
      <p:sp>
        <p:nvSpPr>
          <p:cNvPr id="28" name="Text Placeholder 27">
            <a:extLst>
              <a:ext uri="{FF2B5EF4-FFF2-40B4-BE49-F238E27FC236}">
                <a16:creationId xmlns:a16="http://schemas.microsoft.com/office/drawing/2014/main" id="{65D6C8F3-98DA-EC8F-F709-5105A7520BB5}"/>
              </a:ext>
            </a:extLst>
          </p:cNvPr>
          <p:cNvSpPr>
            <a:spLocks noGrp="1"/>
          </p:cNvSpPr>
          <p:nvPr>
            <p:ph type="body" sz="quarter" idx="13"/>
          </p:nvPr>
        </p:nvSpPr>
        <p:spPr/>
        <p:txBody>
          <a:bodyPr/>
          <a:lstStyle/>
          <a:p>
            <a:endParaRPr lang="en-US"/>
          </a:p>
        </p:txBody>
      </p:sp>
      <p:sp>
        <p:nvSpPr>
          <p:cNvPr id="9" name="Text Placeholder 8">
            <a:extLst>
              <a:ext uri="{FF2B5EF4-FFF2-40B4-BE49-F238E27FC236}">
                <a16:creationId xmlns:a16="http://schemas.microsoft.com/office/drawing/2014/main" id="{288F900E-A4A2-F31C-D93E-730C2D29B6CA}"/>
              </a:ext>
            </a:extLst>
          </p:cNvPr>
          <p:cNvSpPr>
            <a:spLocks noGrp="1"/>
          </p:cNvSpPr>
          <p:nvPr>
            <p:ph type="body" sz="quarter" idx="16"/>
          </p:nvPr>
        </p:nvSpPr>
        <p:spPr/>
        <p:txBody>
          <a:bodyPr/>
          <a:lstStyle/>
          <a:p>
            <a:endParaRPr lang="en-US"/>
          </a:p>
        </p:txBody>
      </p:sp>
      <p:sp>
        <p:nvSpPr>
          <p:cNvPr id="10" name="Text Placeholder 9">
            <a:extLst>
              <a:ext uri="{FF2B5EF4-FFF2-40B4-BE49-F238E27FC236}">
                <a16:creationId xmlns:a16="http://schemas.microsoft.com/office/drawing/2014/main" id="{28EA938E-2A84-976A-8DAF-3B157EF229D6}"/>
              </a:ext>
            </a:extLst>
          </p:cNvPr>
          <p:cNvSpPr>
            <a:spLocks noGrp="1"/>
          </p:cNvSpPr>
          <p:nvPr>
            <p:ph type="body" sz="quarter" idx="17"/>
          </p:nvPr>
        </p:nvSpPr>
        <p:spPr/>
        <p:txBody>
          <a:bodyPr/>
          <a:lstStyle/>
          <a:p>
            <a:endParaRPr lang="en-US"/>
          </a:p>
        </p:txBody>
      </p:sp>
      <p:sp>
        <p:nvSpPr>
          <p:cNvPr id="21" name="Text Placeholder 20">
            <a:extLst>
              <a:ext uri="{FF2B5EF4-FFF2-40B4-BE49-F238E27FC236}">
                <a16:creationId xmlns:a16="http://schemas.microsoft.com/office/drawing/2014/main" id="{E95A379A-39E5-B29E-E5E8-8C7EBC4CB9E2}"/>
              </a:ext>
            </a:extLst>
          </p:cNvPr>
          <p:cNvSpPr>
            <a:spLocks noGrp="1"/>
          </p:cNvSpPr>
          <p:nvPr>
            <p:ph type="body" sz="quarter" idx="18"/>
          </p:nvPr>
        </p:nvSpPr>
        <p:spPr/>
        <p:txBody>
          <a:bodyPr/>
          <a:lstStyle/>
          <a:p>
            <a:r>
              <a:rPr lang="en-US"/>
              <a:t>Lorem ipsum</a:t>
            </a:r>
          </a:p>
        </p:txBody>
      </p:sp>
      <p:sp>
        <p:nvSpPr>
          <p:cNvPr id="22" name="Text Placeholder 21">
            <a:extLst>
              <a:ext uri="{FF2B5EF4-FFF2-40B4-BE49-F238E27FC236}">
                <a16:creationId xmlns:a16="http://schemas.microsoft.com/office/drawing/2014/main" id="{7EEE1AE4-3033-B005-1A66-806DB521611C}"/>
              </a:ext>
            </a:extLst>
          </p:cNvPr>
          <p:cNvSpPr>
            <a:spLocks noGrp="1"/>
          </p:cNvSpPr>
          <p:nvPr>
            <p:ph type="body" sz="quarter" idx="19"/>
          </p:nvPr>
        </p:nvSpPr>
        <p:spPr/>
        <p:txBody>
          <a:bodyPr/>
          <a:lstStyle/>
          <a:p>
            <a:r>
              <a:rPr lang="en-US" sz="1600"/>
              <a:t>Lorem ipsum</a:t>
            </a:r>
          </a:p>
        </p:txBody>
      </p:sp>
      <p:sp>
        <p:nvSpPr>
          <p:cNvPr id="23" name="Text Placeholder 22">
            <a:extLst>
              <a:ext uri="{FF2B5EF4-FFF2-40B4-BE49-F238E27FC236}">
                <a16:creationId xmlns:a16="http://schemas.microsoft.com/office/drawing/2014/main" id="{F819C234-3374-64BE-883F-AC0333E2CC90}"/>
              </a:ext>
            </a:extLst>
          </p:cNvPr>
          <p:cNvSpPr>
            <a:spLocks noGrp="1"/>
          </p:cNvSpPr>
          <p:nvPr>
            <p:ph type="body" sz="quarter" idx="20"/>
          </p:nvPr>
        </p:nvSpPr>
        <p:spPr/>
        <p:txBody>
          <a:bodyPr/>
          <a:lstStyle/>
          <a:p>
            <a:r>
              <a:rPr lang="en-US"/>
              <a:t>Lorem ipsum</a:t>
            </a:r>
          </a:p>
        </p:txBody>
      </p:sp>
      <p:sp>
        <p:nvSpPr>
          <p:cNvPr id="24" name="Text Placeholder 23">
            <a:extLst>
              <a:ext uri="{FF2B5EF4-FFF2-40B4-BE49-F238E27FC236}">
                <a16:creationId xmlns:a16="http://schemas.microsoft.com/office/drawing/2014/main" id="{3A42A737-3468-55A9-5C28-58C50F0BAC82}"/>
              </a:ext>
            </a:extLst>
          </p:cNvPr>
          <p:cNvSpPr>
            <a:spLocks noGrp="1"/>
          </p:cNvSpPr>
          <p:nvPr>
            <p:ph type="body" sz="quarter" idx="21"/>
          </p:nvPr>
        </p:nvSpPr>
        <p:spPr/>
        <p:txBody>
          <a:bodyPr/>
          <a:lstStyle/>
          <a:p>
            <a:r>
              <a:rPr lang="en-US"/>
              <a:t>Lorem ipsum</a:t>
            </a:r>
          </a:p>
        </p:txBody>
      </p:sp>
      <p:sp>
        <p:nvSpPr>
          <p:cNvPr id="29" name="Text Placeholder 28">
            <a:extLst>
              <a:ext uri="{FF2B5EF4-FFF2-40B4-BE49-F238E27FC236}">
                <a16:creationId xmlns:a16="http://schemas.microsoft.com/office/drawing/2014/main" id="{57B2C0DD-FB89-15B8-019C-C519B4253E29}"/>
              </a:ext>
            </a:extLst>
          </p:cNvPr>
          <p:cNvSpPr>
            <a:spLocks noGrp="1"/>
          </p:cNvSpPr>
          <p:nvPr>
            <p:ph type="body" sz="quarter" idx="22"/>
          </p:nvPr>
        </p:nvSpPr>
        <p:spPr/>
        <p:txBody>
          <a:bodyPr/>
          <a:lstStyle/>
          <a:p>
            <a:endParaRPr lang="en-US"/>
          </a:p>
        </p:txBody>
      </p:sp>
      <p:sp>
        <p:nvSpPr>
          <p:cNvPr id="30" name="Text Placeholder 29">
            <a:extLst>
              <a:ext uri="{FF2B5EF4-FFF2-40B4-BE49-F238E27FC236}">
                <a16:creationId xmlns:a16="http://schemas.microsoft.com/office/drawing/2014/main" id="{180A34D8-7C8F-21AC-D9F7-DD765B62BD2A}"/>
              </a:ext>
            </a:extLst>
          </p:cNvPr>
          <p:cNvSpPr>
            <a:spLocks noGrp="1"/>
          </p:cNvSpPr>
          <p:nvPr>
            <p:ph type="body" sz="quarter" idx="24"/>
          </p:nvPr>
        </p:nvSpPr>
        <p:spPr/>
        <p:txBody>
          <a:bodyPr/>
          <a:lstStyle/>
          <a:p>
            <a:endParaRPr lang="en-US"/>
          </a:p>
        </p:txBody>
      </p:sp>
      <p:sp>
        <p:nvSpPr>
          <p:cNvPr id="31" name="Text Placeholder 30">
            <a:extLst>
              <a:ext uri="{FF2B5EF4-FFF2-40B4-BE49-F238E27FC236}">
                <a16:creationId xmlns:a16="http://schemas.microsoft.com/office/drawing/2014/main" id="{08C6D32A-9B94-18A0-0ACA-394FCAB803B5}"/>
              </a:ext>
            </a:extLst>
          </p:cNvPr>
          <p:cNvSpPr>
            <a:spLocks noGrp="1"/>
          </p:cNvSpPr>
          <p:nvPr>
            <p:ph type="body" sz="quarter" idx="25"/>
          </p:nvPr>
        </p:nvSpPr>
        <p:spPr/>
        <p:txBody>
          <a:bodyPr/>
          <a:lstStyle/>
          <a:p>
            <a:endParaRPr lang="en-US"/>
          </a:p>
        </p:txBody>
      </p:sp>
      <p:sp>
        <p:nvSpPr>
          <p:cNvPr id="32" name="Text Placeholder 31">
            <a:extLst>
              <a:ext uri="{FF2B5EF4-FFF2-40B4-BE49-F238E27FC236}">
                <a16:creationId xmlns:a16="http://schemas.microsoft.com/office/drawing/2014/main" id="{4C7554D4-BBEA-B7FE-E4AF-E7D838F4D689}"/>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284077863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7B3B6-6C93-539E-BDA7-FC5747D9F7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8F5AE9-0040-84E2-610A-617327D77A67}"/>
              </a:ext>
            </a:extLst>
          </p:cNvPr>
          <p:cNvSpPr>
            <a:spLocks noGrp="1"/>
          </p:cNvSpPr>
          <p:nvPr>
            <p:ph type="title"/>
          </p:nvPr>
        </p:nvSpPr>
        <p:spPr/>
        <p:txBody>
          <a:bodyPr/>
          <a:lstStyle/>
          <a:p>
            <a:r>
              <a:rPr lang="en-US"/>
              <a:t>Timeline slide design</a:t>
            </a:r>
          </a:p>
        </p:txBody>
      </p:sp>
      <p:sp>
        <p:nvSpPr>
          <p:cNvPr id="4" name="Text Placeholder 3">
            <a:extLst>
              <a:ext uri="{FF2B5EF4-FFF2-40B4-BE49-F238E27FC236}">
                <a16:creationId xmlns:a16="http://schemas.microsoft.com/office/drawing/2014/main" id="{23F4D464-93FC-91C8-58B4-425FF323A729}"/>
              </a:ext>
            </a:extLst>
          </p:cNvPr>
          <p:cNvSpPr>
            <a:spLocks noGrp="1"/>
          </p:cNvSpPr>
          <p:nvPr>
            <p:ph type="body" sz="quarter" idx="10"/>
          </p:nvPr>
        </p:nvSpPr>
        <p:spPr/>
        <p:txBody>
          <a:bodyPr/>
          <a:lstStyle/>
          <a:p>
            <a:r>
              <a:rPr lang="en-US"/>
              <a:t>Date / Year</a:t>
            </a:r>
          </a:p>
        </p:txBody>
      </p:sp>
      <p:sp>
        <p:nvSpPr>
          <p:cNvPr id="5" name="Text Placeholder 4">
            <a:extLst>
              <a:ext uri="{FF2B5EF4-FFF2-40B4-BE49-F238E27FC236}">
                <a16:creationId xmlns:a16="http://schemas.microsoft.com/office/drawing/2014/main" id="{0CC90909-6C04-C994-D970-013CFA41A587}"/>
              </a:ext>
            </a:extLst>
          </p:cNvPr>
          <p:cNvSpPr>
            <a:spLocks noGrp="1"/>
          </p:cNvSpPr>
          <p:nvPr>
            <p:ph type="body" sz="quarter" idx="11"/>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a:t>
            </a:r>
          </a:p>
        </p:txBody>
      </p:sp>
      <p:sp>
        <p:nvSpPr>
          <p:cNvPr id="7" name="Text Placeholder 6">
            <a:extLst>
              <a:ext uri="{FF2B5EF4-FFF2-40B4-BE49-F238E27FC236}">
                <a16:creationId xmlns:a16="http://schemas.microsoft.com/office/drawing/2014/main" id="{2A4ED84A-2CAF-FCE8-1372-78FF19D090C7}"/>
              </a:ext>
            </a:extLst>
          </p:cNvPr>
          <p:cNvSpPr>
            <a:spLocks noGrp="1"/>
          </p:cNvSpPr>
          <p:nvPr>
            <p:ph type="body" sz="quarter" idx="13"/>
          </p:nvPr>
        </p:nvSpPr>
        <p:spPr/>
        <p:txBody>
          <a:bodyPr/>
          <a:lstStyle/>
          <a:p>
            <a:r>
              <a:rPr lang="en-US"/>
              <a:t>Date / Year</a:t>
            </a:r>
          </a:p>
        </p:txBody>
      </p:sp>
      <p:sp>
        <p:nvSpPr>
          <p:cNvPr id="8" name="Text Placeholder 7">
            <a:extLst>
              <a:ext uri="{FF2B5EF4-FFF2-40B4-BE49-F238E27FC236}">
                <a16:creationId xmlns:a16="http://schemas.microsoft.com/office/drawing/2014/main" id="{B6A9DC6D-F6BF-561F-FAC0-1EB3188F65FF}"/>
              </a:ext>
            </a:extLst>
          </p:cNvPr>
          <p:cNvSpPr>
            <a:spLocks noGrp="1"/>
          </p:cNvSpPr>
          <p:nvPr>
            <p:ph type="body" sz="quarter" idx="14"/>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a:t>
            </a:r>
          </a:p>
        </p:txBody>
      </p:sp>
      <p:sp>
        <p:nvSpPr>
          <p:cNvPr id="10" name="Text Placeholder 9">
            <a:extLst>
              <a:ext uri="{FF2B5EF4-FFF2-40B4-BE49-F238E27FC236}">
                <a16:creationId xmlns:a16="http://schemas.microsoft.com/office/drawing/2014/main" id="{106560B1-3752-049F-0778-B2DDCA4FA39E}"/>
              </a:ext>
            </a:extLst>
          </p:cNvPr>
          <p:cNvSpPr>
            <a:spLocks noGrp="1"/>
          </p:cNvSpPr>
          <p:nvPr>
            <p:ph type="body" sz="quarter" idx="16"/>
          </p:nvPr>
        </p:nvSpPr>
        <p:spPr/>
        <p:txBody>
          <a:bodyPr/>
          <a:lstStyle/>
          <a:p>
            <a:r>
              <a:rPr lang="en-US"/>
              <a:t>Date / Year</a:t>
            </a:r>
          </a:p>
        </p:txBody>
      </p:sp>
      <p:sp>
        <p:nvSpPr>
          <p:cNvPr id="11" name="Text Placeholder 10">
            <a:extLst>
              <a:ext uri="{FF2B5EF4-FFF2-40B4-BE49-F238E27FC236}">
                <a16:creationId xmlns:a16="http://schemas.microsoft.com/office/drawing/2014/main" id="{A8485C76-5093-9AFA-6545-FB5127A85070}"/>
              </a:ext>
            </a:extLst>
          </p:cNvPr>
          <p:cNvSpPr>
            <a:spLocks noGrp="1"/>
          </p:cNvSpPr>
          <p:nvPr>
            <p:ph type="body" sz="quarter" idx="17"/>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a:t>
            </a:r>
          </a:p>
        </p:txBody>
      </p:sp>
      <p:sp>
        <p:nvSpPr>
          <p:cNvPr id="13" name="Text Placeholder 12">
            <a:extLst>
              <a:ext uri="{FF2B5EF4-FFF2-40B4-BE49-F238E27FC236}">
                <a16:creationId xmlns:a16="http://schemas.microsoft.com/office/drawing/2014/main" id="{B8142BB4-F683-E654-FF90-F9ADE6DF9494}"/>
              </a:ext>
            </a:extLst>
          </p:cNvPr>
          <p:cNvSpPr>
            <a:spLocks noGrp="1"/>
          </p:cNvSpPr>
          <p:nvPr>
            <p:ph type="body" sz="quarter" idx="19"/>
          </p:nvPr>
        </p:nvSpPr>
        <p:spPr/>
        <p:txBody>
          <a:bodyPr/>
          <a:lstStyle/>
          <a:p>
            <a:r>
              <a:rPr lang="en-US"/>
              <a:t>Date / Year</a:t>
            </a:r>
          </a:p>
        </p:txBody>
      </p:sp>
      <p:sp>
        <p:nvSpPr>
          <p:cNvPr id="14" name="Text Placeholder 13">
            <a:extLst>
              <a:ext uri="{FF2B5EF4-FFF2-40B4-BE49-F238E27FC236}">
                <a16:creationId xmlns:a16="http://schemas.microsoft.com/office/drawing/2014/main" id="{9E2D2272-A7D0-9E2F-FFA5-BCF7DCAE8836}"/>
              </a:ext>
            </a:extLst>
          </p:cNvPr>
          <p:cNvSpPr>
            <a:spLocks noGrp="1"/>
          </p:cNvSpPr>
          <p:nvPr>
            <p:ph type="body" sz="quarter" idx="20"/>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a:t>
            </a:r>
          </a:p>
        </p:txBody>
      </p:sp>
      <p:sp>
        <p:nvSpPr>
          <p:cNvPr id="16" name="Text Placeholder 15">
            <a:extLst>
              <a:ext uri="{FF2B5EF4-FFF2-40B4-BE49-F238E27FC236}">
                <a16:creationId xmlns:a16="http://schemas.microsoft.com/office/drawing/2014/main" id="{C1F6A4BE-21FB-6BE8-8004-43D498952B44}"/>
              </a:ext>
            </a:extLst>
          </p:cNvPr>
          <p:cNvSpPr>
            <a:spLocks noGrp="1"/>
          </p:cNvSpPr>
          <p:nvPr>
            <p:ph type="body" sz="quarter" idx="22"/>
          </p:nvPr>
        </p:nvSpPr>
        <p:spPr/>
        <p:txBody>
          <a:bodyPr/>
          <a:lstStyle/>
          <a:p>
            <a:r>
              <a:rPr lang="en-US"/>
              <a:t>Date / Year</a:t>
            </a:r>
          </a:p>
        </p:txBody>
      </p:sp>
      <p:sp>
        <p:nvSpPr>
          <p:cNvPr id="17" name="Text Placeholder 16">
            <a:extLst>
              <a:ext uri="{FF2B5EF4-FFF2-40B4-BE49-F238E27FC236}">
                <a16:creationId xmlns:a16="http://schemas.microsoft.com/office/drawing/2014/main" id="{B464C152-E596-E2AC-C4DA-55A78B4BCAD5}"/>
              </a:ext>
            </a:extLst>
          </p:cNvPr>
          <p:cNvSpPr>
            <a:spLocks noGrp="1"/>
          </p:cNvSpPr>
          <p:nvPr>
            <p:ph type="body" sz="quarter" idx="23"/>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a:t>
            </a:r>
          </a:p>
        </p:txBody>
      </p:sp>
      <p:sp>
        <p:nvSpPr>
          <p:cNvPr id="19" name="Text Placeholder 18">
            <a:extLst>
              <a:ext uri="{FF2B5EF4-FFF2-40B4-BE49-F238E27FC236}">
                <a16:creationId xmlns:a16="http://schemas.microsoft.com/office/drawing/2014/main" id="{7DFA2DD0-6C8E-0D7D-4E73-BB0EAA603AF8}"/>
              </a:ext>
            </a:extLst>
          </p:cNvPr>
          <p:cNvSpPr>
            <a:spLocks noGrp="1"/>
          </p:cNvSpPr>
          <p:nvPr>
            <p:ph type="body" sz="quarter" idx="25"/>
          </p:nvPr>
        </p:nvSpPr>
        <p:spPr/>
        <p:txBody>
          <a:bodyPr/>
          <a:lstStyle/>
          <a:p>
            <a:r>
              <a:rPr lang="en-US"/>
              <a:t>Date / Year</a:t>
            </a:r>
          </a:p>
        </p:txBody>
      </p:sp>
      <p:sp>
        <p:nvSpPr>
          <p:cNvPr id="20" name="Text Placeholder 19">
            <a:extLst>
              <a:ext uri="{FF2B5EF4-FFF2-40B4-BE49-F238E27FC236}">
                <a16:creationId xmlns:a16="http://schemas.microsoft.com/office/drawing/2014/main" id="{214245FD-0D78-1EBE-E063-D00C8B87420B}"/>
              </a:ext>
            </a:extLst>
          </p:cNvPr>
          <p:cNvSpPr>
            <a:spLocks noGrp="1"/>
          </p:cNvSpPr>
          <p:nvPr>
            <p:ph type="body" sz="quarter" idx="26"/>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a:t>
            </a:r>
          </a:p>
        </p:txBody>
      </p:sp>
      <p:pic>
        <p:nvPicPr>
          <p:cNvPr id="15" name="Eye" descr="Icon of an eye">
            <a:extLst>
              <a:ext uri="{FF2B5EF4-FFF2-40B4-BE49-F238E27FC236}">
                <a16:creationId xmlns:a16="http://schemas.microsoft.com/office/drawing/2014/main" id="{2D7341AD-88DD-FFC3-8601-A2B4BAC57A8B}"/>
              </a:ext>
            </a:extLst>
          </p:cNvPr>
          <p:cNvPicPr>
            <a:picLocks noGrp="1" noChangeAspect="1"/>
          </p:cNvPicPr>
          <p:nvPr>
            <p:ph type="pic" sz="quarter" idx="24"/>
          </p:nvPr>
        </p:nvPicPr>
        <p:blipFill>
          <a:blip r:embed="rId2">
            <a:extLst>
              <a:ext uri="{96DAC541-7B7A-43D3-8B79-37D633B846F1}">
                <asvg:svgBlip xmlns:asvg="http://schemas.microsoft.com/office/drawing/2016/SVG/main" r:embed="rId3"/>
              </a:ext>
            </a:extLst>
          </a:blip>
          <a:srcRect/>
          <a:stretch>
            <a:fillRect/>
          </a:stretch>
        </p:blipFill>
        <p:spPr>
          <a:prstGeom prst="rect">
            <a:avLst/>
          </a:prstGeom>
        </p:spPr>
      </p:pic>
      <p:pic>
        <p:nvPicPr>
          <p:cNvPr id="30" name="Two people, stacked, with a Lightning Bolt" descr="Icon of two simplified people with a lightning bolt shape overlapping in the corner">
            <a:extLst>
              <a:ext uri="{FF2B5EF4-FFF2-40B4-BE49-F238E27FC236}">
                <a16:creationId xmlns:a16="http://schemas.microsoft.com/office/drawing/2014/main" id="{F9720DAC-2FA8-6436-9342-E1E8E9026770}"/>
              </a:ext>
            </a:extLst>
          </p:cNvPr>
          <p:cNvPicPr>
            <a:picLocks noGrp="1" noChangeAspect="1"/>
          </p:cNvPicPr>
          <p:nvPr>
            <p:ph type="pic" sz="quarter" idx="12"/>
          </p:nvPr>
        </p:nvPicPr>
        <p:blipFill>
          <a:blip r:embed="rId4">
            <a:extLst>
              <a:ext uri="{96DAC541-7B7A-43D3-8B79-37D633B846F1}">
                <asvg:svgBlip xmlns:asvg="http://schemas.microsoft.com/office/drawing/2016/SVG/main" r:embed="rId5"/>
              </a:ext>
            </a:extLst>
          </a:blip>
          <a:srcRect/>
          <a:stretch>
            <a:fillRect/>
          </a:stretch>
        </p:blipFill>
        <p:spPr>
          <a:prstGeom prst="rect">
            <a:avLst/>
          </a:prstGeom>
        </p:spPr>
      </p:pic>
      <p:pic>
        <p:nvPicPr>
          <p:cNvPr id="33" name="Flowchart, left-to-right" descr="Icon of a branching flowchart that flows from left-to-right">
            <a:extLst>
              <a:ext uri="{FF2B5EF4-FFF2-40B4-BE49-F238E27FC236}">
                <a16:creationId xmlns:a16="http://schemas.microsoft.com/office/drawing/2014/main" id="{DC931545-F5B7-AA2C-B92A-EF7529B3289B}"/>
              </a:ext>
            </a:extLst>
          </p:cNvPr>
          <p:cNvPicPr>
            <a:picLocks noGrp="1" noChangeAspect="1"/>
          </p:cNvPicPr>
          <p:nvPr>
            <p:ph type="pic" sz="quarter" idx="27"/>
          </p:nvPr>
        </p:nvPicPr>
        <p:blipFill>
          <a:blip r:embed="rId6">
            <a:extLst>
              <a:ext uri="{96DAC541-7B7A-43D3-8B79-37D633B846F1}">
                <asvg:svgBlip xmlns:asvg="http://schemas.microsoft.com/office/drawing/2016/SVG/main" r:embed="rId7"/>
              </a:ext>
            </a:extLst>
          </a:blip>
          <a:srcRect/>
          <a:stretch>
            <a:fillRect/>
          </a:stretch>
        </p:blipFill>
        <p:spPr>
          <a:prstGeom prst="rect">
            <a:avLst/>
          </a:prstGeom>
        </p:spPr>
      </p:pic>
      <p:pic>
        <p:nvPicPr>
          <p:cNvPr id="36" name="Sports-style Playbook with X's and O's" descr="Icon of a sports playbook with X’s and O’s diagraming a strategy">
            <a:extLst>
              <a:ext uri="{FF2B5EF4-FFF2-40B4-BE49-F238E27FC236}">
                <a16:creationId xmlns:a16="http://schemas.microsoft.com/office/drawing/2014/main" id="{54145EDD-62F0-F642-B2C6-E39BEEA7B36C}"/>
              </a:ext>
            </a:extLst>
          </p:cNvPr>
          <p:cNvPicPr>
            <a:picLocks noGrp="1" noChangeAspect="1"/>
          </p:cNvPicPr>
          <p:nvPr>
            <p:ph type="pic" sz="quarter" idx="21"/>
          </p:nvPr>
        </p:nvPicPr>
        <p:blipFill>
          <a:blip r:embed="rId8">
            <a:extLst>
              <a:ext uri="{96DAC541-7B7A-43D3-8B79-37D633B846F1}">
                <asvg:svgBlip xmlns:asvg="http://schemas.microsoft.com/office/drawing/2016/SVG/main" r:embed="rId9"/>
              </a:ext>
            </a:extLst>
          </a:blip>
          <a:srcRect/>
          <a:stretch>
            <a:fillRect/>
          </a:stretch>
        </p:blipFill>
        <p:spPr>
          <a:prstGeom prst="rect">
            <a:avLst/>
          </a:prstGeom>
        </p:spPr>
      </p:pic>
      <p:pic>
        <p:nvPicPr>
          <p:cNvPr id="39" name="Calendar with Gantt Chart lines" descr="Icon of calendar with Gantt-style lines">
            <a:extLst>
              <a:ext uri="{FF2B5EF4-FFF2-40B4-BE49-F238E27FC236}">
                <a16:creationId xmlns:a16="http://schemas.microsoft.com/office/drawing/2014/main" id="{9F94CD79-7EDD-0136-251A-499EF50F6991}"/>
              </a:ext>
            </a:extLst>
          </p:cNvPr>
          <p:cNvPicPr>
            <a:picLocks noGrp="1" noChangeAspect="1"/>
          </p:cNvPicPr>
          <p:nvPr>
            <p:ph type="pic" sz="quarter" idx="15"/>
          </p:nvPr>
        </p:nvPicPr>
        <p:blipFill>
          <a:blip r:embed="rId10">
            <a:extLst>
              <a:ext uri="{96DAC541-7B7A-43D3-8B79-37D633B846F1}">
                <asvg:svgBlip xmlns:asvg="http://schemas.microsoft.com/office/drawing/2016/SVG/main" r:embed="rId11"/>
              </a:ext>
            </a:extLst>
          </a:blip>
          <a:srcRect/>
          <a:stretch>
            <a:fillRect/>
          </a:stretch>
        </p:blipFill>
        <p:spPr>
          <a:prstGeom prst="rect">
            <a:avLst/>
          </a:prstGeom>
        </p:spPr>
      </p:pic>
      <p:pic>
        <p:nvPicPr>
          <p:cNvPr id="42" name="Upward Line Chart on a stand" descr="Icon of a line graph with an upwards-pointing arrow. The graph is on a stand.">
            <a:extLst>
              <a:ext uri="{FF2B5EF4-FFF2-40B4-BE49-F238E27FC236}">
                <a16:creationId xmlns:a16="http://schemas.microsoft.com/office/drawing/2014/main" id="{4A8A576A-3540-8B7D-61BC-3865C7C48215}"/>
              </a:ext>
            </a:extLst>
          </p:cNvPr>
          <p:cNvPicPr>
            <a:picLocks noGrp="1" noChangeAspect="1"/>
          </p:cNvPicPr>
          <p:nvPr>
            <p:ph type="pic" sz="quarter" idx="18"/>
          </p:nvPr>
        </p:nvPicPr>
        <p:blipFill>
          <a:blip r:embed="rId12">
            <a:extLst>
              <a:ext uri="{96DAC541-7B7A-43D3-8B79-37D633B846F1}">
                <asvg:svgBlip xmlns:asvg="http://schemas.microsoft.com/office/drawing/2016/SVG/main" r:embed="rId13"/>
              </a:ext>
            </a:extLst>
          </a:blip>
          <a:srcRect/>
          <a:stretch>
            <a:fillRect/>
          </a:stretch>
        </p:blipFill>
        <p:spPr>
          <a:prstGeom prst="rect">
            <a:avLst/>
          </a:prstGeom>
        </p:spPr>
      </p:pic>
    </p:spTree>
    <p:extLst>
      <p:ext uri="{BB962C8B-B14F-4D97-AF65-F5344CB8AC3E}">
        <p14:creationId xmlns:p14="http://schemas.microsoft.com/office/powerpoint/2010/main" val="2088620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D3E2E-1A29-E73C-B202-5F2EA5B52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9A4CB-9425-4EDC-B806-A575455BA900}"/>
              </a:ext>
            </a:extLst>
          </p:cNvPr>
          <p:cNvSpPr>
            <a:spLocks noGrp="1"/>
          </p:cNvSpPr>
          <p:nvPr>
            <p:ph type="title"/>
          </p:nvPr>
        </p:nvSpPr>
        <p:spPr>
          <a:xfrm>
            <a:off x="468257" y="3036600"/>
            <a:ext cx="11255485" cy="784800"/>
          </a:xfrm>
        </p:spPr>
        <p:txBody>
          <a:bodyPr/>
          <a:lstStyle/>
          <a:p>
            <a:r>
              <a:rPr lang="en-US"/>
              <a:t>Thank you/questions</a:t>
            </a:r>
          </a:p>
        </p:txBody>
      </p:sp>
    </p:spTree>
    <p:extLst>
      <p:ext uri="{BB962C8B-B14F-4D97-AF65-F5344CB8AC3E}">
        <p14:creationId xmlns:p14="http://schemas.microsoft.com/office/powerpoint/2010/main" val="389527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6BD25-BBEC-B6E4-BBA1-27966AF8BFCF}"/>
              </a:ext>
            </a:extLst>
          </p:cNvPr>
          <p:cNvSpPr>
            <a:spLocks noGrp="1"/>
          </p:cNvSpPr>
          <p:nvPr>
            <p:ph type="title"/>
          </p:nvPr>
        </p:nvSpPr>
        <p:spPr>
          <a:xfrm>
            <a:off x="615042" y="611443"/>
            <a:ext cx="10961916" cy="489777"/>
          </a:xfrm>
        </p:spPr>
        <p:txBody>
          <a:bodyPr/>
          <a:lstStyle/>
          <a:p>
            <a:r>
              <a:rPr lang="en-US"/>
              <a:t>Icons 1</a:t>
            </a:r>
          </a:p>
        </p:txBody>
      </p:sp>
      <p:sp>
        <p:nvSpPr>
          <p:cNvPr id="3" name="AWARDS &amp; GIFTS">
            <a:extLst>
              <a:ext uri="{FF2B5EF4-FFF2-40B4-BE49-F238E27FC236}">
                <a16:creationId xmlns:a16="http://schemas.microsoft.com/office/drawing/2014/main" id="{F99315A0-4EB3-BF7B-7CAD-9A02EF2CFD44}"/>
              </a:ext>
            </a:extLst>
          </p:cNvPr>
          <p:cNvSpPr/>
          <p:nvPr/>
        </p:nvSpPr>
        <p:spPr>
          <a:xfrm>
            <a:off x="550526" y="1187638"/>
            <a:ext cx="3566936"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Awards &amp; Gifts</a:t>
            </a:r>
          </a:p>
        </p:txBody>
      </p:sp>
      <p:pic>
        <p:nvPicPr>
          <p:cNvPr id="4" name="Award Ribbon" descr="Icon of an award ribbon with a star on it">
            <a:extLst>
              <a:ext uri="{FF2B5EF4-FFF2-40B4-BE49-F238E27FC236}">
                <a16:creationId xmlns:a16="http://schemas.microsoft.com/office/drawing/2014/main" id="{12DDD397-F054-D2B9-4940-5A29D624AE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7857" y="1632994"/>
            <a:ext cx="381000" cy="381000"/>
          </a:xfrm>
          <a:prstGeom prst="rect">
            <a:avLst/>
          </a:prstGeom>
        </p:spPr>
      </p:pic>
      <p:pic>
        <p:nvPicPr>
          <p:cNvPr id="5" name="Trophy" descr="Icon of trophy">
            <a:extLst>
              <a:ext uri="{FF2B5EF4-FFF2-40B4-BE49-F238E27FC236}">
                <a16:creationId xmlns:a16="http://schemas.microsoft.com/office/drawing/2014/main" id="{342EDED5-681A-601F-DD81-BC5617AA91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2857" y="1632994"/>
            <a:ext cx="381000" cy="381000"/>
          </a:xfrm>
          <a:prstGeom prst="rect">
            <a:avLst/>
          </a:prstGeom>
        </p:spPr>
      </p:pic>
      <p:pic>
        <p:nvPicPr>
          <p:cNvPr id="6" name="Star with gear" descr="Icon of star with a gear symbol">
            <a:extLst>
              <a:ext uri="{FF2B5EF4-FFF2-40B4-BE49-F238E27FC236}">
                <a16:creationId xmlns:a16="http://schemas.microsoft.com/office/drawing/2014/main" id="{F436544F-1D95-2926-03C7-2894402951B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47857" y="1632994"/>
            <a:ext cx="381000" cy="381000"/>
          </a:xfrm>
          <a:prstGeom prst="rect">
            <a:avLst/>
          </a:prstGeom>
        </p:spPr>
      </p:pic>
      <p:pic>
        <p:nvPicPr>
          <p:cNvPr id="7" name="Star" descr="Icon of a star">
            <a:extLst>
              <a:ext uri="{FF2B5EF4-FFF2-40B4-BE49-F238E27FC236}">
                <a16:creationId xmlns:a16="http://schemas.microsoft.com/office/drawing/2014/main" id="{4018E829-C3FC-F4E4-2465-65ECCFF1D0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82857" y="1632994"/>
            <a:ext cx="381000" cy="381000"/>
          </a:xfrm>
          <a:prstGeom prst="rect">
            <a:avLst/>
          </a:prstGeom>
        </p:spPr>
      </p:pic>
      <p:pic>
        <p:nvPicPr>
          <p:cNvPr id="8" name="Wrapped Gift Box" descr="Icon of a wrapped gift box with a bow on top">
            <a:extLst>
              <a:ext uri="{FF2B5EF4-FFF2-40B4-BE49-F238E27FC236}">
                <a16:creationId xmlns:a16="http://schemas.microsoft.com/office/drawing/2014/main" id="{C7706AAB-A4DA-6C3C-AE9A-E8D416A8887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17857" y="1632994"/>
            <a:ext cx="381000" cy="381000"/>
          </a:xfrm>
          <a:prstGeom prst="rect">
            <a:avLst/>
          </a:prstGeom>
        </p:spPr>
      </p:pic>
      <p:sp>
        <p:nvSpPr>
          <p:cNvPr id="9" name="BUILDINGS">
            <a:extLst>
              <a:ext uri="{FF2B5EF4-FFF2-40B4-BE49-F238E27FC236}">
                <a16:creationId xmlns:a16="http://schemas.microsoft.com/office/drawing/2014/main" id="{E45D1E32-8493-8A88-FC6D-481F7CD2AD51}"/>
              </a:ext>
            </a:extLst>
          </p:cNvPr>
          <p:cNvSpPr/>
          <p:nvPr/>
        </p:nvSpPr>
        <p:spPr>
          <a:xfrm>
            <a:off x="577856" y="2247891"/>
            <a:ext cx="3568022"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Buildings</a:t>
            </a:r>
          </a:p>
        </p:txBody>
      </p:sp>
      <p:pic>
        <p:nvPicPr>
          <p:cNvPr id="10" name="Office Building, Multi-story" descr="Icon of a multi-story building">
            <a:extLst>
              <a:ext uri="{FF2B5EF4-FFF2-40B4-BE49-F238E27FC236}">
                <a16:creationId xmlns:a16="http://schemas.microsoft.com/office/drawing/2014/main" id="{833AC033-2384-0910-DD44-A08A45476E0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7857" y="2684150"/>
            <a:ext cx="381000" cy="381000"/>
          </a:xfrm>
          <a:prstGeom prst="rect">
            <a:avLst/>
          </a:prstGeom>
        </p:spPr>
      </p:pic>
      <p:pic>
        <p:nvPicPr>
          <p:cNvPr id="11" name="Small Shop" descr="Icon of a small store or shop">
            <a:extLst>
              <a:ext uri="{FF2B5EF4-FFF2-40B4-BE49-F238E27FC236}">
                <a16:creationId xmlns:a16="http://schemas.microsoft.com/office/drawing/2014/main" id="{991FDE82-AFB4-83A1-EF7F-1E949D19F51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212857" y="2684150"/>
            <a:ext cx="381000" cy="381000"/>
          </a:xfrm>
          <a:prstGeom prst="rect">
            <a:avLst/>
          </a:prstGeom>
        </p:spPr>
      </p:pic>
      <p:pic>
        <p:nvPicPr>
          <p:cNvPr id="12" name="House" descr="Icon of a house">
            <a:extLst>
              <a:ext uri="{FF2B5EF4-FFF2-40B4-BE49-F238E27FC236}">
                <a16:creationId xmlns:a16="http://schemas.microsoft.com/office/drawing/2014/main" id="{61130056-44E4-25C3-2055-DC88DA84678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847857" y="2684150"/>
            <a:ext cx="381000" cy="381000"/>
          </a:xfrm>
          <a:prstGeom prst="rect">
            <a:avLst/>
          </a:prstGeom>
        </p:spPr>
      </p:pic>
      <p:pic>
        <p:nvPicPr>
          <p:cNvPr id="13" name="Courthouse or other Government Building" descr="Icon of a courthouse or other government building">
            <a:extLst>
              <a:ext uri="{FF2B5EF4-FFF2-40B4-BE49-F238E27FC236}">
                <a16:creationId xmlns:a16="http://schemas.microsoft.com/office/drawing/2014/main" id="{5B35D066-87F7-1924-E128-3DB53408A70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482857" y="2684150"/>
            <a:ext cx="381000" cy="381000"/>
          </a:xfrm>
          <a:prstGeom prst="rect">
            <a:avLst/>
          </a:prstGeom>
        </p:spPr>
      </p:pic>
      <p:sp>
        <p:nvSpPr>
          <p:cNvPr id="14" name="COMMUNICATION">
            <a:extLst>
              <a:ext uri="{FF2B5EF4-FFF2-40B4-BE49-F238E27FC236}">
                <a16:creationId xmlns:a16="http://schemas.microsoft.com/office/drawing/2014/main" id="{DD5D393B-2EFF-6E46-193C-9BDED9C63872}"/>
              </a:ext>
            </a:extLst>
          </p:cNvPr>
          <p:cNvSpPr/>
          <p:nvPr/>
        </p:nvSpPr>
        <p:spPr>
          <a:xfrm>
            <a:off x="561457" y="3276013"/>
            <a:ext cx="3572484"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Communication</a:t>
            </a:r>
          </a:p>
        </p:txBody>
      </p:sp>
      <p:pic>
        <p:nvPicPr>
          <p:cNvPr id="15" name="Text Boxes with Heart" descr="Icon of two speech bubbles with a heart symbol">
            <a:extLst>
              <a:ext uri="{FF2B5EF4-FFF2-40B4-BE49-F238E27FC236}">
                <a16:creationId xmlns:a16="http://schemas.microsoft.com/office/drawing/2014/main" id="{084AA917-7C2A-4511-B9D0-216C1CB5DDCB}"/>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50526" y="3699953"/>
            <a:ext cx="381000" cy="381000"/>
          </a:xfrm>
          <a:prstGeom prst="rect">
            <a:avLst/>
          </a:prstGeom>
        </p:spPr>
      </p:pic>
      <p:pic>
        <p:nvPicPr>
          <p:cNvPr id="16" name="Open Envelope with Letter" descr="Icon of an open envelope with a letter sticking out the top">
            <a:extLst>
              <a:ext uri="{FF2B5EF4-FFF2-40B4-BE49-F238E27FC236}">
                <a16:creationId xmlns:a16="http://schemas.microsoft.com/office/drawing/2014/main" id="{97DC5365-1AE5-282F-AEC9-A726E507001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85526" y="3699953"/>
            <a:ext cx="381000" cy="381000"/>
          </a:xfrm>
          <a:prstGeom prst="rect">
            <a:avLst/>
          </a:prstGeom>
        </p:spPr>
      </p:pic>
      <p:pic>
        <p:nvPicPr>
          <p:cNvPr id="17" name="Closed Envelope" descr="Icon of a closed envelope">
            <a:extLst>
              <a:ext uri="{FF2B5EF4-FFF2-40B4-BE49-F238E27FC236}">
                <a16:creationId xmlns:a16="http://schemas.microsoft.com/office/drawing/2014/main" id="{F63AE0BC-B737-0502-58BA-AE7D2D5AA89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820526" y="3699953"/>
            <a:ext cx="381000" cy="381000"/>
          </a:xfrm>
          <a:prstGeom prst="rect">
            <a:avLst/>
          </a:prstGeom>
        </p:spPr>
      </p:pic>
      <p:pic>
        <p:nvPicPr>
          <p:cNvPr id="18" name="Text Boxes with Typing elipsis" descr="Icon of two text boxes with the elipsis typing symbol">
            <a:extLst>
              <a:ext uri="{FF2B5EF4-FFF2-40B4-BE49-F238E27FC236}">
                <a16:creationId xmlns:a16="http://schemas.microsoft.com/office/drawing/2014/main" id="{2A60109B-4948-E1C5-E15B-4D488785AED4}"/>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455526" y="3699953"/>
            <a:ext cx="381000" cy="381000"/>
          </a:xfrm>
          <a:prstGeom prst="rect">
            <a:avLst/>
          </a:prstGeom>
        </p:spPr>
      </p:pic>
      <p:sp>
        <p:nvSpPr>
          <p:cNvPr id="19" name="DIRECTIONS / ARROWS">
            <a:extLst>
              <a:ext uri="{FF2B5EF4-FFF2-40B4-BE49-F238E27FC236}">
                <a16:creationId xmlns:a16="http://schemas.microsoft.com/office/drawing/2014/main" id="{EAA6B41D-74F9-D524-7BE8-CF82D6ABB684}"/>
              </a:ext>
            </a:extLst>
          </p:cNvPr>
          <p:cNvSpPr/>
          <p:nvPr/>
        </p:nvSpPr>
        <p:spPr>
          <a:xfrm>
            <a:off x="577856" y="4317704"/>
            <a:ext cx="3533471"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Directions / Arrows</a:t>
            </a:r>
          </a:p>
        </p:txBody>
      </p:sp>
      <p:pic>
        <p:nvPicPr>
          <p:cNvPr id="20" name="Arrow that loops " descr="Icon of an arrow going in a loop">
            <a:extLst>
              <a:ext uri="{FF2B5EF4-FFF2-40B4-BE49-F238E27FC236}">
                <a16:creationId xmlns:a16="http://schemas.microsoft.com/office/drawing/2014/main" id="{100BB5A9-4C19-50CE-35B2-4ED47F436EBD}"/>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61458" y="4729325"/>
            <a:ext cx="381000" cy="381000"/>
          </a:xfrm>
          <a:prstGeom prst="rect">
            <a:avLst/>
          </a:prstGeom>
        </p:spPr>
      </p:pic>
      <p:pic>
        <p:nvPicPr>
          <p:cNvPr id="21" name="Arrow pointing to the Right" descr="Icon of a right-pointing arrow">
            <a:extLst>
              <a:ext uri="{FF2B5EF4-FFF2-40B4-BE49-F238E27FC236}">
                <a16:creationId xmlns:a16="http://schemas.microsoft.com/office/drawing/2014/main" id="{2C075056-8F28-633F-3C6F-3589B2B283BE}"/>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96458" y="4729325"/>
            <a:ext cx="381000" cy="381000"/>
          </a:xfrm>
          <a:prstGeom prst="rect">
            <a:avLst/>
          </a:prstGeom>
        </p:spPr>
      </p:pic>
      <p:pic>
        <p:nvPicPr>
          <p:cNvPr id="22" name="Arrow pointing to the Left" descr="Icon of left-pointing arrow ">
            <a:extLst>
              <a:ext uri="{FF2B5EF4-FFF2-40B4-BE49-F238E27FC236}">
                <a16:creationId xmlns:a16="http://schemas.microsoft.com/office/drawing/2014/main" id="{1C21237B-7E4B-0273-47C1-8950789A19EA}"/>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831458" y="4729325"/>
            <a:ext cx="381000" cy="381000"/>
          </a:xfrm>
          <a:prstGeom prst="rect">
            <a:avLst/>
          </a:prstGeom>
        </p:spPr>
      </p:pic>
      <p:pic>
        <p:nvPicPr>
          <p:cNvPr id="23" name="Arrows pointing Left and Right" descr="Icon of a right-pointing arrow and a left-pointing arrow">
            <a:extLst>
              <a:ext uri="{FF2B5EF4-FFF2-40B4-BE49-F238E27FC236}">
                <a16:creationId xmlns:a16="http://schemas.microsoft.com/office/drawing/2014/main" id="{80FE34DA-1417-0932-49D0-6A36FA68BEF9}"/>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2466458" y="4729325"/>
            <a:ext cx="381000" cy="381000"/>
          </a:xfrm>
          <a:prstGeom prst="rect">
            <a:avLst/>
          </a:prstGeom>
        </p:spPr>
      </p:pic>
      <p:pic>
        <p:nvPicPr>
          <p:cNvPr id="24" name="Arrow that splits into 3 different directions" descr="Icon of an arrow that splits into three different arrows, each going a different direction">
            <a:extLst>
              <a:ext uri="{FF2B5EF4-FFF2-40B4-BE49-F238E27FC236}">
                <a16:creationId xmlns:a16="http://schemas.microsoft.com/office/drawing/2014/main" id="{32156398-008D-137C-AE45-CC91F29BDABF}"/>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101458" y="4729325"/>
            <a:ext cx="381000" cy="381000"/>
          </a:xfrm>
          <a:prstGeom prst="rect">
            <a:avLst/>
          </a:prstGeom>
        </p:spPr>
      </p:pic>
      <p:sp>
        <p:nvSpPr>
          <p:cNvPr id="25" name="EMOJIS">
            <a:extLst>
              <a:ext uri="{FF2B5EF4-FFF2-40B4-BE49-F238E27FC236}">
                <a16:creationId xmlns:a16="http://schemas.microsoft.com/office/drawing/2014/main" id="{38FE5BC9-C95F-3003-51A6-65C4983852D0}"/>
              </a:ext>
            </a:extLst>
          </p:cNvPr>
          <p:cNvSpPr/>
          <p:nvPr/>
        </p:nvSpPr>
        <p:spPr>
          <a:xfrm>
            <a:off x="550524" y="5227624"/>
            <a:ext cx="3560803"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Emojis</a:t>
            </a:r>
          </a:p>
        </p:txBody>
      </p:sp>
      <p:pic>
        <p:nvPicPr>
          <p:cNvPr id="26" name="Handshake" descr="Icon of a handshake emoji">
            <a:extLst>
              <a:ext uri="{FF2B5EF4-FFF2-40B4-BE49-F238E27FC236}">
                <a16:creationId xmlns:a16="http://schemas.microsoft.com/office/drawing/2014/main" id="{2D77D9B9-DE61-E019-4503-ACE0EFA49752}"/>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550526" y="5634646"/>
            <a:ext cx="381000" cy="381000"/>
          </a:xfrm>
          <a:prstGeom prst="rect">
            <a:avLst/>
          </a:prstGeom>
        </p:spPr>
      </p:pic>
      <p:pic>
        <p:nvPicPr>
          <p:cNvPr id="27" name="Laughing face emoji" descr="Icon of a laughing face emoji">
            <a:extLst>
              <a:ext uri="{FF2B5EF4-FFF2-40B4-BE49-F238E27FC236}">
                <a16:creationId xmlns:a16="http://schemas.microsoft.com/office/drawing/2014/main" id="{CAD37441-8927-5B67-8EB0-E75B65C49D12}"/>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185526" y="5634646"/>
            <a:ext cx="381000" cy="381000"/>
          </a:xfrm>
          <a:prstGeom prst="rect">
            <a:avLst/>
          </a:prstGeom>
        </p:spPr>
      </p:pic>
      <p:pic>
        <p:nvPicPr>
          <p:cNvPr id="28" name="Sad face emoji" descr="Icon of a frowning face emoji">
            <a:extLst>
              <a:ext uri="{FF2B5EF4-FFF2-40B4-BE49-F238E27FC236}">
                <a16:creationId xmlns:a16="http://schemas.microsoft.com/office/drawing/2014/main" id="{719B0C22-9B9A-B127-9F69-108EC84E6707}"/>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820526" y="5634646"/>
            <a:ext cx="381000" cy="381000"/>
          </a:xfrm>
          <a:prstGeom prst="rect">
            <a:avLst/>
          </a:prstGeom>
        </p:spPr>
      </p:pic>
      <p:pic>
        <p:nvPicPr>
          <p:cNvPr id="29" name="Smiling face emoji" descr="Icon of a smily face emoji">
            <a:extLst>
              <a:ext uri="{FF2B5EF4-FFF2-40B4-BE49-F238E27FC236}">
                <a16:creationId xmlns:a16="http://schemas.microsoft.com/office/drawing/2014/main" id="{EB5DD597-34C4-9197-844B-669BB1063DC4}"/>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2455526" y="5634646"/>
            <a:ext cx="381000" cy="381000"/>
          </a:xfrm>
          <a:prstGeom prst="rect">
            <a:avLst/>
          </a:prstGeom>
        </p:spPr>
      </p:pic>
      <p:sp>
        <p:nvSpPr>
          <p:cNvPr id="30" name="FILES &amp; LISTS">
            <a:extLst>
              <a:ext uri="{FF2B5EF4-FFF2-40B4-BE49-F238E27FC236}">
                <a16:creationId xmlns:a16="http://schemas.microsoft.com/office/drawing/2014/main" id="{7EEDCD80-FEE1-ACD5-184C-D5C186EE7E86}"/>
              </a:ext>
            </a:extLst>
          </p:cNvPr>
          <p:cNvSpPr/>
          <p:nvPr/>
        </p:nvSpPr>
        <p:spPr>
          <a:xfrm>
            <a:off x="4296629" y="1187357"/>
            <a:ext cx="3568084"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Files &amp; Lists</a:t>
            </a:r>
          </a:p>
        </p:txBody>
      </p:sp>
      <p:pic>
        <p:nvPicPr>
          <p:cNvPr id="31" name="Book with Check Marks" descr="Icon of a book with bookmark and check box">
            <a:extLst>
              <a:ext uri="{FF2B5EF4-FFF2-40B4-BE49-F238E27FC236}">
                <a16:creationId xmlns:a16="http://schemas.microsoft.com/office/drawing/2014/main" id="{C191747B-6BC7-FB2D-0ADE-D9D660EEB108}"/>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4308713" y="1632994"/>
            <a:ext cx="381000" cy="381000"/>
          </a:xfrm>
          <a:prstGeom prst="rect">
            <a:avLst/>
          </a:prstGeom>
        </p:spPr>
      </p:pic>
      <p:pic>
        <p:nvPicPr>
          <p:cNvPr id="32" name="Two pieces of paper stacked, with lines" descr="Icon of two sheets of paper with lines, stacked on top of each other">
            <a:extLst>
              <a:ext uri="{FF2B5EF4-FFF2-40B4-BE49-F238E27FC236}">
                <a16:creationId xmlns:a16="http://schemas.microsoft.com/office/drawing/2014/main" id="{C3246B18-E083-2E1D-AB64-32900005E006}"/>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4943713" y="1632994"/>
            <a:ext cx="381000" cy="381000"/>
          </a:xfrm>
          <a:prstGeom prst="rect">
            <a:avLst/>
          </a:prstGeom>
        </p:spPr>
      </p:pic>
      <p:pic>
        <p:nvPicPr>
          <p:cNvPr id="33" name="One sheet of paper with lines" descr="Icon of a sheet of paper with lines">
            <a:extLst>
              <a:ext uri="{FF2B5EF4-FFF2-40B4-BE49-F238E27FC236}">
                <a16:creationId xmlns:a16="http://schemas.microsoft.com/office/drawing/2014/main" id="{1C2816EE-6ED3-976B-D1CF-F702E1850D55}"/>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5578713" y="1632994"/>
            <a:ext cx="381000" cy="381000"/>
          </a:xfrm>
          <a:prstGeom prst="rect">
            <a:avLst/>
          </a:prstGeom>
        </p:spPr>
      </p:pic>
      <p:pic>
        <p:nvPicPr>
          <p:cNvPr id="34" name="Spiral bound notebook" descr="Icon of a spiral-bound notebook">
            <a:extLst>
              <a:ext uri="{FF2B5EF4-FFF2-40B4-BE49-F238E27FC236}">
                <a16:creationId xmlns:a16="http://schemas.microsoft.com/office/drawing/2014/main" id="{75F816AF-FC87-720F-3A16-3F21D5E52CD4}"/>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6213713" y="1632994"/>
            <a:ext cx="381000" cy="381000"/>
          </a:xfrm>
          <a:prstGeom prst="rect">
            <a:avLst/>
          </a:prstGeom>
        </p:spPr>
      </p:pic>
      <p:pic>
        <p:nvPicPr>
          <p:cNvPr id="35" name="Book with Gear Icon" descr="Icon of a book with a book mark and gear symbol">
            <a:extLst>
              <a:ext uri="{FF2B5EF4-FFF2-40B4-BE49-F238E27FC236}">
                <a16:creationId xmlns:a16="http://schemas.microsoft.com/office/drawing/2014/main" id="{875B5DE1-0EC8-AF39-11C5-F60FDEC0E770}"/>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6848713" y="1632994"/>
            <a:ext cx="381000" cy="381000"/>
          </a:xfrm>
          <a:prstGeom prst="rect">
            <a:avLst/>
          </a:prstGeom>
        </p:spPr>
      </p:pic>
      <p:pic>
        <p:nvPicPr>
          <p:cNvPr id="36" name="Book with Bookmark" descr="Icon of a book with a bookmark">
            <a:extLst>
              <a:ext uri="{FF2B5EF4-FFF2-40B4-BE49-F238E27FC236}">
                <a16:creationId xmlns:a16="http://schemas.microsoft.com/office/drawing/2014/main" id="{71E7976E-ECEA-B5E1-0D62-7841FF9D4217}"/>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7483713" y="1632994"/>
            <a:ext cx="381000" cy="381000"/>
          </a:xfrm>
          <a:prstGeom prst="rect">
            <a:avLst/>
          </a:prstGeom>
        </p:spPr>
      </p:pic>
      <p:pic>
        <p:nvPicPr>
          <p:cNvPr id="37" name="Bulleted List on a Sheet of Paper with Pencil" descr="Icon of a sheet of paper with a bulleted list and a pencil symbol">
            <a:extLst>
              <a:ext uri="{FF2B5EF4-FFF2-40B4-BE49-F238E27FC236}">
                <a16:creationId xmlns:a16="http://schemas.microsoft.com/office/drawing/2014/main" id="{5D502ED8-59E6-6EF2-16C7-46EC95A62944}"/>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4308713" y="2267994"/>
            <a:ext cx="381000" cy="381000"/>
          </a:xfrm>
          <a:prstGeom prst="rect">
            <a:avLst/>
          </a:prstGeom>
        </p:spPr>
      </p:pic>
      <p:pic>
        <p:nvPicPr>
          <p:cNvPr id="38" name="Bulleted List on a Sheet of Paper" descr="Icon of bulleted list on a sheet of paper">
            <a:extLst>
              <a:ext uri="{FF2B5EF4-FFF2-40B4-BE49-F238E27FC236}">
                <a16:creationId xmlns:a16="http://schemas.microsoft.com/office/drawing/2014/main" id="{6BD76B64-DA71-CA0D-2F4C-51B858373B1C}"/>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943713" y="2267994"/>
            <a:ext cx="381000" cy="381000"/>
          </a:xfrm>
          <a:prstGeom prst="rect">
            <a:avLst/>
          </a:prstGeom>
        </p:spPr>
      </p:pic>
      <p:pic>
        <p:nvPicPr>
          <p:cNvPr id="39" name="Two File Folders, stacked" descr="Icon of two file folders, stacked on top of each other">
            <a:extLst>
              <a:ext uri="{FF2B5EF4-FFF2-40B4-BE49-F238E27FC236}">
                <a16:creationId xmlns:a16="http://schemas.microsoft.com/office/drawing/2014/main" id="{AF61DF43-A590-DBDE-050E-F053F8B120B3}"/>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5578713" y="2267994"/>
            <a:ext cx="381000" cy="381000"/>
          </a:xfrm>
          <a:prstGeom prst="rect">
            <a:avLst/>
          </a:prstGeom>
        </p:spPr>
      </p:pic>
      <p:pic>
        <p:nvPicPr>
          <p:cNvPr id="40" name="File Folder" descr="Icon of file folder">
            <a:extLst>
              <a:ext uri="{FF2B5EF4-FFF2-40B4-BE49-F238E27FC236}">
                <a16:creationId xmlns:a16="http://schemas.microsoft.com/office/drawing/2014/main" id="{51D5EACA-2F67-4889-6EBF-2D2B04E5DC6B}"/>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6213713" y="2267994"/>
            <a:ext cx="381000" cy="381000"/>
          </a:xfrm>
          <a:prstGeom prst="rect">
            <a:avLst/>
          </a:prstGeom>
        </p:spPr>
      </p:pic>
      <p:pic>
        <p:nvPicPr>
          <p:cNvPr id="41" name="Two sheets of paper stacked, with top right corner folded down" descr="Icon of two stacked sheets of paper, with upper right corner folded down">
            <a:extLst>
              <a:ext uri="{FF2B5EF4-FFF2-40B4-BE49-F238E27FC236}">
                <a16:creationId xmlns:a16="http://schemas.microsoft.com/office/drawing/2014/main" id="{813F2ABD-752C-5696-9705-DE996F4E919D}"/>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848713" y="2267994"/>
            <a:ext cx="381000" cy="381000"/>
          </a:xfrm>
          <a:prstGeom prst="rect">
            <a:avLst/>
          </a:prstGeom>
        </p:spPr>
      </p:pic>
      <p:pic>
        <p:nvPicPr>
          <p:cNvPr id="42" name="Sheet of paper, with top right corner folded down" descr="Icon of a sheet of paper with the upper right corner folded down">
            <a:extLst>
              <a:ext uri="{FF2B5EF4-FFF2-40B4-BE49-F238E27FC236}">
                <a16:creationId xmlns:a16="http://schemas.microsoft.com/office/drawing/2014/main" id="{D38E0B1F-6F4C-DB9E-FAC9-A5CDE7CE0975}"/>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7483713" y="2267994"/>
            <a:ext cx="381000" cy="381000"/>
          </a:xfrm>
          <a:prstGeom prst="rect">
            <a:avLst/>
          </a:prstGeom>
        </p:spPr>
      </p:pic>
      <p:pic>
        <p:nvPicPr>
          <p:cNvPr id="43" name="Clipboard with Gear Icon" descr="Icon of a clipboard with a gear symbol">
            <a:extLst>
              <a:ext uri="{FF2B5EF4-FFF2-40B4-BE49-F238E27FC236}">
                <a16:creationId xmlns:a16="http://schemas.microsoft.com/office/drawing/2014/main" id="{EA3A3C91-9B9C-033F-22D0-40CD8840A68A}"/>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4308713" y="2902994"/>
            <a:ext cx="381000" cy="381000"/>
          </a:xfrm>
          <a:prstGeom prst="rect">
            <a:avLst/>
          </a:prstGeom>
        </p:spPr>
      </p:pic>
      <p:pic>
        <p:nvPicPr>
          <p:cNvPr id="44" name="Clipboard with Check Mark" descr="Icon of a clipboard with a check mark">
            <a:extLst>
              <a:ext uri="{FF2B5EF4-FFF2-40B4-BE49-F238E27FC236}">
                <a16:creationId xmlns:a16="http://schemas.microsoft.com/office/drawing/2014/main" id="{071EC55F-D346-8818-45C7-BC247A956EDC}"/>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4943713" y="2902994"/>
            <a:ext cx="381000" cy="381000"/>
          </a:xfrm>
          <a:prstGeom prst="rect">
            <a:avLst/>
          </a:prstGeom>
        </p:spPr>
      </p:pic>
      <p:pic>
        <p:nvPicPr>
          <p:cNvPr id="45" name="Clipboard " descr="Icon of a clipboard">
            <a:extLst>
              <a:ext uri="{FF2B5EF4-FFF2-40B4-BE49-F238E27FC236}">
                <a16:creationId xmlns:a16="http://schemas.microsoft.com/office/drawing/2014/main" id="{0049F494-8E98-78A8-8775-C72776AEF401}"/>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5578713" y="2902994"/>
            <a:ext cx="381000" cy="381000"/>
          </a:xfrm>
          <a:prstGeom prst="rect">
            <a:avLst/>
          </a:prstGeom>
        </p:spPr>
      </p:pic>
      <p:pic>
        <p:nvPicPr>
          <p:cNvPr id="46" name="Briefcase with Star" descr="Icon of a briefcase with a star">
            <a:extLst>
              <a:ext uri="{FF2B5EF4-FFF2-40B4-BE49-F238E27FC236}">
                <a16:creationId xmlns:a16="http://schemas.microsoft.com/office/drawing/2014/main" id="{B5E2B5D3-1E09-F1F9-1BCA-EB21930790D3}"/>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6213713" y="2902994"/>
            <a:ext cx="381000" cy="381000"/>
          </a:xfrm>
          <a:prstGeom prst="rect">
            <a:avLst/>
          </a:prstGeom>
        </p:spPr>
      </p:pic>
      <p:pic>
        <p:nvPicPr>
          <p:cNvPr id="47" name="Briefcase with Magnifying Glass" descr="Icon of briefcase with a magnifying glass">
            <a:extLst>
              <a:ext uri="{FF2B5EF4-FFF2-40B4-BE49-F238E27FC236}">
                <a16:creationId xmlns:a16="http://schemas.microsoft.com/office/drawing/2014/main" id="{8B6AA0BD-D56C-E6EE-671F-613E475D7CEC}"/>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6848713" y="2902994"/>
            <a:ext cx="381000" cy="381000"/>
          </a:xfrm>
          <a:prstGeom prst="rect">
            <a:avLst/>
          </a:prstGeom>
        </p:spPr>
      </p:pic>
      <p:pic>
        <p:nvPicPr>
          <p:cNvPr id="48" name="Briefcase with Node Flowchart" descr="Icon of briefcase with a flowchart">
            <a:extLst>
              <a:ext uri="{FF2B5EF4-FFF2-40B4-BE49-F238E27FC236}">
                <a16:creationId xmlns:a16="http://schemas.microsoft.com/office/drawing/2014/main" id="{D61C03A9-84E2-B62A-45CB-A62A53BB8FB5}"/>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7483713" y="2902994"/>
            <a:ext cx="381000" cy="381000"/>
          </a:xfrm>
          <a:prstGeom prst="rect">
            <a:avLst/>
          </a:prstGeom>
        </p:spPr>
      </p:pic>
      <p:pic>
        <p:nvPicPr>
          <p:cNvPr id="49" name="Briefcase with Check Mark" descr="Icon of briefcase with a check mark">
            <a:extLst>
              <a:ext uri="{FF2B5EF4-FFF2-40B4-BE49-F238E27FC236}">
                <a16:creationId xmlns:a16="http://schemas.microsoft.com/office/drawing/2014/main" id="{63B3B4F7-873C-96D7-22F9-569472BAE2FE}"/>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4308713" y="3537994"/>
            <a:ext cx="381000" cy="381000"/>
          </a:xfrm>
          <a:prstGeom prst="rect">
            <a:avLst/>
          </a:prstGeom>
        </p:spPr>
      </p:pic>
      <p:pic>
        <p:nvPicPr>
          <p:cNvPr id="50" name="Briefcase with Down Arrow" descr="Icon of briefcase with downwards pointing arrow">
            <a:extLst>
              <a:ext uri="{FF2B5EF4-FFF2-40B4-BE49-F238E27FC236}">
                <a16:creationId xmlns:a16="http://schemas.microsoft.com/office/drawing/2014/main" id="{27E1BC98-394B-A02A-55E6-3C73F78AF2FE}"/>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4943713" y="3537994"/>
            <a:ext cx="381000" cy="381000"/>
          </a:xfrm>
          <a:prstGeom prst="rect">
            <a:avLst/>
          </a:prstGeom>
        </p:spPr>
      </p:pic>
      <p:pic>
        <p:nvPicPr>
          <p:cNvPr id="51" name="Briefcase" descr="Icon of briefcase">
            <a:extLst>
              <a:ext uri="{FF2B5EF4-FFF2-40B4-BE49-F238E27FC236}">
                <a16:creationId xmlns:a16="http://schemas.microsoft.com/office/drawing/2014/main" id="{3E9FACA3-C29A-BF55-DCA4-B0015A28EE64}"/>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5578713" y="3537994"/>
            <a:ext cx="381000" cy="381000"/>
          </a:xfrm>
          <a:prstGeom prst="rect">
            <a:avLst/>
          </a:prstGeom>
        </p:spPr>
      </p:pic>
      <p:sp>
        <p:nvSpPr>
          <p:cNvPr id="52" name="MEDIA &amp; TECHNOLOGY">
            <a:extLst>
              <a:ext uri="{FF2B5EF4-FFF2-40B4-BE49-F238E27FC236}">
                <a16:creationId xmlns:a16="http://schemas.microsoft.com/office/drawing/2014/main" id="{96A3561D-73E7-2965-A834-6E43446A15F4}"/>
              </a:ext>
            </a:extLst>
          </p:cNvPr>
          <p:cNvSpPr/>
          <p:nvPr/>
        </p:nvSpPr>
        <p:spPr>
          <a:xfrm>
            <a:off x="4327287" y="4332444"/>
            <a:ext cx="3537426"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Media &amp; Technology</a:t>
            </a:r>
          </a:p>
        </p:txBody>
      </p:sp>
      <p:pic>
        <p:nvPicPr>
          <p:cNvPr id="53" name="Picture Icon" descr="Picture icon">
            <a:extLst>
              <a:ext uri="{FF2B5EF4-FFF2-40B4-BE49-F238E27FC236}">
                <a16:creationId xmlns:a16="http://schemas.microsoft.com/office/drawing/2014/main" id="{43A0D5E5-2224-0FC5-0450-D96FFD2FB111}"/>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4308713" y="4759157"/>
            <a:ext cx="381000" cy="381000"/>
          </a:xfrm>
          <a:prstGeom prst="rect">
            <a:avLst/>
          </a:prstGeom>
        </p:spPr>
      </p:pic>
      <p:pic>
        <p:nvPicPr>
          <p:cNvPr id="54" name="Video with Play Button and Progress Bar" descr="Icon of video interface, with a play button and progress bar">
            <a:extLst>
              <a:ext uri="{FF2B5EF4-FFF2-40B4-BE49-F238E27FC236}">
                <a16:creationId xmlns:a16="http://schemas.microsoft.com/office/drawing/2014/main" id="{AFA07842-FBA7-587E-3B8C-8845C1E90963}"/>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4939917" y="4759157"/>
            <a:ext cx="381000" cy="381000"/>
          </a:xfrm>
          <a:prstGeom prst="rect">
            <a:avLst/>
          </a:prstGeom>
        </p:spPr>
      </p:pic>
      <p:pic>
        <p:nvPicPr>
          <p:cNvPr id="55" name="Server Storage" descr="Icon of server stack">
            <a:extLst>
              <a:ext uri="{FF2B5EF4-FFF2-40B4-BE49-F238E27FC236}">
                <a16:creationId xmlns:a16="http://schemas.microsoft.com/office/drawing/2014/main" id="{DB183C34-12BD-13FF-B199-2913BCEB8DC0}"/>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5578713" y="4759157"/>
            <a:ext cx="381000" cy="381000"/>
          </a:xfrm>
          <a:prstGeom prst="rect">
            <a:avLst/>
          </a:prstGeom>
        </p:spPr>
      </p:pic>
      <p:pic>
        <p:nvPicPr>
          <p:cNvPr id="56" name="Database Silo" descr="Icon of database silo">
            <a:extLst>
              <a:ext uri="{FF2B5EF4-FFF2-40B4-BE49-F238E27FC236}">
                <a16:creationId xmlns:a16="http://schemas.microsoft.com/office/drawing/2014/main" id="{7DBB7693-4D2A-08B9-0F43-A165499E3056}"/>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6213713" y="4759157"/>
            <a:ext cx="381000" cy="381000"/>
          </a:xfrm>
          <a:prstGeom prst="rect">
            <a:avLst/>
          </a:prstGeom>
        </p:spPr>
      </p:pic>
      <p:pic>
        <p:nvPicPr>
          <p:cNvPr id="57" name="Software Window with Data Visualization" descr="Icon of software window with data visualization on it">
            <a:extLst>
              <a:ext uri="{FF2B5EF4-FFF2-40B4-BE49-F238E27FC236}">
                <a16:creationId xmlns:a16="http://schemas.microsoft.com/office/drawing/2014/main" id="{23D19256-1068-9C84-72CB-61244762E1F3}"/>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6848713" y="4759157"/>
            <a:ext cx="381000" cy="381000"/>
          </a:xfrm>
          <a:prstGeom prst="rect">
            <a:avLst/>
          </a:prstGeom>
        </p:spPr>
      </p:pic>
      <p:pic>
        <p:nvPicPr>
          <p:cNvPr id="58" name="Two Barcodes, stacked" descr="Icon of two barcodes, stacked on top of each other">
            <a:extLst>
              <a:ext uri="{FF2B5EF4-FFF2-40B4-BE49-F238E27FC236}">
                <a16:creationId xmlns:a16="http://schemas.microsoft.com/office/drawing/2014/main" id="{38E9D288-73C9-AFEE-0BC1-1F1C02F5BA55}"/>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7483713" y="4759157"/>
            <a:ext cx="381000" cy="381000"/>
          </a:xfrm>
          <a:prstGeom prst="rect">
            <a:avLst/>
          </a:prstGeom>
        </p:spPr>
      </p:pic>
      <p:pic>
        <p:nvPicPr>
          <p:cNvPr id="59" name="Barcode" descr="Icon of barcode">
            <a:extLst>
              <a:ext uri="{FF2B5EF4-FFF2-40B4-BE49-F238E27FC236}">
                <a16:creationId xmlns:a16="http://schemas.microsoft.com/office/drawing/2014/main" id="{291560BC-78AC-E9BE-BCA4-C2BD96A8FAC2}"/>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4308713" y="5394157"/>
            <a:ext cx="381000" cy="381000"/>
          </a:xfrm>
          <a:prstGeom prst="rect">
            <a:avLst/>
          </a:prstGeom>
        </p:spPr>
      </p:pic>
      <p:pic>
        <p:nvPicPr>
          <p:cNvPr id="60" name="Mobile Device" descr="Icon of mobile device">
            <a:extLst>
              <a:ext uri="{FF2B5EF4-FFF2-40B4-BE49-F238E27FC236}">
                <a16:creationId xmlns:a16="http://schemas.microsoft.com/office/drawing/2014/main" id="{126D38A7-2545-9F96-7C44-3519D57D795B}"/>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4943713" y="5394157"/>
            <a:ext cx="381000" cy="381000"/>
          </a:xfrm>
          <a:prstGeom prst="rect">
            <a:avLst/>
          </a:prstGeom>
        </p:spPr>
      </p:pic>
      <p:pic>
        <p:nvPicPr>
          <p:cNvPr id="61" name="Desktop Monitor" descr="Icon of desktop monitor">
            <a:extLst>
              <a:ext uri="{FF2B5EF4-FFF2-40B4-BE49-F238E27FC236}">
                <a16:creationId xmlns:a16="http://schemas.microsoft.com/office/drawing/2014/main" id="{6B37BFD2-4C7F-A7B0-F233-E9A651613ACD}"/>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5578713" y="5394157"/>
            <a:ext cx="381000" cy="381000"/>
          </a:xfrm>
          <a:prstGeom prst="rect">
            <a:avLst/>
          </a:prstGeom>
        </p:spPr>
      </p:pic>
      <p:pic>
        <p:nvPicPr>
          <p:cNvPr id="62" name="Camera" descr="Icon of camera">
            <a:extLst>
              <a:ext uri="{FF2B5EF4-FFF2-40B4-BE49-F238E27FC236}">
                <a16:creationId xmlns:a16="http://schemas.microsoft.com/office/drawing/2014/main" id="{86B7B68C-27C3-8775-3BF3-5AF5572B4B84}"/>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6213713" y="5394157"/>
            <a:ext cx="381000" cy="381000"/>
          </a:xfrm>
          <a:prstGeom prst="rect">
            <a:avLst/>
          </a:prstGeom>
        </p:spPr>
      </p:pic>
      <p:pic>
        <p:nvPicPr>
          <p:cNvPr id="63" name="Software Window with Lines" descr="Icon of software window with lines">
            <a:extLst>
              <a:ext uri="{FF2B5EF4-FFF2-40B4-BE49-F238E27FC236}">
                <a16:creationId xmlns:a16="http://schemas.microsoft.com/office/drawing/2014/main" id="{09B86D6D-E61F-8965-1868-1CC495EA7533}"/>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6848713" y="5394157"/>
            <a:ext cx="381000" cy="381000"/>
          </a:xfrm>
          <a:prstGeom prst="rect">
            <a:avLst/>
          </a:prstGeom>
        </p:spPr>
      </p:pic>
      <p:pic>
        <p:nvPicPr>
          <p:cNvPr id="64" name="Sofware Window with Gear" descr="Icon of software window with gear symbol overlayed in the corner">
            <a:extLst>
              <a:ext uri="{FF2B5EF4-FFF2-40B4-BE49-F238E27FC236}">
                <a16:creationId xmlns:a16="http://schemas.microsoft.com/office/drawing/2014/main" id="{AC1C3A18-AC99-E903-909C-E21F6CD19980}"/>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7483713" y="5394157"/>
            <a:ext cx="381000" cy="381000"/>
          </a:xfrm>
          <a:prstGeom prst="rect">
            <a:avLst/>
          </a:prstGeom>
        </p:spPr>
      </p:pic>
      <p:pic>
        <p:nvPicPr>
          <p:cNvPr id="65" name="Sofware Window with Person on a Shield" descr="Icon of software window with person on shield symbol overlayed in the corner">
            <a:extLst>
              <a:ext uri="{FF2B5EF4-FFF2-40B4-BE49-F238E27FC236}">
                <a16:creationId xmlns:a16="http://schemas.microsoft.com/office/drawing/2014/main" id="{D62F1B86-9B08-A2A6-2C81-081A2021FB89}"/>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4308713" y="6029157"/>
            <a:ext cx="381000" cy="381000"/>
          </a:xfrm>
          <a:prstGeom prst="rect">
            <a:avLst/>
          </a:prstGeom>
        </p:spPr>
      </p:pic>
      <p:pic>
        <p:nvPicPr>
          <p:cNvPr id="66" name="Sofware Window with Pencil" descr="Icon of software window with pencil overlayed in the corner">
            <a:extLst>
              <a:ext uri="{FF2B5EF4-FFF2-40B4-BE49-F238E27FC236}">
                <a16:creationId xmlns:a16="http://schemas.microsoft.com/office/drawing/2014/main" id="{D6B5592F-C911-7213-2808-D9E1AF718BB4}"/>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4943713" y="6029157"/>
            <a:ext cx="381000" cy="381000"/>
          </a:xfrm>
          <a:prstGeom prst="rect">
            <a:avLst/>
          </a:prstGeom>
        </p:spPr>
      </p:pic>
      <p:pic>
        <p:nvPicPr>
          <p:cNvPr id="67" name="Sofware Window with Lines and Square" descr="Icon of a software interface">
            <a:extLst>
              <a:ext uri="{FF2B5EF4-FFF2-40B4-BE49-F238E27FC236}">
                <a16:creationId xmlns:a16="http://schemas.microsoft.com/office/drawing/2014/main" id="{A3A1CE75-B08D-4C92-6821-61E6E660D2D7}"/>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5578713" y="6029157"/>
            <a:ext cx="381000" cy="381000"/>
          </a:xfrm>
          <a:prstGeom prst="rect">
            <a:avLst/>
          </a:prstGeom>
        </p:spPr>
      </p:pic>
      <p:pic>
        <p:nvPicPr>
          <p:cNvPr id="68" name="Coding" descr="Icon representing Coding">
            <a:extLst>
              <a:ext uri="{FF2B5EF4-FFF2-40B4-BE49-F238E27FC236}">
                <a16:creationId xmlns:a16="http://schemas.microsoft.com/office/drawing/2014/main" id="{B4E0F7A4-9C1E-EEF5-F579-3AE86D2E7539}"/>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6213713" y="6029157"/>
            <a:ext cx="381000" cy="381000"/>
          </a:xfrm>
          <a:prstGeom prst="rect">
            <a:avLst/>
          </a:prstGeom>
        </p:spPr>
      </p:pic>
      <p:sp>
        <p:nvSpPr>
          <p:cNvPr id="69" name="MONEY">
            <a:extLst>
              <a:ext uri="{FF2B5EF4-FFF2-40B4-BE49-F238E27FC236}">
                <a16:creationId xmlns:a16="http://schemas.microsoft.com/office/drawing/2014/main" id="{D45BC04D-C22C-70C2-B8FF-96D99D2938F2}"/>
              </a:ext>
            </a:extLst>
          </p:cNvPr>
          <p:cNvSpPr/>
          <p:nvPr/>
        </p:nvSpPr>
        <p:spPr>
          <a:xfrm>
            <a:off x="8122509" y="1187357"/>
            <a:ext cx="3537348"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mj-lt"/>
              </a:rPr>
              <a:t>Money</a:t>
            </a:r>
          </a:p>
        </p:txBody>
      </p:sp>
      <p:pic>
        <p:nvPicPr>
          <p:cNvPr id="70" name="Paper Currency" descr="Icon of Paper Currency">
            <a:extLst>
              <a:ext uri="{FF2B5EF4-FFF2-40B4-BE49-F238E27FC236}">
                <a16:creationId xmlns:a16="http://schemas.microsoft.com/office/drawing/2014/main" id="{F2662889-315B-C678-DC46-464CCD984C79}"/>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8129791" y="1632994"/>
            <a:ext cx="381000" cy="381000"/>
          </a:xfrm>
          <a:prstGeom prst="rect">
            <a:avLst/>
          </a:prstGeom>
        </p:spPr>
      </p:pic>
      <p:pic>
        <p:nvPicPr>
          <p:cNvPr id="71" name="Stack of two Paper Currencies" descr="Icon of two paper currencies, stacked on each other">
            <a:extLst>
              <a:ext uri="{FF2B5EF4-FFF2-40B4-BE49-F238E27FC236}">
                <a16:creationId xmlns:a16="http://schemas.microsoft.com/office/drawing/2014/main" id="{91043F1D-95F8-3E9D-713D-E3CDF4B4C4D5}"/>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8763592" y="1632994"/>
            <a:ext cx="381000" cy="381000"/>
          </a:xfrm>
          <a:prstGeom prst="rect">
            <a:avLst/>
          </a:prstGeom>
        </p:spPr>
      </p:pic>
      <p:pic>
        <p:nvPicPr>
          <p:cNvPr id="72" name="Paper Currency with Check Box" descr="Paper currency with check boxes symbol Icon">
            <a:extLst>
              <a:ext uri="{FF2B5EF4-FFF2-40B4-BE49-F238E27FC236}">
                <a16:creationId xmlns:a16="http://schemas.microsoft.com/office/drawing/2014/main" id="{EF5ED2F8-914A-53A6-9F53-B7ED61BD47EA}"/>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9395995" y="1632994"/>
            <a:ext cx="381000" cy="381000"/>
          </a:xfrm>
          <a:prstGeom prst="rect">
            <a:avLst/>
          </a:prstGeom>
        </p:spPr>
      </p:pic>
      <p:pic>
        <p:nvPicPr>
          <p:cNvPr id="73" name="Hand holding Paper Currency" descr="Hand holding paper currency Icon">
            <a:extLst>
              <a:ext uri="{FF2B5EF4-FFF2-40B4-BE49-F238E27FC236}">
                <a16:creationId xmlns:a16="http://schemas.microsoft.com/office/drawing/2014/main" id="{7479F839-A373-BC8D-373A-61BD4D3CD0A5}"/>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10034791" y="1632994"/>
            <a:ext cx="381000" cy="381000"/>
          </a:xfrm>
          <a:prstGeom prst="rect">
            <a:avLst/>
          </a:prstGeom>
        </p:spPr>
      </p:pic>
      <p:pic>
        <p:nvPicPr>
          <p:cNvPr id="74" name="Money Bag" descr="Money bag Icon">
            <a:extLst>
              <a:ext uri="{FF2B5EF4-FFF2-40B4-BE49-F238E27FC236}">
                <a16:creationId xmlns:a16="http://schemas.microsoft.com/office/drawing/2014/main" id="{489F5AA0-FAEA-B917-7683-364ECB98B6F1}"/>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10669791" y="1632994"/>
            <a:ext cx="381000" cy="381000"/>
          </a:xfrm>
          <a:prstGeom prst="rect">
            <a:avLst/>
          </a:prstGeom>
        </p:spPr>
      </p:pic>
      <p:pic>
        <p:nvPicPr>
          <p:cNvPr id="75" name="Paper Currency and Credit Card" descr="Paper currency and credit card overlapping Icon">
            <a:extLst>
              <a:ext uri="{FF2B5EF4-FFF2-40B4-BE49-F238E27FC236}">
                <a16:creationId xmlns:a16="http://schemas.microsoft.com/office/drawing/2014/main" id="{4A773F8C-E9BE-8D99-C8EC-76C58EE9CBEB}"/>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11278857" y="1632994"/>
            <a:ext cx="381000" cy="381000"/>
          </a:xfrm>
          <a:prstGeom prst="rect">
            <a:avLst/>
          </a:prstGeom>
        </p:spPr>
      </p:pic>
      <p:pic>
        <p:nvPicPr>
          <p:cNvPr id="76" name="Credit Card" descr="Credit Card Icon">
            <a:extLst>
              <a:ext uri="{FF2B5EF4-FFF2-40B4-BE49-F238E27FC236}">
                <a16:creationId xmlns:a16="http://schemas.microsoft.com/office/drawing/2014/main" id="{22DC0670-B23F-5C6B-A6F9-98386C542898}"/>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8131345" y="2267994"/>
            <a:ext cx="381000" cy="381000"/>
          </a:xfrm>
          <a:prstGeom prst="rect">
            <a:avLst/>
          </a:prstGeom>
        </p:spPr>
      </p:pic>
      <p:sp>
        <p:nvSpPr>
          <p:cNvPr id="77" name="OBJECTS (MISC)">
            <a:extLst>
              <a:ext uri="{FF2B5EF4-FFF2-40B4-BE49-F238E27FC236}">
                <a16:creationId xmlns:a16="http://schemas.microsoft.com/office/drawing/2014/main" id="{EFA6A173-EEA5-57AF-13AF-D8BB31B81ADE}"/>
              </a:ext>
            </a:extLst>
          </p:cNvPr>
          <p:cNvSpPr/>
          <p:nvPr/>
        </p:nvSpPr>
        <p:spPr>
          <a:xfrm>
            <a:off x="8122509" y="3044658"/>
            <a:ext cx="3537348" cy="20860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0">
                <a:solidFill>
                  <a:schemeClr val="tx1"/>
                </a:solidFill>
                <a:latin typeface="+mj-lt"/>
              </a:rPr>
              <a:t>Objects (Misc)</a:t>
            </a:r>
          </a:p>
        </p:txBody>
      </p:sp>
      <p:pic>
        <p:nvPicPr>
          <p:cNvPr id="78" name="Cycle Arrows with Wrench" descr="Cyclical Arrows with Wrench symbol Icon">
            <a:extLst>
              <a:ext uri="{FF2B5EF4-FFF2-40B4-BE49-F238E27FC236}">
                <a16:creationId xmlns:a16="http://schemas.microsoft.com/office/drawing/2014/main" id="{982B9426-E15A-8AE0-7D5C-ADBC9A14B459}"/>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8129791" y="3489157"/>
            <a:ext cx="381000" cy="381000"/>
          </a:xfrm>
          <a:prstGeom prst="rect">
            <a:avLst/>
          </a:prstGeom>
        </p:spPr>
      </p:pic>
      <p:pic>
        <p:nvPicPr>
          <p:cNvPr id="79" name="Wrench" descr="Wrench Icon">
            <a:extLst>
              <a:ext uri="{FF2B5EF4-FFF2-40B4-BE49-F238E27FC236}">
                <a16:creationId xmlns:a16="http://schemas.microsoft.com/office/drawing/2014/main" id="{A9C1D31A-DF7F-8AA9-7156-D974E6574954}"/>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8764791" y="3489157"/>
            <a:ext cx="381000" cy="381000"/>
          </a:xfrm>
          <a:prstGeom prst="rect">
            <a:avLst/>
          </a:prstGeom>
        </p:spPr>
      </p:pic>
      <p:pic>
        <p:nvPicPr>
          <p:cNvPr id="80" name="Bell" descr="Bell Icon">
            <a:extLst>
              <a:ext uri="{FF2B5EF4-FFF2-40B4-BE49-F238E27FC236}">
                <a16:creationId xmlns:a16="http://schemas.microsoft.com/office/drawing/2014/main" id="{0C65BDDB-5D10-3BA9-4585-A0FAA5DE4116}"/>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9399791" y="3489157"/>
            <a:ext cx="381000" cy="381000"/>
          </a:xfrm>
          <a:prstGeom prst="rect">
            <a:avLst/>
          </a:prstGeom>
        </p:spPr>
      </p:pic>
      <p:pic>
        <p:nvPicPr>
          <p:cNvPr id="81" name="Calculator" descr="Calculator Icon">
            <a:extLst>
              <a:ext uri="{FF2B5EF4-FFF2-40B4-BE49-F238E27FC236}">
                <a16:creationId xmlns:a16="http://schemas.microsoft.com/office/drawing/2014/main" id="{F5857147-6DE3-E48C-FC10-38EC5F5357A9}"/>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10034791" y="3489157"/>
            <a:ext cx="381000" cy="381000"/>
          </a:xfrm>
          <a:prstGeom prst="rect">
            <a:avLst/>
          </a:prstGeom>
        </p:spPr>
      </p:pic>
      <p:pic>
        <p:nvPicPr>
          <p:cNvPr id="82" name="Lightbulb" descr="Lightbulb Icon">
            <a:extLst>
              <a:ext uri="{FF2B5EF4-FFF2-40B4-BE49-F238E27FC236}">
                <a16:creationId xmlns:a16="http://schemas.microsoft.com/office/drawing/2014/main" id="{9B0F45A6-5720-03B5-C465-7CF6A5D212D5}"/>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10669791" y="3489157"/>
            <a:ext cx="381000" cy="381000"/>
          </a:xfrm>
          <a:prstGeom prst="rect">
            <a:avLst/>
          </a:prstGeom>
        </p:spPr>
      </p:pic>
      <p:pic>
        <p:nvPicPr>
          <p:cNvPr id="83" name="Umbrella" descr="Umbrella Icon">
            <a:extLst>
              <a:ext uri="{FF2B5EF4-FFF2-40B4-BE49-F238E27FC236}">
                <a16:creationId xmlns:a16="http://schemas.microsoft.com/office/drawing/2014/main" id="{99426FE8-A444-9F15-EAD4-41D4B767F267}"/>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11304791" y="3489157"/>
            <a:ext cx="381000" cy="381000"/>
          </a:xfrm>
          <a:prstGeom prst="rect">
            <a:avLst/>
          </a:prstGeom>
        </p:spPr>
      </p:pic>
      <p:pic>
        <p:nvPicPr>
          <p:cNvPr id="84" name="Gavel" descr="Gavel Icon">
            <a:extLst>
              <a:ext uri="{FF2B5EF4-FFF2-40B4-BE49-F238E27FC236}">
                <a16:creationId xmlns:a16="http://schemas.microsoft.com/office/drawing/2014/main" id="{9E80B17F-4D54-D1BF-BB36-0F32B5887A52}"/>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8129791" y="4129903"/>
            <a:ext cx="381000" cy="381000"/>
          </a:xfrm>
          <a:prstGeom prst="rect">
            <a:avLst/>
          </a:prstGeom>
        </p:spPr>
      </p:pic>
      <p:pic>
        <p:nvPicPr>
          <p:cNvPr id="85" name="Scale" descr="Scales of Justice Icon">
            <a:extLst>
              <a:ext uri="{FF2B5EF4-FFF2-40B4-BE49-F238E27FC236}">
                <a16:creationId xmlns:a16="http://schemas.microsoft.com/office/drawing/2014/main" id="{CE882536-7FF6-336E-557E-0628BCA62734}"/>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8764791" y="4124157"/>
            <a:ext cx="381000" cy="381000"/>
          </a:xfrm>
          <a:prstGeom prst="rect">
            <a:avLst/>
          </a:prstGeom>
        </p:spPr>
      </p:pic>
      <p:pic>
        <p:nvPicPr>
          <p:cNvPr id="86" name="Two Wedding Rings" descr="Interlocking Wedding Rings Icon">
            <a:extLst>
              <a:ext uri="{FF2B5EF4-FFF2-40B4-BE49-F238E27FC236}">
                <a16:creationId xmlns:a16="http://schemas.microsoft.com/office/drawing/2014/main" id="{6A743A50-BF93-0A85-C6B1-E8ACBBE32B72}"/>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9399791" y="4124157"/>
            <a:ext cx="381000" cy="381000"/>
          </a:xfrm>
          <a:prstGeom prst="rect">
            <a:avLst/>
          </a:prstGeom>
        </p:spPr>
      </p:pic>
      <p:pic>
        <p:nvPicPr>
          <p:cNvPr id="87" name="Cross with Person on Shield" descr="Cross Icon with Person on Shield symbol">
            <a:extLst>
              <a:ext uri="{FF2B5EF4-FFF2-40B4-BE49-F238E27FC236}">
                <a16:creationId xmlns:a16="http://schemas.microsoft.com/office/drawing/2014/main" id="{CA5A9847-8206-A2EC-4911-B155BB9FFD0F}"/>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10034791" y="4124157"/>
            <a:ext cx="381000" cy="381000"/>
          </a:xfrm>
          <a:prstGeom prst="rect">
            <a:avLst/>
          </a:prstGeom>
        </p:spPr>
      </p:pic>
      <p:pic>
        <p:nvPicPr>
          <p:cNvPr id="88" name="Cross with Gear" descr="Cross Icon with Gear symbol">
            <a:extLst>
              <a:ext uri="{FF2B5EF4-FFF2-40B4-BE49-F238E27FC236}">
                <a16:creationId xmlns:a16="http://schemas.microsoft.com/office/drawing/2014/main" id="{93925942-6737-C7E7-EB8A-6B114A56325B}"/>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10669791" y="4124157"/>
            <a:ext cx="381000" cy="381000"/>
          </a:xfrm>
          <a:prstGeom prst="rect">
            <a:avLst/>
          </a:prstGeom>
        </p:spPr>
      </p:pic>
      <p:pic>
        <p:nvPicPr>
          <p:cNvPr id="89" name="Cross in a circle" descr="Cross in Circle Icon">
            <a:extLst>
              <a:ext uri="{FF2B5EF4-FFF2-40B4-BE49-F238E27FC236}">
                <a16:creationId xmlns:a16="http://schemas.microsoft.com/office/drawing/2014/main" id="{06D52FEE-8ADC-EB90-C1DE-F6C347E67903}"/>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11304791" y="4124157"/>
            <a:ext cx="381000" cy="381000"/>
          </a:xfrm>
          <a:prstGeom prst="rect">
            <a:avLst/>
          </a:prstGeom>
        </p:spPr>
      </p:pic>
      <p:pic>
        <p:nvPicPr>
          <p:cNvPr id="90" name="Tape Measure" descr="Tape Measure Icon">
            <a:extLst>
              <a:ext uri="{FF2B5EF4-FFF2-40B4-BE49-F238E27FC236}">
                <a16:creationId xmlns:a16="http://schemas.microsoft.com/office/drawing/2014/main" id="{36C1E23A-E391-4268-E108-6B3F842C8E23}"/>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8129791" y="4759157"/>
            <a:ext cx="381000" cy="381000"/>
          </a:xfrm>
          <a:prstGeom prst="rect">
            <a:avLst/>
          </a:prstGeom>
        </p:spPr>
      </p:pic>
      <p:pic>
        <p:nvPicPr>
          <p:cNvPr id="91" name="Fork and Knife" descr="Fork and Knife Icon">
            <a:extLst>
              <a:ext uri="{FF2B5EF4-FFF2-40B4-BE49-F238E27FC236}">
                <a16:creationId xmlns:a16="http://schemas.microsoft.com/office/drawing/2014/main" id="{51F9AF15-FF90-7E74-6532-36F5F3849D67}"/>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8764791" y="4759157"/>
            <a:ext cx="381000" cy="381000"/>
          </a:xfrm>
          <a:prstGeom prst="rect">
            <a:avLst/>
          </a:prstGeom>
        </p:spPr>
      </p:pic>
      <p:pic>
        <p:nvPicPr>
          <p:cNvPr id="92" name="Drinking Glass" descr="Drinking Glass or Cup Icon">
            <a:extLst>
              <a:ext uri="{FF2B5EF4-FFF2-40B4-BE49-F238E27FC236}">
                <a16:creationId xmlns:a16="http://schemas.microsoft.com/office/drawing/2014/main" id="{3AF980CC-6820-3101-8512-ACB4B4E236BA}"/>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9395995" y="4759157"/>
            <a:ext cx="381000" cy="381000"/>
          </a:xfrm>
          <a:prstGeom prst="rect">
            <a:avLst/>
          </a:prstGeom>
        </p:spPr>
      </p:pic>
      <p:pic>
        <p:nvPicPr>
          <p:cNvPr id="93" name="Life Preserver" descr="Life Preserver Icon">
            <a:extLst>
              <a:ext uri="{FF2B5EF4-FFF2-40B4-BE49-F238E27FC236}">
                <a16:creationId xmlns:a16="http://schemas.microsoft.com/office/drawing/2014/main" id="{489D7A35-418E-D023-54F0-CC95E78D900F}"/>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10034791" y="4759157"/>
            <a:ext cx="381000" cy="381000"/>
          </a:xfrm>
          <a:prstGeom prst="rect">
            <a:avLst/>
          </a:prstGeom>
        </p:spPr>
      </p:pic>
      <p:pic>
        <p:nvPicPr>
          <p:cNvPr id="94" name="Ticket" descr="Ticket Icon">
            <a:extLst>
              <a:ext uri="{FF2B5EF4-FFF2-40B4-BE49-F238E27FC236}">
                <a16:creationId xmlns:a16="http://schemas.microsoft.com/office/drawing/2014/main" id="{483AFBDF-4DB0-EA8A-412E-E9E8BCF81264}"/>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10673587" y="4759157"/>
            <a:ext cx="381000" cy="381000"/>
          </a:xfrm>
          <a:prstGeom prst="rect">
            <a:avLst/>
          </a:prstGeom>
        </p:spPr>
      </p:pic>
      <p:pic>
        <p:nvPicPr>
          <p:cNvPr id="95" name="Key" descr="Key Icon">
            <a:extLst>
              <a:ext uri="{FF2B5EF4-FFF2-40B4-BE49-F238E27FC236}">
                <a16:creationId xmlns:a16="http://schemas.microsoft.com/office/drawing/2014/main" id="{6C61344B-BC74-C1EA-2B5D-71AD8F2796B4}"/>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11304791" y="4759157"/>
            <a:ext cx="381000" cy="381000"/>
          </a:xfrm>
          <a:prstGeom prst="rect">
            <a:avLst/>
          </a:prstGeom>
        </p:spPr>
      </p:pic>
      <p:pic>
        <p:nvPicPr>
          <p:cNvPr id="96" name="Compass" descr="Compass Icon">
            <a:extLst>
              <a:ext uri="{FF2B5EF4-FFF2-40B4-BE49-F238E27FC236}">
                <a16:creationId xmlns:a16="http://schemas.microsoft.com/office/drawing/2014/main" id="{FD7378F2-A27E-236F-87D3-654029861313}"/>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8129791" y="5394157"/>
            <a:ext cx="381000" cy="381000"/>
          </a:xfrm>
          <a:prstGeom prst="rect">
            <a:avLst/>
          </a:prstGeom>
        </p:spPr>
      </p:pic>
      <p:pic>
        <p:nvPicPr>
          <p:cNvPr id="97" name="Bench" descr="Bench Icon">
            <a:extLst>
              <a:ext uri="{FF2B5EF4-FFF2-40B4-BE49-F238E27FC236}">
                <a16:creationId xmlns:a16="http://schemas.microsoft.com/office/drawing/2014/main" id="{09C59BF4-54C0-859B-ADD4-E1EFA2CB016B}"/>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8764791" y="5394157"/>
            <a:ext cx="381000" cy="381000"/>
          </a:xfrm>
          <a:prstGeom prst="rect">
            <a:avLst/>
          </a:prstGeom>
        </p:spPr>
      </p:pic>
      <p:pic>
        <p:nvPicPr>
          <p:cNvPr id="98" name="Scientific Flask" descr="Scientific Flask">
            <a:extLst>
              <a:ext uri="{FF2B5EF4-FFF2-40B4-BE49-F238E27FC236}">
                <a16:creationId xmlns:a16="http://schemas.microsoft.com/office/drawing/2014/main" id="{3120D8B7-D7BB-1356-1600-3FDB748A963E}"/>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9399791" y="5394157"/>
            <a:ext cx="381000" cy="381000"/>
          </a:xfrm>
          <a:prstGeom prst="rect">
            <a:avLst/>
          </a:prstGeom>
        </p:spPr>
      </p:pic>
      <p:pic>
        <p:nvPicPr>
          <p:cNvPr id="99" name="Bag with handles" descr="Bag with handles">
            <a:extLst>
              <a:ext uri="{FF2B5EF4-FFF2-40B4-BE49-F238E27FC236}">
                <a16:creationId xmlns:a16="http://schemas.microsoft.com/office/drawing/2014/main" id="{B172FD70-1C99-CB30-4261-DCEA60B64855}"/>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10034791" y="5394157"/>
            <a:ext cx="381000" cy="381000"/>
          </a:xfrm>
          <a:prstGeom prst="rect">
            <a:avLst/>
          </a:prstGeom>
        </p:spPr>
      </p:pic>
    </p:spTree>
    <p:extLst>
      <p:ext uri="{BB962C8B-B14F-4D97-AF65-F5344CB8AC3E}">
        <p14:creationId xmlns:p14="http://schemas.microsoft.com/office/powerpoint/2010/main" val="356914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5D06A-C0DF-9D18-BAD0-3CF763F52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7003C-FCA6-7044-1385-A0F4F02A5519}"/>
              </a:ext>
            </a:extLst>
          </p:cNvPr>
          <p:cNvSpPr>
            <a:spLocks noGrp="1"/>
          </p:cNvSpPr>
          <p:nvPr>
            <p:ph type="title"/>
          </p:nvPr>
        </p:nvSpPr>
        <p:spPr>
          <a:xfrm>
            <a:off x="615042" y="611443"/>
            <a:ext cx="10961916" cy="489777"/>
          </a:xfrm>
        </p:spPr>
        <p:txBody>
          <a:bodyPr/>
          <a:lstStyle/>
          <a:p>
            <a:r>
              <a:rPr lang="en-US"/>
              <a:t>Icons 2</a:t>
            </a:r>
          </a:p>
        </p:txBody>
      </p:sp>
      <p:sp>
        <p:nvSpPr>
          <p:cNvPr id="100" name="PEOPLE &amp; ORGS">
            <a:extLst>
              <a:ext uri="{FF2B5EF4-FFF2-40B4-BE49-F238E27FC236}">
                <a16:creationId xmlns:a16="http://schemas.microsoft.com/office/drawing/2014/main" id="{D0ED152C-490F-622B-2320-DF5298A15E3A}"/>
              </a:ext>
            </a:extLst>
          </p:cNvPr>
          <p:cNvSpPr/>
          <p:nvPr/>
        </p:nvSpPr>
        <p:spPr>
          <a:xfrm>
            <a:off x="550526" y="1182636"/>
            <a:ext cx="3556000" cy="209819"/>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0">
                <a:solidFill>
                  <a:schemeClr val="tx1"/>
                </a:solidFill>
                <a:latin typeface="+mj-lt"/>
              </a:rPr>
              <a:t>People &amp; Orgs</a:t>
            </a:r>
          </a:p>
        </p:txBody>
      </p:sp>
      <p:pic>
        <p:nvPicPr>
          <p:cNvPr id="101" name="Target with Arrow hitting the Bullseye, with a Person on the side" descr="Icon of a target with an arrow in the bullseye and a small, simplified person symbol in the corner">
            <a:extLst>
              <a:ext uri="{FF2B5EF4-FFF2-40B4-BE49-F238E27FC236}">
                <a16:creationId xmlns:a16="http://schemas.microsoft.com/office/drawing/2014/main" id="{D9074DE3-1C9A-AC52-413F-1B70BF748C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0526" y="1594488"/>
            <a:ext cx="381000" cy="381000"/>
          </a:xfrm>
          <a:prstGeom prst="rect">
            <a:avLst/>
          </a:prstGeom>
        </p:spPr>
      </p:pic>
      <p:pic>
        <p:nvPicPr>
          <p:cNvPr id="102" name="Shopping Stall with Person" descr="Icon of a simplified person at a small shop stall">
            <a:extLst>
              <a:ext uri="{FF2B5EF4-FFF2-40B4-BE49-F238E27FC236}">
                <a16:creationId xmlns:a16="http://schemas.microsoft.com/office/drawing/2014/main" id="{22EE1653-B261-6EB9-EA21-A8E8AD08FA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5526" y="1594488"/>
            <a:ext cx="381000" cy="381000"/>
          </a:xfrm>
          <a:prstGeom prst="rect">
            <a:avLst/>
          </a:prstGeom>
        </p:spPr>
      </p:pic>
      <p:pic>
        <p:nvPicPr>
          <p:cNvPr id="103" name="Eye" descr="Icon of an eye">
            <a:extLst>
              <a:ext uri="{FF2B5EF4-FFF2-40B4-BE49-F238E27FC236}">
                <a16:creationId xmlns:a16="http://schemas.microsoft.com/office/drawing/2014/main" id="{FDB9D303-5B6C-961D-CD6D-061857A42EA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20526" y="1594488"/>
            <a:ext cx="381000" cy="381000"/>
          </a:xfrm>
          <a:prstGeom prst="rect">
            <a:avLst/>
          </a:prstGeom>
        </p:spPr>
      </p:pic>
      <p:pic>
        <p:nvPicPr>
          <p:cNvPr id="104" name="Two people, stacked, with a Lightning Bolt" descr="Icon of two simplified people with a lightning bolt shape overlapping in the corner">
            <a:extLst>
              <a:ext uri="{FF2B5EF4-FFF2-40B4-BE49-F238E27FC236}">
                <a16:creationId xmlns:a16="http://schemas.microsoft.com/office/drawing/2014/main" id="{9CF19BB0-EC15-B7DE-E1A1-8911EBE354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55526" y="1594488"/>
            <a:ext cx="381000" cy="381000"/>
          </a:xfrm>
          <a:prstGeom prst="rect">
            <a:avLst/>
          </a:prstGeom>
        </p:spPr>
      </p:pic>
      <p:pic>
        <p:nvPicPr>
          <p:cNvPr id="105" name="Person with Star" descr="Icon of a simplified person with a star shape overlapping in the corner">
            <a:extLst>
              <a:ext uri="{FF2B5EF4-FFF2-40B4-BE49-F238E27FC236}">
                <a16:creationId xmlns:a16="http://schemas.microsoft.com/office/drawing/2014/main" id="{1F7D19D0-2A9B-426C-B9AF-AD74E053EC3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090526" y="1594488"/>
            <a:ext cx="381000" cy="381000"/>
          </a:xfrm>
          <a:prstGeom prst="rect">
            <a:avLst/>
          </a:prstGeom>
        </p:spPr>
      </p:pic>
      <p:pic>
        <p:nvPicPr>
          <p:cNvPr id="106" name="Three-person Organizational Chart" descr="Icon of three simplified people arranged in a top-down organizational chart">
            <a:extLst>
              <a:ext uri="{FF2B5EF4-FFF2-40B4-BE49-F238E27FC236}">
                <a16:creationId xmlns:a16="http://schemas.microsoft.com/office/drawing/2014/main" id="{78E9EF0A-4699-6A28-473E-59ED5924A9D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725526" y="1594488"/>
            <a:ext cx="381000" cy="381000"/>
          </a:xfrm>
          <a:prstGeom prst="rect">
            <a:avLst/>
          </a:prstGeom>
        </p:spPr>
      </p:pic>
      <p:pic>
        <p:nvPicPr>
          <p:cNvPr id="107" name="Person with Pencil" descr="Icon of a simplified person with a pencil symbol overlapping in the corner">
            <a:extLst>
              <a:ext uri="{FF2B5EF4-FFF2-40B4-BE49-F238E27FC236}">
                <a16:creationId xmlns:a16="http://schemas.microsoft.com/office/drawing/2014/main" id="{FC2B2908-B72E-C4F2-DED2-C8F4105C6A1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50526" y="2229488"/>
            <a:ext cx="381000" cy="381000"/>
          </a:xfrm>
          <a:prstGeom prst="rect">
            <a:avLst/>
          </a:prstGeom>
        </p:spPr>
      </p:pic>
      <p:pic>
        <p:nvPicPr>
          <p:cNvPr id="108" name="Three people, stacked in a &quot;V&quot; formation, with a Star" descr="Icon of three simplified people in a “V” formation. There is a star symbol overlapping in the corner">
            <a:extLst>
              <a:ext uri="{FF2B5EF4-FFF2-40B4-BE49-F238E27FC236}">
                <a16:creationId xmlns:a16="http://schemas.microsoft.com/office/drawing/2014/main" id="{ECBCDE69-0BCE-D860-C7EA-0EBB36FB3FF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85526" y="2229488"/>
            <a:ext cx="381000" cy="381000"/>
          </a:xfrm>
          <a:prstGeom prst="rect">
            <a:avLst/>
          </a:prstGeom>
        </p:spPr>
      </p:pic>
      <p:pic>
        <p:nvPicPr>
          <p:cNvPr id="109" name="Three people, stacked in a &quot;V&quot; formation" descr="Icon of three simplified people, arranged in a “V” formation, with one person in the foreground, and two people smaller in the background">
            <a:extLst>
              <a:ext uri="{FF2B5EF4-FFF2-40B4-BE49-F238E27FC236}">
                <a16:creationId xmlns:a16="http://schemas.microsoft.com/office/drawing/2014/main" id="{FC3DA53E-58BF-6930-258F-1CED48D4C30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820526" y="2229488"/>
            <a:ext cx="381000" cy="381000"/>
          </a:xfrm>
          <a:prstGeom prst="rect">
            <a:avLst/>
          </a:prstGeom>
        </p:spPr>
      </p:pic>
      <p:pic>
        <p:nvPicPr>
          <p:cNvPr id="110" name="Person on a Shield" descr="Icon of a shield with a simplified person on it">
            <a:extLst>
              <a:ext uri="{FF2B5EF4-FFF2-40B4-BE49-F238E27FC236}">
                <a16:creationId xmlns:a16="http://schemas.microsoft.com/office/drawing/2014/main" id="{3F45552D-BCAC-4070-BFBA-6E59AE5FBF6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455526" y="2229488"/>
            <a:ext cx="381000" cy="381000"/>
          </a:xfrm>
          <a:prstGeom prst="rect">
            <a:avLst/>
          </a:prstGeom>
        </p:spPr>
      </p:pic>
      <p:pic>
        <p:nvPicPr>
          <p:cNvPr id="111" name="Person with Gear" descr="Icon of a simplified person with a gear symbol">
            <a:extLst>
              <a:ext uri="{FF2B5EF4-FFF2-40B4-BE49-F238E27FC236}">
                <a16:creationId xmlns:a16="http://schemas.microsoft.com/office/drawing/2014/main" id="{9A5675A0-52F6-5970-BEA7-A9498D054C75}"/>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090526" y="2229488"/>
            <a:ext cx="381000" cy="381000"/>
          </a:xfrm>
          <a:prstGeom prst="rect">
            <a:avLst/>
          </a:prstGeom>
        </p:spPr>
      </p:pic>
      <p:pic>
        <p:nvPicPr>
          <p:cNvPr id="112" name="Person in Magnifying Glass, with Gear" descr="Icon of a magnifying glass with a simplified person in the magnifying glass. There is a gear icon overlapping in the corner">
            <a:extLst>
              <a:ext uri="{FF2B5EF4-FFF2-40B4-BE49-F238E27FC236}">
                <a16:creationId xmlns:a16="http://schemas.microsoft.com/office/drawing/2014/main" id="{A9E20561-D049-911C-2268-9B56314F381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725526" y="2229488"/>
            <a:ext cx="381000" cy="381000"/>
          </a:xfrm>
          <a:prstGeom prst="rect">
            <a:avLst/>
          </a:prstGeom>
        </p:spPr>
      </p:pic>
      <p:pic>
        <p:nvPicPr>
          <p:cNvPr id="113" name="Person in Magnifying Glass" descr="Icon of a magnifying glass with a simplified person in the magnifying glass. ">
            <a:extLst>
              <a:ext uri="{FF2B5EF4-FFF2-40B4-BE49-F238E27FC236}">
                <a16:creationId xmlns:a16="http://schemas.microsoft.com/office/drawing/2014/main" id="{58D9E85B-3F70-AA40-7ADA-E5D008A96D73}"/>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50526" y="2864488"/>
            <a:ext cx="381000" cy="381000"/>
          </a:xfrm>
          <a:prstGeom prst="rect">
            <a:avLst/>
          </a:prstGeom>
        </p:spPr>
      </p:pic>
      <p:pic>
        <p:nvPicPr>
          <p:cNvPr id="114" name="I.D. Card" descr="Icon of an identification card. There is a picture of a simplified person on it.">
            <a:extLst>
              <a:ext uri="{FF2B5EF4-FFF2-40B4-BE49-F238E27FC236}">
                <a16:creationId xmlns:a16="http://schemas.microsoft.com/office/drawing/2014/main" id="{09E1DDA3-227E-A016-4181-504A357D5130}"/>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85526" y="2864488"/>
            <a:ext cx="381000" cy="381000"/>
          </a:xfrm>
          <a:prstGeom prst="rect">
            <a:avLst/>
          </a:prstGeom>
        </p:spPr>
      </p:pic>
      <p:pic>
        <p:nvPicPr>
          <p:cNvPr id="115" name="Two People, stacked, with Plus Sign" descr="Icon of two simplified people, with one person in the foreground and the other smaller in the background. There is a Plus-sign symbol overlapping the people">
            <a:extLst>
              <a:ext uri="{FF2B5EF4-FFF2-40B4-BE49-F238E27FC236}">
                <a16:creationId xmlns:a16="http://schemas.microsoft.com/office/drawing/2014/main" id="{539EF32C-1EED-5393-68AD-EB79763AEE53}"/>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820526" y="2864488"/>
            <a:ext cx="381000" cy="381000"/>
          </a:xfrm>
          <a:prstGeom prst="rect">
            <a:avLst/>
          </a:prstGeom>
        </p:spPr>
      </p:pic>
      <p:pic>
        <p:nvPicPr>
          <p:cNvPr id="116" name="Two People, stacked by foreground and background" descr="Icon of two simplified people, with one person in the foreground and the other smaller in the background">
            <a:extLst>
              <a:ext uri="{FF2B5EF4-FFF2-40B4-BE49-F238E27FC236}">
                <a16:creationId xmlns:a16="http://schemas.microsoft.com/office/drawing/2014/main" id="{EA98DBC3-8F39-E776-BC98-361211A08708}"/>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455526" y="2864488"/>
            <a:ext cx="381000" cy="381000"/>
          </a:xfrm>
          <a:prstGeom prst="rect">
            <a:avLst/>
          </a:prstGeom>
        </p:spPr>
      </p:pic>
      <p:pic>
        <p:nvPicPr>
          <p:cNvPr id="117" name="Person with Clock" descr="Icon of a simplified person with a clock symbol">
            <a:extLst>
              <a:ext uri="{FF2B5EF4-FFF2-40B4-BE49-F238E27FC236}">
                <a16:creationId xmlns:a16="http://schemas.microsoft.com/office/drawing/2014/main" id="{7A7C6F1D-EA7B-50BB-DE54-24BCE1ADBF80}"/>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3090526" y="2864488"/>
            <a:ext cx="381000" cy="381000"/>
          </a:xfrm>
          <a:prstGeom prst="rect">
            <a:avLst/>
          </a:prstGeom>
        </p:spPr>
      </p:pic>
      <p:pic>
        <p:nvPicPr>
          <p:cNvPr id="118" name="Person with Calendar" descr="Icon of a simplified person with a calendar symbol">
            <a:extLst>
              <a:ext uri="{FF2B5EF4-FFF2-40B4-BE49-F238E27FC236}">
                <a16:creationId xmlns:a16="http://schemas.microsoft.com/office/drawing/2014/main" id="{FC6EE295-15A7-BE82-AEB9-B251B9F80C13}"/>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725526" y="2864488"/>
            <a:ext cx="381000" cy="381000"/>
          </a:xfrm>
          <a:prstGeom prst="rect">
            <a:avLst/>
          </a:prstGeom>
        </p:spPr>
      </p:pic>
      <p:pic>
        <p:nvPicPr>
          <p:cNvPr id="119" name="Person with Briefcase" descr="Icon of a simplified person with a briefcase symbol">
            <a:extLst>
              <a:ext uri="{FF2B5EF4-FFF2-40B4-BE49-F238E27FC236}">
                <a16:creationId xmlns:a16="http://schemas.microsoft.com/office/drawing/2014/main" id="{8577EFBF-E9D7-022B-57B4-D47401EF5920}"/>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550526" y="3499488"/>
            <a:ext cx="381000" cy="381000"/>
          </a:xfrm>
          <a:prstGeom prst="rect">
            <a:avLst/>
          </a:prstGeom>
        </p:spPr>
      </p:pic>
      <p:pic>
        <p:nvPicPr>
          <p:cNvPr id="120" name="Person with Arrow" descr="Icon of a simplified person with a arrow that points from left-to-right">
            <a:extLst>
              <a:ext uri="{FF2B5EF4-FFF2-40B4-BE49-F238E27FC236}">
                <a16:creationId xmlns:a16="http://schemas.microsoft.com/office/drawing/2014/main" id="{94BBA18E-9634-8273-FE60-B1BD73B74949}"/>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185526" y="3499488"/>
            <a:ext cx="381000" cy="381000"/>
          </a:xfrm>
          <a:prstGeom prst="rect">
            <a:avLst/>
          </a:prstGeom>
        </p:spPr>
      </p:pic>
      <p:pic>
        <p:nvPicPr>
          <p:cNvPr id="121" name="Person, torso and head" descr="Icon of a simplified person’s torso and head">
            <a:extLst>
              <a:ext uri="{FF2B5EF4-FFF2-40B4-BE49-F238E27FC236}">
                <a16:creationId xmlns:a16="http://schemas.microsoft.com/office/drawing/2014/main" id="{543AA906-D703-0695-2F27-DAC4EAABDA50}"/>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820526" y="3499488"/>
            <a:ext cx="381000" cy="381000"/>
          </a:xfrm>
          <a:prstGeom prst="rect">
            <a:avLst/>
          </a:prstGeom>
        </p:spPr>
      </p:pic>
      <p:pic>
        <p:nvPicPr>
          <p:cNvPr id="122" name="Flowchart with Gear" descr="Icon of a branching flowchart that flows from top-to-bottom, with a gear icon">
            <a:extLst>
              <a:ext uri="{FF2B5EF4-FFF2-40B4-BE49-F238E27FC236}">
                <a16:creationId xmlns:a16="http://schemas.microsoft.com/office/drawing/2014/main" id="{3DC269BC-FA3E-6AC1-5CE5-EB7F4ACC4E5E}"/>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2455526" y="3499488"/>
            <a:ext cx="381000" cy="381000"/>
          </a:xfrm>
          <a:prstGeom prst="rect">
            <a:avLst/>
          </a:prstGeom>
        </p:spPr>
      </p:pic>
      <p:pic>
        <p:nvPicPr>
          <p:cNvPr id="123" name="Flowchart, top-to-bottom" descr="Icon of branching flowchart that flows from top to bottom">
            <a:extLst>
              <a:ext uri="{FF2B5EF4-FFF2-40B4-BE49-F238E27FC236}">
                <a16:creationId xmlns:a16="http://schemas.microsoft.com/office/drawing/2014/main" id="{D12FAECA-060B-0D04-1B00-EDE27AC4312B}"/>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3090526" y="3499488"/>
            <a:ext cx="381000" cy="381000"/>
          </a:xfrm>
          <a:prstGeom prst="rect">
            <a:avLst/>
          </a:prstGeom>
        </p:spPr>
      </p:pic>
      <p:pic>
        <p:nvPicPr>
          <p:cNvPr id="124" name="Flowchart, left-to-right" descr="Icon of a branching flowchart that flows from left-to-right">
            <a:extLst>
              <a:ext uri="{FF2B5EF4-FFF2-40B4-BE49-F238E27FC236}">
                <a16:creationId xmlns:a16="http://schemas.microsoft.com/office/drawing/2014/main" id="{3ED08DF2-4244-5055-F5C2-28A4DE72A4D9}"/>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3725526" y="3499488"/>
            <a:ext cx="381000" cy="381000"/>
          </a:xfrm>
          <a:prstGeom prst="rect">
            <a:avLst/>
          </a:prstGeom>
        </p:spPr>
      </p:pic>
      <p:sp>
        <p:nvSpPr>
          <p:cNvPr id="125" name="STRATEGY &amp; VISUALIZATION">
            <a:extLst>
              <a:ext uri="{FF2B5EF4-FFF2-40B4-BE49-F238E27FC236}">
                <a16:creationId xmlns:a16="http://schemas.microsoft.com/office/drawing/2014/main" id="{3E461D4B-B8AC-5596-1547-1790CD54BDB0}"/>
              </a:ext>
            </a:extLst>
          </p:cNvPr>
          <p:cNvSpPr/>
          <p:nvPr/>
        </p:nvSpPr>
        <p:spPr>
          <a:xfrm>
            <a:off x="574326" y="4102163"/>
            <a:ext cx="3532200" cy="209819"/>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mj-lt"/>
              </a:rPr>
              <a:t>Strategy &amp; Visualization</a:t>
            </a:r>
          </a:p>
        </p:txBody>
      </p:sp>
      <p:pic>
        <p:nvPicPr>
          <p:cNvPr id="126" name="Horizontal Screen with multiple Circle Charts" descr="Icon of a horizontal screen with circular charts on it">
            <a:extLst>
              <a:ext uri="{FF2B5EF4-FFF2-40B4-BE49-F238E27FC236}">
                <a16:creationId xmlns:a16="http://schemas.microsoft.com/office/drawing/2014/main" id="{94A3FF10-D8C3-D3D9-50D0-78E1D9D2B9BF}"/>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550526" y="4546663"/>
            <a:ext cx="381000" cy="381000"/>
          </a:xfrm>
          <a:prstGeom prst="rect">
            <a:avLst/>
          </a:prstGeom>
        </p:spPr>
      </p:pic>
      <p:pic>
        <p:nvPicPr>
          <p:cNvPr id="127" name="Vertical Screen with multiple Circle Charts" descr="Icon of a vertical screen with circular charts on it">
            <a:extLst>
              <a:ext uri="{FF2B5EF4-FFF2-40B4-BE49-F238E27FC236}">
                <a16:creationId xmlns:a16="http://schemas.microsoft.com/office/drawing/2014/main" id="{38BB46DC-DF7D-DBFA-1CEC-375444772BBD}"/>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185526" y="4546663"/>
            <a:ext cx="381000" cy="381000"/>
          </a:xfrm>
          <a:prstGeom prst="rect">
            <a:avLst/>
          </a:prstGeom>
        </p:spPr>
      </p:pic>
      <p:pic>
        <p:nvPicPr>
          <p:cNvPr id="128" name="Upward Line Chart on a stand" descr="Icon of a line graph with an upwards-pointing arrow. The graph is on a stand.">
            <a:extLst>
              <a:ext uri="{FF2B5EF4-FFF2-40B4-BE49-F238E27FC236}">
                <a16:creationId xmlns:a16="http://schemas.microsoft.com/office/drawing/2014/main" id="{62EE7CF4-45BF-EE57-D54A-A7E4450C4A79}"/>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1820526" y="4546663"/>
            <a:ext cx="381000" cy="381000"/>
          </a:xfrm>
          <a:prstGeom prst="rect">
            <a:avLst/>
          </a:prstGeom>
        </p:spPr>
      </p:pic>
      <p:pic>
        <p:nvPicPr>
          <p:cNvPr id="129" name="Data Table" descr="Icon of a data table">
            <a:extLst>
              <a:ext uri="{FF2B5EF4-FFF2-40B4-BE49-F238E27FC236}">
                <a16:creationId xmlns:a16="http://schemas.microsoft.com/office/drawing/2014/main" id="{C654277B-2D6A-CC80-A84A-617208285548}"/>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2455526" y="4546663"/>
            <a:ext cx="381000" cy="381000"/>
          </a:xfrm>
          <a:prstGeom prst="rect">
            <a:avLst/>
          </a:prstGeom>
        </p:spPr>
      </p:pic>
      <p:pic>
        <p:nvPicPr>
          <p:cNvPr id="130" name="Pie Chart with upper right Quadrant separated" descr="Icon of a pie chart. The upper right quadrant is separated and highlighted in blue">
            <a:extLst>
              <a:ext uri="{FF2B5EF4-FFF2-40B4-BE49-F238E27FC236}">
                <a16:creationId xmlns:a16="http://schemas.microsoft.com/office/drawing/2014/main" id="{FBBF3E42-4349-0735-C8C3-6E851996B353}"/>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090526" y="4546663"/>
            <a:ext cx="381000" cy="381000"/>
          </a:xfrm>
          <a:prstGeom prst="rect">
            <a:avLst/>
          </a:prstGeom>
        </p:spPr>
      </p:pic>
      <p:pic>
        <p:nvPicPr>
          <p:cNvPr id="131" name="Magic Wand" descr="Icon of a magic wand with three sparkles">
            <a:extLst>
              <a:ext uri="{FF2B5EF4-FFF2-40B4-BE49-F238E27FC236}">
                <a16:creationId xmlns:a16="http://schemas.microsoft.com/office/drawing/2014/main" id="{D85B4EAC-7ECC-CCF8-7617-47F46A32DA88}"/>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725526" y="4543869"/>
            <a:ext cx="381000" cy="381000"/>
          </a:xfrm>
          <a:prstGeom prst="rect">
            <a:avLst/>
          </a:prstGeom>
        </p:spPr>
      </p:pic>
      <p:pic>
        <p:nvPicPr>
          <p:cNvPr id="132" name="Vertical Bar Chart with Three Bars" descr="Icon of a vertical bar chart">
            <a:extLst>
              <a:ext uri="{FF2B5EF4-FFF2-40B4-BE49-F238E27FC236}">
                <a16:creationId xmlns:a16="http://schemas.microsoft.com/office/drawing/2014/main" id="{309DEE2C-E996-6C30-C9DA-5921A25B218E}"/>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550526" y="5181663"/>
            <a:ext cx="381000" cy="381000"/>
          </a:xfrm>
          <a:prstGeom prst="rect">
            <a:avLst/>
          </a:prstGeom>
        </p:spPr>
      </p:pic>
      <p:pic>
        <p:nvPicPr>
          <p:cNvPr id="133" name="Vertical Bar Chart with Three Bars. Highest bar is in the middle and is highlighted in blue." descr="Icon of a vertical bar chart. The tallest bar is located in the middle and is highlighted in blue">
            <a:extLst>
              <a:ext uri="{FF2B5EF4-FFF2-40B4-BE49-F238E27FC236}">
                <a16:creationId xmlns:a16="http://schemas.microsoft.com/office/drawing/2014/main" id="{D3CF3167-488C-C184-3230-29DFAD0B9385}"/>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1185526" y="5183523"/>
            <a:ext cx="381000" cy="381000"/>
          </a:xfrm>
          <a:prstGeom prst="rect">
            <a:avLst/>
          </a:prstGeom>
        </p:spPr>
      </p:pic>
      <p:pic>
        <p:nvPicPr>
          <p:cNvPr id="134" name="Vertical Bar Chart with Three Bars. Lowest bar is on the left and is highlighted in blue." descr="Icon of a bar chart. The lowest bar is on the left and is highlighted blue">
            <a:extLst>
              <a:ext uri="{FF2B5EF4-FFF2-40B4-BE49-F238E27FC236}">
                <a16:creationId xmlns:a16="http://schemas.microsoft.com/office/drawing/2014/main" id="{E87AB400-3691-99FF-A75E-E949B2844719}"/>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1820526" y="5181663"/>
            <a:ext cx="381000" cy="381000"/>
          </a:xfrm>
          <a:prstGeom prst="rect">
            <a:avLst/>
          </a:prstGeom>
        </p:spPr>
      </p:pic>
      <p:pic>
        <p:nvPicPr>
          <p:cNvPr id="135" name="Bar Chart, Going Up, Left to Right" descr="Icon of a bar chart going upwards from left-to-right, with a corresponding arrow above the bards that also points upwards from left-to-right.">
            <a:extLst>
              <a:ext uri="{FF2B5EF4-FFF2-40B4-BE49-F238E27FC236}">
                <a16:creationId xmlns:a16="http://schemas.microsoft.com/office/drawing/2014/main" id="{FB56720D-8900-5F01-5636-1D5598316A9C}"/>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2455526" y="5181663"/>
            <a:ext cx="381000" cy="381000"/>
          </a:xfrm>
          <a:prstGeom prst="rect">
            <a:avLst/>
          </a:prstGeom>
        </p:spPr>
      </p:pic>
      <p:pic>
        <p:nvPicPr>
          <p:cNvPr id="136" name="Bar Chart, Going Down, Left to Right" descr="Icon of a bar chart going downwards from left-to-right, with a corresponding arrow above the bars that also points downwards from left-to-right">
            <a:extLst>
              <a:ext uri="{FF2B5EF4-FFF2-40B4-BE49-F238E27FC236}">
                <a16:creationId xmlns:a16="http://schemas.microsoft.com/office/drawing/2014/main" id="{431A76B6-F839-66A7-ED29-3F2F654C757B}"/>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3090526" y="5181663"/>
            <a:ext cx="381000" cy="381000"/>
          </a:xfrm>
          <a:prstGeom prst="rect">
            <a:avLst/>
          </a:prstGeom>
        </p:spPr>
      </p:pic>
      <p:pic>
        <p:nvPicPr>
          <p:cNvPr id="137" name="Bar Chart, Going Up, Right to Left" descr="Icon of a bar chart going upwards from right-to-left, with a corresponding arrow above the bars that also points upwards from right-to-left">
            <a:extLst>
              <a:ext uri="{FF2B5EF4-FFF2-40B4-BE49-F238E27FC236}">
                <a16:creationId xmlns:a16="http://schemas.microsoft.com/office/drawing/2014/main" id="{A81976BC-D0B2-D525-FA89-F17E972EF7DF}"/>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3725526" y="5181663"/>
            <a:ext cx="381000" cy="381000"/>
          </a:xfrm>
          <a:prstGeom prst="rect">
            <a:avLst/>
          </a:prstGeom>
        </p:spPr>
      </p:pic>
      <p:pic>
        <p:nvPicPr>
          <p:cNvPr id="138" name="Four-piece, Circle Puzzle with Upper Right piece separated" descr="Icon of a circular jigsaw puzzle containing 4 pieces. The piece in the upper right is separated, but looks to be a perfect fit">
            <a:extLst>
              <a:ext uri="{FF2B5EF4-FFF2-40B4-BE49-F238E27FC236}">
                <a16:creationId xmlns:a16="http://schemas.microsoft.com/office/drawing/2014/main" id="{8B294703-172A-CC4B-0F76-1BB47F3DF013}"/>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550526" y="5816663"/>
            <a:ext cx="381000" cy="381000"/>
          </a:xfrm>
          <a:prstGeom prst="rect">
            <a:avLst/>
          </a:prstGeom>
        </p:spPr>
      </p:pic>
      <p:pic>
        <p:nvPicPr>
          <p:cNvPr id="139" name="Four-piece, Circle Puzzle with Upper Right piece connected and highlighted" descr="Icon of a circle jigsaw puzzle containing four pieces. The piece in the upper right is highlighted ">
            <a:extLst>
              <a:ext uri="{FF2B5EF4-FFF2-40B4-BE49-F238E27FC236}">
                <a16:creationId xmlns:a16="http://schemas.microsoft.com/office/drawing/2014/main" id="{E08B59E6-E257-9435-8F15-FAA6F1758124}"/>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1185526" y="5816663"/>
            <a:ext cx="381000" cy="381000"/>
          </a:xfrm>
          <a:prstGeom prst="rect">
            <a:avLst/>
          </a:prstGeom>
        </p:spPr>
      </p:pic>
      <p:pic>
        <p:nvPicPr>
          <p:cNvPr id="140" name="Two half-circle shapes, Misaligned" descr="Icon of two half-circle shapes, misaligned to each other">
            <a:extLst>
              <a:ext uri="{FF2B5EF4-FFF2-40B4-BE49-F238E27FC236}">
                <a16:creationId xmlns:a16="http://schemas.microsoft.com/office/drawing/2014/main" id="{CDFF3A87-EEBC-6056-9D7E-19DECE70869D}"/>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1820526" y="5816663"/>
            <a:ext cx="381000" cy="381000"/>
          </a:xfrm>
          <a:prstGeom prst="rect">
            <a:avLst/>
          </a:prstGeom>
        </p:spPr>
      </p:pic>
      <p:pic>
        <p:nvPicPr>
          <p:cNvPr id="141" name="Floating Bar Chart" descr="Icon of two bars of a floating bar chart">
            <a:extLst>
              <a:ext uri="{FF2B5EF4-FFF2-40B4-BE49-F238E27FC236}">
                <a16:creationId xmlns:a16="http://schemas.microsoft.com/office/drawing/2014/main" id="{3049AE84-E125-C6A7-CA7E-8B754A2EF642}"/>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2455526" y="5816663"/>
            <a:ext cx="381000" cy="381000"/>
          </a:xfrm>
          <a:prstGeom prst="rect">
            <a:avLst/>
          </a:prstGeom>
        </p:spPr>
      </p:pic>
      <p:pic>
        <p:nvPicPr>
          <p:cNvPr id="142" name="Sports-style Playbook with X's and O's" descr="Icon of a sports playbook with X’s and O’s diagraming a strategy">
            <a:extLst>
              <a:ext uri="{FF2B5EF4-FFF2-40B4-BE49-F238E27FC236}">
                <a16:creationId xmlns:a16="http://schemas.microsoft.com/office/drawing/2014/main" id="{510A3695-996B-5280-A435-C64D0E7581B5}"/>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3090526" y="5816663"/>
            <a:ext cx="381000" cy="381000"/>
          </a:xfrm>
          <a:prstGeom prst="rect">
            <a:avLst/>
          </a:prstGeom>
        </p:spPr>
      </p:pic>
      <p:pic>
        <p:nvPicPr>
          <p:cNvPr id="143" name="Spedometer" descr="Icon of a spedometer with the needle pointing to the right">
            <a:extLst>
              <a:ext uri="{FF2B5EF4-FFF2-40B4-BE49-F238E27FC236}">
                <a16:creationId xmlns:a16="http://schemas.microsoft.com/office/drawing/2014/main" id="{2EF73C52-6E78-5931-BC9F-233FA239B43E}"/>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3725526" y="5816663"/>
            <a:ext cx="381000" cy="381000"/>
          </a:xfrm>
          <a:prstGeom prst="rect">
            <a:avLst/>
          </a:prstGeom>
        </p:spPr>
      </p:pic>
      <p:sp>
        <p:nvSpPr>
          <p:cNvPr id="144" name="SYMBOLS (MISC)">
            <a:extLst>
              <a:ext uri="{FF2B5EF4-FFF2-40B4-BE49-F238E27FC236}">
                <a16:creationId xmlns:a16="http://schemas.microsoft.com/office/drawing/2014/main" id="{AB5D558B-BA60-2815-4491-BD157172E551}"/>
              </a:ext>
            </a:extLst>
          </p:cNvPr>
          <p:cNvSpPr/>
          <p:nvPr/>
        </p:nvSpPr>
        <p:spPr>
          <a:xfrm>
            <a:off x="4337471" y="1182636"/>
            <a:ext cx="3556000" cy="209819"/>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mj-lt"/>
              </a:rPr>
              <a:t>Symbols (Misc)</a:t>
            </a:r>
          </a:p>
        </p:txBody>
      </p:sp>
      <p:pic>
        <p:nvPicPr>
          <p:cNvPr id="145" name="Line Square stacked on Solid Square, respresenting Transparency" descr="Icon of a square outline stacked on top of a solid square, representing transparency">
            <a:extLst>
              <a:ext uri="{FF2B5EF4-FFF2-40B4-BE49-F238E27FC236}">
                <a16:creationId xmlns:a16="http://schemas.microsoft.com/office/drawing/2014/main" id="{11844C20-ACB0-5F49-90EB-B468C3BFABC1}"/>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4338146" y="1595867"/>
            <a:ext cx="381000" cy="381000"/>
          </a:xfrm>
          <a:prstGeom prst="rect">
            <a:avLst/>
          </a:prstGeom>
        </p:spPr>
      </p:pic>
      <p:pic>
        <p:nvPicPr>
          <p:cNvPr id="146" name="Four circles in a cross pattern, respresenting Equity" descr="Icon of four equally-sized circles, representing equality">
            <a:extLst>
              <a:ext uri="{FF2B5EF4-FFF2-40B4-BE49-F238E27FC236}">
                <a16:creationId xmlns:a16="http://schemas.microsoft.com/office/drawing/2014/main" id="{56FA0673-1091-D8DA-28C1-9B2CE356C43F}"/>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4973146" y="1595867"/>
            <a:ext cx="381000" cy="381000"/>
          </a:xfrm>
          <a:prstGeom prst="rect">
            <a:avLst/>
          </a:prstGeom>
        </p:spPr>
      </p:pic>
      <p:pic>
        <p:nvPicPr>
          <p:cNvPr id="147" name="Upward-pointing Triangle, representing Optimism" descr="Icon of an equilateral triangle, with one of the points facing upwards, respresenting optimism ">
            <a:extLst>
              <a:ext uri="{FF2B5EF4-FFF2-40B4-BE49-F238E27FC236}">
                <a16:creationId xmlns:a16="http://schemas.microsoft.com/office/drawing/2014/main" id="{B07E1413-A3FF-8680-0711-3EC17BD2BF4A}"/>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5608146" y="1595867"/>
            <a:ext cx="381000" cy="381000"/>
          </a:xfrm>
          <a:prstGeom prst="rect">
            <a:avLst/>
          </a:prstGeom>
        </p:spPr>
      </p:pic>
      <p:pic>
        <p:nvPicPr>
          <p:cNvPr id="148" name="Crosshairs, representing Focus" descr="Icon of crosshairs, representing focus or customer focus">
            <a:extLst>
              <a:ext uri="{FF2B5EF4-FFF2-40B4-BE49-F238E27FC236}">
                <a16:creationId xmlns:a16="http://schemas.microsoft.com/office/drawing/2014/main" id="{739B11AD-4516-02F7-44AE-39B2FBCE98E2}"/>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6243146" y="1595867"/>
            <a:ext cx="381000" cy="381000"/>
          </a:xfrm>
          <a:prstGeom prst="rect">
            <a:avLst/>
          </a:prstGeom>
        </p:spPr>
      </p:pic>
      <p:pic>
        <p:nvPicPr>
          <p:cNvPr id="149" name="Three diagonal lines, representing Agility" descr="Icon of three parallel diagonal lines, representing agility">
            <a:extLst>
              <a:ext uri="{FF2B5EF4-FFF2-40B4-BE49-F238E27FC236}">
                <a16:creationId xmlns:a16="http://schemas.microsoft.com/office/drawing/2014/main" id="{BFA91EC0-1F9C-C44F-9DE7-952A71E2EC4B}"/>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6878146" y="1595867"/>
            <a:ext cx="381000" cy="381000"/>
          </a:xfrm>
          <a:prstGeom prst="rect">
            <a:avLst/>
          </a:prstGeom>
        </p:spPr>
      </p:pic>
      <p:pic>
        <p:nvPicPr>
          <p:cNvPr id="150" name="Two connecting circles, represenging Connection or Shared Ambition" descr="Icon of two interlocking circles, represending connection or shared ambition">
            <a:extLst>
              <a:ext uri="{FF2B5EF4-FFF2-40B4-BE49-F238E27FC236}">
                <a16:creationId xmlns:a16="http://schemas.microsoft.com/office/drawing/2014/main" id="{F10098DD-BE10-E7C7-4644-7E8A79F8F5EC}"/>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7513146" y="1595867"/>
            <a:ext cx="381000" cy="381000"/>
          </a:xfrm>
          <a:prstGeom prst="rect">
            <a:avLst/>
          </a:prstGeom>
        </p:spPr>
      </p:pic>
      <p:pic>
        <p:nvPicPr>
          <p:cNvPr id="151" name="Three squares stacked, representing Layers" descr="Icon of a stack of three squares, representing layers">
            <a:extLst>
              <a:ext uri="{FF2B5EF4-FFF2-40B4-BE49-F238E27FC236}">
                <a16:creationId xmlns:a16="http://schemas.microsoft.com/office/drawing/2014/main" id="{8C9C2823-0BAE-5A09-3CFF-7D6838EFF4D3}"/>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4338146" y="2230867"/>
            <a:ext cx="381000" cy="381000"/>
          </a:xfrm>
          <a:prstGeom prst="rect">
            <a:avLst/>
          </a:prstGeom>
        </p:spPr>
      </p:pic>
      <p:pic>
        <p:nvPicPr>
          <p:cNvPr id="152" name="Two Sparkling Stars, representing AI" descr="Icon of two sparkle stars, representing AI">
            <a:extLst>
              <a:ext uri="{FF2B5EF4-FFF2-40B4-BE49-F238E27FC236}">
                <a16:creationId xmlns:a16="http://schemas.microsoft.com/office/drawing/2014/main" id="{EFFC25B8-89C0-0699-0639-182CAEE763F5}"/>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4973146" y="2230867"/>
            <a:ext cx="381000" cy="381000"/>
          </a:xfrm>
          <a:prstGeom prst="rect">
            <a:avLst/>
          </a:prstGeom>
        </p:spPr>
      </p:pic>
      <p:sp>
        <p:nvSpPr>
          <p:cNvPr id="153" name="TIME">
            <a:extLst>
              <a:ext uri="{FF2B5EF4-FFF2-40B4-BE49-F238E27FC236}">
                <a16:creationId xmlns:a16="http://schemas.microsoft.com/office/drawing/2014/main" id="{42C57E38-E563-4FDC-6BAC-2FB7C0471118}"/>
              </a:ext>
            </a:extLst>
          </p:cNvPr>
          <p:cNvSpPr/>
          <p:nvPr/>
        </p:nvSpPr>
        <p:spPr>
          <a:xfrm>
            <a:off x="4337471" y="2775735"/>
            <a:ext cx="3548068" cy="209819"/>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0">
                <a:solidFill>
                  <a:schemeClr val="tx1"/>
                </a:solidFill>
                <a:latin typeface="+mj-lt"/>
              </a:rPr>
              <a:t>Time</a:t>
            </a:r>
          </a:p>
        </p:txBody>
      </p:sp>
      <p:pic>
        <p:nvPicPr>
          <p:cNvPr id="154" name="Clock with Arrow moving counter-clockwise" descr="Icon of a clock, outlined by a cyclical arrow pointing counter-clockwise">
            <a:extLst>
              <a:ext uri="{FF2B5EF4-FFF2-40B4-BE49-F238E27FC236}">
                <a16:creationId xmlns:a16="http://schemas.microsoft.com/office/drawing/2014/main" id="{8DB4D3CA-EC1A-1F67-72CB-7E339D92C503}"/>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4329539" y="3223029"/>
            <a:ext cx="381000" cy="381000"/>
          </a:xfrm>
          <a:prstGeom prst="rect">
            <a:avLst/>
          </a:prstGeom>
        </p:spPr>
      </p:pic>
      <p:pic>
        <p:nvPicPr>
          <p:cNvPr id="155" name="Clock with Arrow moving clockwise" descr="Icon of a clock, outlined by a cyclical arrow moving clockwise">
            <a:extLst>
              <a:ext uri="{FF2B5EF4-FFF2-40B4-BE49-F238E27FC236}">
                <a16:creationId xmlns:a16="http://schemas.microsoft.com/office/drawing/2014/main" id="{205681DF-EB28-9C27-580B-4DE29B1D9B38}"/>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4964539" y="3223029"/>
            <a:ext cx="381000" cy="381000"/>
          </a:xfrm>
          <a:prstGeom prst="rect">
            <a:avLst/>
          </a:prstGeom>
        </p:spPr>
      </p:pic>
      <p:pic>
        <p:nvPicPr>
          <p:cNvPr id="156" name="Circular Timer with first quarter highlighted" descr="Icon of a circular timer with the upper right quarter highlighted">
            <a:extLst>
              <a:ext uri="{FF2B5EF4-FFF2-40B4-BE49-F238E27FC236}">
                <a16:creationId xmlns:a16="http://schemas.microsoft.com/office/drawing/2014/main" id="{71105E98-D42D-0152-AA77-6C0F5FBB7DBB}"/>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5599539" y="3223029"/>
            <a:ext cx="381000" cy="381000"/>
          </a:xfrm>
          <a:prstGeom prst="rect">
            <a:avLst/>
          </a:prstGeom>
        </p:spPr>
      </p:pic>
      <p:pic>
        <p:nvPicPr>
          <p:cNvPr id="157" name="Clock with Bulleted List" descr="Icon of a clock with a bulleted list">
            <a:extLst>
              <a:ext uri="{FF2B5EF4-FFF2-40B4-BE49-F238E27FC236}">
                <a16:creationId xmlns:a16="http://schemas.microsoft.com/office/drawing/2014/main" id="{9C67822A-FEC4-2A96-4D90-B5D90D1DDDD7}"/>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6234539" y="3223029"/>
            <a:ext cx="381000" cy="381000"/>
          </a:xfrm>
          <a:prstGeom prst="rect">
            <a:avLst/>
          </a:prstGeom>
        </p:spPr>
      </p:pic>
      <p:pic>
        <p:nvPicPr>
          <p:cNvPr id="158" name="Time Clock with Punchcard" descr="Icon of a time box with a punch card inserted">
            <a:extLst>
              <a:ext uri="{FF2B5EF4-FFF2-40B4-BE49-F238E27FC236}">
                <a16:creationId xmlns:a16="http://schemas.microsoft.com/office/drawing/2014/main" id="{530A82AC-3F35-07C5-6BF9-F6A8E188A833}"/>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6869539" y="3223029"/>
            <a:ext cx="381000" cy="381000"/>
          </a:xfrm>
          <a:prstGeom prst="rect">
            <a:avLst/>
          </a:prstGeom>
        </p:spPr>
      </p:pic>
      <p:pic>
        <p:nvPicPr>
          <p:cNvPr id="159" name="Circular Timer with Check Mark" descr="Icon of a circular timer with a check mark">
            <a:extLst>
              <a:ext uri="{FF2B5EF4-FFF2-40B4-BE49-F238E27FC236}">
                <a16:creationId xmlns:a16="http://schemas.microsoft.com/office/drawing/2014/main" id="{AAA3A305-04DC-1325-0A8F-C82D1AEB5615}"/>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7504539" y="3223029"/>
            <a:ext cx="381000" cy="381000"/>
          </a:xfrm>
          <a:prstGeom prst="rect">
            <a:avLst/>
          </a:prstGeom>
        </p:spPr>
      </p:pic>
      <p:pic>
        <p:nvPicPr>
          <p:cNvPr id="160" name="Circular Timer with Calendar" descr="Icon of a circular timer with a calendar symbol">
            <a:extLst>
              <a:ext uri="{FF2B5EF4-FFF2-40B4-BE49-F238E27FC236}">
                <a16:creationId xmlns:a16="http://schemas.microsoft.com/office/drawing/2014/main" id="{BD5215BC-7355-1A32-C7DF-87C4EA640569}"/>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4329539" y="3858029"/>
            <a:ext cx="381000" cy="381000"/>
          </a:xfrm>
          <a:prstGeom prst="rect">
            <a:avLst/>
          </a:prstGeom>
        </p:spPr>
      </p:pic>
      <p:pic>
        <p:nvPicPr>
          <p:cNvPr id="161" name="Clock with hands in the 9 O'Clock position" descr="Icon of a clock with the hands in the 9 o’clock position">
            <a:extLst>
              <a:ext uri="{FF2B5EF4-FFF2-40B4-BE49-F238E27FC236}">
                <a16:creationId xmlns:a16="http://schemas.microsoft.com/office/drawing/2014/main" id="{16D0481B-DAE2-0830-4BD7-F2D4436182C2}"/>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4964539" y="3858029"/>
            <a:ext cx="381000" cy="381000"/>
          </a:xfrm>
          <a:prstGeom prst="rect">
            <a:avLst/>
          </a:prstGeom>
        </p:spPr>
      </p:pic>
      <p:pic>
        <p:nvPicPr>
          <p:cNvPr id="162" name="Calendar with one date square highlighted" descr="Icon of a calendar with a highlighted date square">
            <a:extLst>
              <a:ext uri="{FF2B5EF4-FFF2-40B4-BE49-F238E27FC236}">
                <a16:creationId xmlns:a16="http://schemas.microsoft.com/office/drawing/2014/main" id="{D1999C01-5393-3036-BBD2-96E65CA18A4E}"/>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5599539" y="3858029"/>
            <a:ext cx="381000" cy="381000"/>
          </a:xfrm>
          <a:prstGeom prst="rect">
            <a:avLst/>
          </a:prstGeom>
        </p:spPr>
      </p:pic>
      <p:pic>
        <p:nvPicPr>
          <p:cNvPr id="163" name="Calendar with Clock" descr="Icon of a calendar with a clock">
            <a:extLst>
              <a:ext uri="{FF2B5EF4-FFF2-40B4-BE49-F238E27FC236}">
                <a16:creationId xmlns:a16="http://schemas.microsoft.com/office/drawing/2014/main" id="{1951CE74-BA42-4FE8-B773-F74B5588F117}"/>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6234539" y="3858029"/>
            <a:ext cx="381000" cy="381000"/>
          </a:xfrm>
          <a:prstGeom prst="rect">
            <a:avLst/>
          </a:prstGeom>
        </p:spPr>
      </p:pic>
      <p:pic>
        <p:nvPicPr>
          <p:cNvPr id="164" name="Calendar with multiple Pages" descr="Icon of two calendar icons, stacked on top of each other">
            <a:extLst>
              <a:ext uri="{FF2B5EF4-FFF2-40B4-BE49-F238E27FC236}">
                <a16:creationId xmlns:a16="http://schemas.microsoft.com/office/drawing/2014/main" id="{C1098E7D-B9BB-85D2-A9D7-F11AAC2C3D5F}"/>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6869539" y="3858029"/>
            <a:ext cx="381000" cy="381000"/>
          </a:xfrm>
          <a:prstGeom prst="rect">
            <a:avLst/>
          </a:prstGeom>
        </p:spPr>
      </p:pic>
      <p:pic>
        <p:nvPicPr>
          <p:cNvPr id="165" name="Calendar with Lines" descr="Icon of a calendar with lines">
            <a:extLst>
              <a:ext uri="{FF2B5EF4-FFF2-40B4-BE49-F238E27FC236}">
                <a16:creationId xmlns:a16="http://schemas.microsoft.com/office/drawing/2014/main" id="{98290340-9D17-C9CE-142E-0C125D0339B1}"/>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7504539" y="3858029"/>
            <a:ext cx="381000" cy="381000"/>
          </a:xfrm>
          <a:prstGeom prst="rect">
            <a:avLst/>
          </a:prstGeom>
        </p:spPr>
      </p:pic>
      <p:pic>
        <p:nvPicPr>
          <p:cNvPr id="166" name="Calendar with Check Mark" descr="Icon of a calendar with a check mark">
            <a:extLst>
              <a:ext uri="{FF2B5EF4-FFF2-40B4-BE49-F238E27FC236}">
                <a16:creationId xmlns:a16="http://schemas.microsoft.com/office/drawing/2014/main" id="{A6D335C6-BF85-7022-A5E5-A2C24804A911}"/>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4329539" y="4493029"/>
            <a:ext cx="381000" cy="381000"/>
          </a:xfrm>
          <a:prstGeom prst="rect">
            <a:avLst/>
          </a:prstGeom>
        </p:spPr>
      </p:pic>
      <p:pic>
        <p:nvPicPr>
          <p:cNvPr id="167" name="Calendar with Gantt Chart lines" descr="Icon of calendar with Gantt-style lines">
            <a:extLst>
              <a:ext uri="{FF2B5EF4-FFF2-40B4-BE49-F238E27FC236}">
                <a16:creationId xmlns:a16="http://schemas.microsoft.com/office/drawing/2014/main" id="{FAECE602-42D6-4BFC-9CBC-1D5F841F32D4}"/>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4964539" y="4493029"/>
            <a:ext cx="381000" cy="381000"/>
          </a:xfrm>
          <a:prstGeom prst="rect">
            <a:avLst/>
          </a:prstGeom>
        </p:spPr>
      </p:pic>
      <p:pic>
        <p:nvPicPr>
          <p:cNvPr id="168" name="Calendar" descr="Icon of a blank calendar">
            <a:extLst>
              <a:ext uri="{FF2B5EF4-FFF2-40B4-BE49-F238E27FC236}">
                <a16:creationId xmlns:a16="http://schemas.microsoft.com/office/drawing/2014/main" id="{FB273EC3-5844-9C7C-A67C-76578C73F9A8}"/>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5599539" y="4493029"/>
            <a:ext cx="381000" cy="381000"/>
          </a:xfrm>
          <a:prstGeom prst="rect">
            <a:avLst/>
          </a:prstGeom>
        </p:spPr>
      </p:pic>
      <p:sp>
        <p:nvSpPr>
          <p:cNvPr id="169" name="TRAVEL &amp; TRANSPORT">
            <a:extLst>
              <a:ext uri="{FF2B5EF4-FFF2-40B4-BE49-F238E27FC236}">
                <a16:creationId xmlns:a16="http://schemas.microsoft.com/office/drawing/2014/main" id="{5DC204CE-78CD-CEC7-7A42-9535B74B158C}"/>
              </a:ext>
            </a:extLst>
          </p:cNvPr>
          <p:cNvSpPr/>
          <p:nvPr/>
        </p:nvSpPr>
        <p:spPr>
          <a:xfrm>
            <a:off x="8123158" y="1179344"/>
            <a:ext cx="3556000" cy="209819"/>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mj-lt"/>
              </a:rPr>
              <a:t>Travel &amp; Transport</a:t>
            </a:r>
          </a:p>
        </p:txBody>
      </p:sp>
      <p:pic>
        <p:nvPicPr>
          <p:cNvPr id="170" name="Car" descr="Icon of a car">
            <a:extLst>
              <a:ext uri="{FF2B5EF4-FFF2-40B4-BE49-F238E27FC236}">
                <a16:creationId xmlns:a16="http://schemas.microsoft.com/office/drawing/2014/main" id="{C500EE57-C33C-9366-8DAB-9C78041CDDD4}"/>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8120158" y="1594488"/>
            <a:ext cx="381000" cy="381000"/>
          </a:xfrm>
          <a:prstGeom prst="rect">
            <a:avLst/>
          </a:prstGeom>
        </p:spPr>
      </p:pic>
      <p:pic>
        <p:nvPicPr>
          <p:cNvPr id="171" name="Rocketship with Magnifying Glass" descr="Icon of a rocketship with a magnifying glass">
            <a:extLst>
              <a:ext uri="{FF2B5EF4-FFF2-40B4-BE49-F238E27FC236}">
                <a16:creationId xmlns:a16="http://schemas.microsoft.com/office/drawing/2014/main" id="{2727A95D-CE0B-1EBD-D30E-F5E4BC1D70FE}"/>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8758158" y="1594488"/>
            <a:ext cx="381000" cy="381000"/>
          </a:xfrm>
          <a:prstGeom prst="rect">
            <a:avLst/>
          </a:prstGeom>
        </p:spPr>
      </p:pic>
      <p:pic>
        <p:nvPicPr>
          <p:cNvPr id="172" name="Rocketship" descr="Icon of a rocketship">
            <a:extLst>
              <a:ext uri="{FF2B5EF4-FFF2-40B4-BE49-F238E27FC236}">
                <a16:creationId xmlns:a16="http://schemas.microsoft.com/office/drawing/2014/main" id="{CF7A2647-5638-97D3-B1DE-CFC3B600856A}"/>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9393158" y="1594488"/>
            <a:ext cx="381000" cy="381000"/>
          </a:xfrm>
          <a:prstGeom prst="rect">
            <a:avLst/>
          </a:prstGeom>
        </p:spPr>
      </p:pic>
      <p:pic>
        <p:nvPicPr>
          <p:cNvPr id="173" name="Palm Tree" descr="Icon of palm tree">
            <a:extLst>
              <a:ext uri="{FF2B5EF4-FFF2-40B4-BE49-F238E27FC236}">
                <a16:creationId xmlns:a16="http://schemas.microsoft.com/office/drawing/2014/main" id="{4EE42254-6E28-C7F4-4042-55C50473AC7B}"/>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10028158" y="1594488"/>
            <a:ext cx="381000" cy="381000"/>
          </a:xfrm>
          <a:prstGeom prst="rect">
            <a:avLst/>
          </a:prstGeom>
        </p:spPr>
      </p:pic>
      <p:pic>
        <p:nvPicPr>
          <p:cNvPr id="174" name="Grid Globe" descr="Icon of grid globe">
            <a:extLst>
              <a:ext uri="{FF2B5EF4-FFF2-40B4-BE49-F238E27FC236}">
                <a16:creationId xmlns:a16="http://schemas.microsoft.com/office/drawing/2014/main" id="{CC911E84-A6C1-570D-2FB1-B9B3A9C96E20}"/>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10663158" y="1594488"/>
            <a:ext cx="381000" cy="381000"/>
          </a:xfrm>
          <a:prstGeom prst="rect">
            <a:avLst/>
          </a:prstGeom>
        </p:spPr>
      </p:pic>
      <p:pic>
        <p:nvPicPr>
          <p:cNvPr id="175" name="Language icon, with Grid Globe in background,and the letter &quot;A&quot; and character &quot;Wén&quot; in the foreground" descr="Icon of the language symbol, a grid globe in the background and the letter “A” and the character “Wen” in the foreground">
            <a:extLst>
              <a:ext uri="{FF2B5EF4-FFF2-40B4-BE49-F238E27FC236}">
                <a16:creationId xmlns:a16="http://schemas.microsoft.com/office/drawing/2014/main" id="{A9B2866C-FFB8-453F-4388-C63E8212C6FE}"/>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11267651" y="1594488"/>
            <a:ext cx="381000" cy="381000"/>
          </a:xfrm>
          <a:prstGeom prst="rect">
            <a:avLst/>
          </a:prstGeom>
        </p:spPr>
      </p:pic>
      <p:pic>
        <p:nvPicPr>
          <p:cNvPr id="176" name="Airplane" descr="Icon of an airplane">
            <a:extLst>
              <a:ext uri="{FF2B5EF4-FFF2-40B4-BE49-F238E27FC236}">
                <a16:creationId xmlns:a16="http://schemas.microsoft.com/office/drawing/2014/main" id="{6900B8E4-FD7F-E3AB-E6AF-9A22C5E595BF}"/>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8123158" y="2229488"/>
            <a:ext cx="381000" cy="381000"/>
          </a:xfrm>
          <a:prstGeom prst="rect">
            <a:avLst/>
          </a:prstGeom>
        </p:spPr>
      </p:pic>
      <p:sp>
        <p:nvSpPr>
          <p:cNvPr id="177" name="UI ACTIONS &amp; SYMBOLS">
            <a:extLst>
              <a:ext uri="{FF2B5EF4-FFF2-40B4-BE49-F238E27FC236}">
                <a16:creationId xmlns:a16="http://schemas.microsoft.com/office/drawing/2014/main" id="{709240C9-72C0-439F-995C-4DC2C1C04E23}"/>
              </a:ext>
            </a:extLst>
          </p:cNvPr>
          <p:cNvSpPr/>
          <p:nvPr/>
        </p:nvSpPr>
        <p:spPr>
          <a:xfrm>
            <a:off x="8123158" y="2775735"/>
            <a:ext cx="3563931" cy="209819"/>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mj-lt"/>
              </a:rPr>
              <a:t>UI Actions &amp; Symbols</a:t>
            </a:r>
          </a:p>
        </p:txBody>
      </p:sp>
      <p:pic>
        <p:nvPicPr>
          <p:cNvPr id="178" name="Gear, for Settings" descr="Icon of a machine gear">
            <a:extLst>
              <a:ext uri="{FF2B5EF4-FFF2-40B4-BE49-F238E27FC236}">
                <a16:creationId xmlns:a16="http://schemas.microsoft.com/office/drawing/2014/main" id="{125FFEE3-34E6-B5F8-762B-537159928E84}"/>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8103269" y="3220235"/>
            <a:ext cx="381000" cy="381000"/>
          </a:xfrm>
          <a:prstGeom prst="rect">
            <a:avLst/>
          </a:prstGeom>
        </p:spPr>
      </p:pic>
      <p:pic>
        <p:nvPicPr>
          <p:cNvPr id="179" name="Plus and Minus symbols surrounded by cyclical Arrow, for Recalculate" descr="Icon of a cyclical arrow, with a plus and minus sign inside the circle, representing the “recalculate” option">
            <a:extLst>
              <a:ext uri="{FF2B5EF4-FFF2-40B4-BE49-F238E27FC236}">
                <a16:creationId xmlns:a16="http://schemas.microsoft.com/office/drawing/2014/main" id="{A4B3D7E1-D852-8075-503B-F4841AEB169A}"/>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8738269" y="3220235"/>
            <a:ext cx="381000" cy="381000"/>
          </a:xfrm>
          <a:prstGeom prst="rect">
            <a:avLst/>
          </a:prstGeom>
        </p:spPr>
      </p:pic>
      <p:pic>
        <p:nvPicPr>
          <p:cNvPr id="180" name="Pin with Magnifying Glass, for Pinned Search" descr="Icon of a push pin with a magnifying glass">
            <a:extLst>
              <a:ext uri="{FF2B5EF4-FFF2-40B4-BE49-F238E27FC236}">
                <a16:creationId xmlns:a16="http://schemas.microsoft.com/office/drawing/2014/main" id="{B5D032EB-7381-1036-F802-86086A8ED4A1}"/>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9373269" y="3220235"/>
            <a:ext cx="381000" cy="381000"/>
          </a:xfrm>
          <a:prstGeom prst="rect">
            <a:avLst/>
          </a:prstGeom>
        </p:spPr>
      </p:pic>
      <p:pic>
        <p:nvPicPr>
          <p:cNvPr id="181" name="Pin" descr="Icon of a push pin">
            <a:extLst>
              <a:ext uri="{FF2B5EF4-FFF2-40B4-BE49-F238E27FC236}">
                <a16:creationId xmlns:a16="http://schemas.microsoft.com/office/drawing/2014/main" id="{786F1CDA-9473-C181-2D65-3464266BFB48}"/>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10008269" y="3220235"/>
            <a:ext cx="381000" cy="381000"/>
          </a:xfrm>
          <a:prstGeom prst="rect">
            <a:avLst/>
          </a:prstGeom>
        </p:spPr>
      </p:pic>
      <p:pic>
        <p:nvPicPr>
          <p:cNvPr id="182" name="Server with Arrow pointing inwards, for Import" descr="Icon of a server with a downwards point arrow, indicating Import">
            <a:extLst>
              <a:ext uri="{FF2B5EF4-FFF2-40B4-BE49-F238E27FC236}">
                <a16:creationId xmlns:a16="http://schemas.microsoft.com/office/drawing/2014/main" id="{C130D014-BE9F-612B-781A-0A143F114509}"/>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10643269" y="3220235"/>
            <a:ext cx="381000" cy="381000"/>
          </a:xfrm>
          <a:prstGeom prst="rect">
            <a:avLst/>
          </a:prstGeom>
        </p:spPr>
      </p:pic>
      <p:pic>
        <p:nvPicPr>
          <p:cNvPr id="183" name="Server with Arrow pointing outwards, for Export" descr="Icon of a server with an upwards-facing arrow, indicating Export">
            <a:extLst>
              <a:ext uri="{FF2B5EF4-FFF2-40B4-BE49-F238E27FC236}">
                <a16:creationId xmlns:a16="http://schemas.microsoft.com/office/drawing/2014/main" id="{D5B99AA9-C081-923E-D81B-1828A21CE66D}"/>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11278269" y="3220235"/>
            <a:ext cx="381000" cy="381000"/>
          </a:xfrm>
          <a:prstGeom prst="rect">
            <a:avLst/>
          </a:prstGeom>
        </p:spPr>
      </p:pic>
      <p:pic>
        <p:nvPicPr>
          <p:cNvPr id="184" name="Checkmark" descr="Icon of a circle with a check mark inside the circle">
            <a:extLst>
              <a:ext uri="{FF2B5EF4-FFF2-40B4-BE49-F238E27FC236}">
                <a16:creationId xmlns:a16="http://schemas.microsoft.com/office/drawing/2014/main" id="{9FF87C26-37BF-2152-72F2-1F32C1187DCC}"/>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8103269" y="3855235"/>
            <a:ext cx="381000" cy="381000"/>
          </a:xfrm>
          <a:prstGeom prst="rect">
            <a:avLst/>
          </a:prstGeom>
        </p:spPr>
      </p:pic>
      <p:pic>
        <p:nvPicPr>
          <p:cNvPr id="185" name="Triangle with Exclaimation Point, for Warning" descr="Icon of a triangular warning sign with an exclaimation point on it">
            <a:extLst>
              <a:ext uri="{FF2B5EF4-FFF2-40B4-BE49-F238E27FC236}">
                <a16:creationId xmlns:a16="http://schemas.microsoft.com/office/drawing/2014/main" id="{2E51760F-C9D0-4F56-21AE-410BAE23D7F8}"/>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8738269" y="3855235"/>
            <a:ext cx="381000" cy="381000"/>
          </a:xfrm>
          <a:prstGeom prst="rect">
            <a:avLst/>
          </a:prstGeom>
        </p:spPr>
      </p:pic>
      <p:pic>
        <p:nvPicPr>
          <p:cNvPr id="186" name="Cupped Hand with Heart symbol" descr="Icon of a cupped hand and a heart symbol above it">
            <a:extLst>
              <a:ext uri="{FF2B5EF4-FFF2-40B4-BE49-F238E27FC236}">
                <a16:creationId xmlns:a16="http://schemas.microsoft.com/office/drawing/2014/main" id="{430132C6-36EB-78EB-BCFA-0A3563DB1A8D}"/>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9373269" y="3855235"/>
            <a:ext cx="381000" cy="381000"/>
          </a:xfrm>
          <a:prstGeom prst="rect">
            <a:avLst/>
          </a:prstGeom>
        </p:spPr>
      </p:pic>
      <p:pic>
        <p:nvPicPr>
          <p:cNvPr id="187" name="Cupped Hand with Plus symbol" descr="Icon of a cupped hand and a plus sign above it">
            <a:extLst>
              <a:ext uri="{FF2B5EF4-FFF2-40B4-BE49-F238E27FC236}">
                <a16:creationId xmlns:a16="http://schemas.microsoft.com/office/drawing/2014/main" id="{5177233F-4238-25A0-D98C-5EB2694E39A7}"/>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10008269" y="3855235"/>
            <a:ext cx="381000" cy="381000"/>
          </a:xfrm>
          <a:prstGeom prst="rect">
            <a:avLst/>
          </a:prstGeom>
        </p:spPr>
      </p:pic>
      <p:pic>
        <p:nvPicPr>
          <p:cNvPr id="188" name="Two Slider Bars, for Filters" descr="Icon of two user-interface slider bars, indicating the ability to filter">
            <a:extLst>
              <a:ext uri="{FF2B5EF4-FFF2-40B4-BE49-F238E27FC236}">
                <a16:creationId xmlns:a16="http://schemas.microsoft.com/office/drawing/2014/main" id="{56685A19-50D9-A821-FBE1-3FAE931EBF63}"/>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11278269" y="3855235"/>
            <a:ext cx="381000" cy="381000"/>
          </a:xfrm>
          <a:prstGeom prst="rect">
            <a:avLst/>
          </a:prstGeom>
        </p:spPr>
      </p:pic>
      <p:pic>
        <p:nvPicPr>
          <p:cNvPr id="189" name="Magnifying Glass with Filters Icon" descr="Icon of a magnifying glass with filter slider bars">
            <a:extLst>
              <a:ext uri="{FF2B5EF4-FFF2-40B4-BE49-F238E27FC236}">
                <a16:creationId xmlns:a16="http://schemas.microsoft.com/office/drawing/2014/main" id="{256FD1E9-7E71-AE8A-A909-962512C07C6F}"/>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8103269" y="4490235"/>
            <a:ext cx="381000" cy="381000"/>
          </a:xfrm>
          <a:prstGeom prst="rect">
            <a:avLst/>
          </a:prstGeom>
        </p:spPr>
      </p:pic>
      <p:pic>
        <p:nvPicPr>
          <p:cNvPr id="190" name="Magnifying Glass" descr="Icon of a magnifying glass ">
            <a:extLst>
              <a:ext uri="{FF2B5EF4-FFF2-40B4-BE49-F238E27FC236}">
                <a16:creationId xmlns:a16="http://schemas.microsoft.com/office/drawing/2014/main" id="{C962B04C-18CB-9042-760F-26497E2D5292}"/>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10643269" y="3855235"/>
            <a:ext cx="381000" cy="381000"/>
          </a:xfrm>
          <a:prstGeom prst="rect">
            <a:avLst/>
          </a:prstGeom>
        </p:spPr>
      </p:pic>
      <p:pic>
        <p:nvPicPr>
          <p:cNvPr id="191" name="Padlock with Key Hole" descr="Icon of a padlock with keyhole">
            <a:extLst>
              <a:ext uri="{FF2B5EF4-FFF2-40B4-BE49-F238E27FC236}">
                <a16:creationId xmlns:a16="http://schemas.microsoft.com/office/drawing/2014/main" id="{B5922A5F-ACA1-C7AF-2D0C-EF0D2C125520}"/>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8738269" y="4490235"/>
            <a:ext cx="381000" cy="381000"/>
          </a:xfrm>
          <a:prstGeom prst="rect">
            <a:avLst/>
          </a:prstGeom>
        </p:spPr>
      </p:pic>
      <p:pic>
        <p:nvPicPr>
          <p:cNvPr id="192" name="Padlock with Person Icon" descr="Icon of a padlock with keyhole and a person symbol">
            <a:extLst>
              <a:ext uri="{FF2B5EF4-FFF2-40B4-BE49-F238E27FC236}">
                <a16:creationId xmlns:a16="http://schemas.microsoft.com/office/drawing/2014/main" id="{A044B796-4FE1-1D6E-F3C1-072BC21647DC}"/>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9373269" y="4490235"/>
            <a:ext cx="381000" cy="381000"/>
          </a:xfrm>
          <a:prstGeom prst="rect">
            <a:avLst/>
          </a:prstGeom>
        </p:spPr>
      </p:pic>
      <p:sp>
        <p:nvSpPr>
          <p:cNvPr id="3" name="TIME">
            <a:extLst>
              <a:ext uri="{FF2B5EF4-FFF2-40B4-BE49-F238E27FC236}">
                <a16:creationId xmlns:a16="http://schemas.microsoft.com/office/drawing/2014/main" id="{229848E1-868A-F171-2837-CCE3B2C61F5D}"/>
              </a:ext>
            </a:extLst>
          </p:cNvPr>
          <p:cNvSpPr/>
          <p:nvPr/>
        </p:nvSpPr>
        <p:spPr>
          <a:xfrm>
            <a:off x="4336196" y="5332150"/>
            <a:ext cx="3548068" cy="209819"/>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0">
                <a:solidFill>
                  <a:schemeClr val="tx1"/>
                </a:solidFill>
                <a:latin typeface="+mj-lt"/>
              </a:rPr>
              <a:t>Cloud</a:t>
            </a:r>
          </a:p>
        </p:txBody>
      </p:sp>
      <p:pic>
        <p:nvPicPr>
          <p:cNvPr id="4" name="Graphic 3">
            <a:extLst>
              <a:ext uri="{FF2B5EF4-FFF2-40B4-BE49-F238E27FC236}">
                <a16:creationId xmlns:a16="http://schemas.microsoft.com/office/drawing/2014/main" id="{F24D342A-6120-E457-3281-C9315B6E3FCB}"/>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4336196" y="5850096"/>
            <a:ext cx="381000" cy="381000"/>
          </a:xfrm>
          <a:prstGeom prst="rect">
            <a:avLst/>
          </a:prstGeom>
        </p:spPr>
      </p:pic>
      <p:pic>
        <p:nvPicPr>
          <p:cNvPr id="5" name="Graphic 4">
            <a:extLst>
              <a:ext uri="{FF2B5EF4-FFF2-40B4-BE49-F238E27FC236}">
                <a16:creationId xmlns:a16="http://schemas.microsoft.com/office/drawing/2014/main" id="{649618CB-A754-D57E-299D-41DB2C128948}"/>
              </a:ext>
            </a:extLst>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4969745" y="5850096"/>
            <a:ext cx="381000" cy="381000"/>
          </a:xfrm>
          <a:prstGeom prst="rect">
            <a:avLst/>
          </a:prstGeom>
        </p:spPr>
      </p:pic>
      <p:pic>
        <p:nvPicPr>
          <p:cNvPr id="6" name="Graphic 5">
            <a:extLst>
              <a:ext uri="{FF2B5EF4-FFF2-40B4-BE49-F238E27FC236}">
                <a16:creationId xmlns:a16="http://schemas.microsoft.com/office/drawing/2014/main" id="{5F1E83A8-95D2-A7D2-3DB2-9AC441B52340}"/>
              </a:ext>
            </a:extLst>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5603294" y="5850096"/>
            <a:ext cx="381000" cy="381000"/>
          </a:xfrm>
          <a:prstGeom prst="rect">
            <a:avLst/>
          </a:prstGeom>
        </p:spPr>
      </p:pic>
      <p:pic>
        <p:nvPicPr>
          <p:cNvPr id="7" name="Graphic 6">
            <a:extLst>
              <a:ext uri="{FF2B5EF4-FFF2-40B4-BE49-F238E27FC236}">
                <a16:creationId xmlns:a16="http://schemas.microsoft.com/office/drawing/2014/main" id="{7326E8AD-A445-769D-E443-742F00DFCB8D}"/>
              </a:ext>
            </a:extLst>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6236843" y="5850096"/>
            <a:ext cx="381000" cy="381000"/>
          </a:xfrm>
          <a:prstGeom prst="rect">
            <a:avLst/>
          </a:prstGeom>
        </p:spPr>
      </p:pic>
      <p:pic>
        <p:nvPicPr>
          <p:cNvPr id="8" name="Graphic 7">
            <a:extLst>
              <a:ext uri="{FF2B5EF4-FFF2-40B4-BE49-F238E27FC236}">
                <a16:creationId xmlns:a16="http://schemas.microsoft.com/office/drawing/2014/main" id="{04798B58-1247-D127-F2E9-F9D21C02BA9C}"/>
              </a:ext>
            </a:extLst>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6870392" y="5850096"/>
            <a:ext cx="381000" cy="381000"/>
          </a:xfrm>
          <a:prstGeom prst="rect">
            <a:avLst/>
          </a:prstGeom>
        </p:spPr>
      </p:pic>
      <p:pic>
        <p:nvPicPr>
          <p:cNvPr id="9" name="Graphic 8">
            <a:extLst>
              <a:ext uri="{FF2B5EF4-FFF2-40B4-BE49-F238E27FC236}">
                <a16:creationId xmlns:a16="http://schemas.microsoft.com/office/drawing/2014/main" id="{088E3864-4CF3-D491-AA37-A89ECE005F43}"/>
              </a:ext>
            </a:extLst>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7503939" y="5850096"/>
            <a:ext cx="381000" cy="381000"/>
          </a:xfrm>
          <a:prstGeom prst="rect">
            <a:avLst/>
          </a:prstGeom>
        </p:spPr>
      </p:pic>
    </p:spTree>
    <p:extLst>
      <p:ext uri="{BB962C8B-B14F-4D97-AF65-F5344CB8AC3E}">
        <p14:creationId xmlns:p14="http://schemas.microsoft.com/office/powerpoint/2010/main" val="240947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eneral Slides">
  <a:themeElements>
    <a:clrScheme name="New Corporate Colors">
      <a:dk1>
        <a:srgbClr val="000000"/>
      </a:dk1>
      <a:lt1>
        <a:srgbClr val="DEF3FF"/>
      </a:lt1>
      <a:dk2>
        <a:srgbClr val="3067DB"/>
      </a:dk2>
      <a:lt2>
        <a:srgbClr val="FFFFFF"/>
      </a:lt2>
      <a:accent1>
        <a:srgbClr val="43BEEF"/>
      </a:accent1>
      <a:accent2>
        <a:srgbClr val="F9C341"/>
      </a:accent2>
      <a:accent3>
        <a:srgbClr val="00D8CD"/>
      </a:accent3>
      <a:accent4>
        <a:srgbClr val="5C2B9C"/>
      </a:accent4>
      <a:accent5>
        <a:srgbClr val="82D300"/>
      </a:accent5>
      <a:accent6>
        <a:srgbClr val="FF607F"/>
      </a:accent6>
      <a:hlink>
        <a:srgbClr val="102789"/>
      </a:hlink>
      <a:folHlink>
        <a:srgbClr val="102789"/>
      </a:folHlink>
    </a:clrScheme>
    <a:fontScheme name="Dayforce PPT Fonts">
      <a:majorFont>
        <a:latin typeface="Clarika Geometric DemiBold"/>
        <a:ea typeface=""/>
        <a:cs typeface=""/>
      </a:majorFont>
      <a:minorFont>
        <a:latin typeface="Clarika Geometric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b="0" dirty="0" smtClean="0">
            <a:solidFill>
              <a:schemeClr val="tx1">
                <a:lumMod val="95000"/>
                <a:lumOff val="5000"/>
              </a:schemeClr>
            </a:solidFill>
            <a:latin typeface="Clarika Grotesque" pitchFamily="2" charset="77"/>
          </a:defRPr>
        </a:defPPr>
      </a:lstStyle>
    </a:txDef>
  </a:objectDefaults>
  <a:extraClrSchemeLst/>
  <a:extLst>
    <a:ext uri="{05A4C25C-085E-4340-85A3-A5531E510DB2}">
      <thm15:themeFamily xmlns:thm15="http://schemas.microsoft.com/office/thememl/2012/main" name="DF-PPT-Brand-Corp-Template_25nov04_v201" id="{BA45FAD8-6E9C-474E-9ADA-A56B5A4E2D3E}" vid="{4BD69D2B-E432-6943-9770-FBE531708E3D}"/>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174BAAA0C74B43ADDF16FEFAAD78BF" ma:contentTypeVersion="8" ma:contentTypeDescription="Create a new document." ma:contentTypeScope="" ma:versionID="c26f078e547d24a3e013356e65ffa0f1">
  <xsd:schema xmlns:xsd="http://www.w3.org/2001/XMLSchema" xmlns:xs="http://www.w3.org/2001/XMLSchema" xmlns:p="http://schemas.microsoft.com/office/2006/metadata/properties" xmlns:ns2="26f18082-ae79-442c-86d9-07d465d3224b" targetNamespace="http://schemas.microsoft.com/office/2006/metadata/properties" ma:root="true" ma:fieldsID="9dddfd19130de9eb6cbc66f23eb290a1" ns2:_="">
    <xsd:import namespace="26f18082-ae79-442c-86d9-07d465d3224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f18082-ae79-442c-86d9-07d465d322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6CB831-8A94-46F3-B2B1-380FFD53B44B}">
  <ds:schemaRefs>
    <ds:schemaRef ds:uri="http://schemas.microsoft.com/sharepoint/v3/contenttype/forms"/>
  </ds:schemaRefs>
</ds:datastoreItem>
</file>

<file path=customXml/itemProps2.xml><?xml version="1.0" encoding="utf-8"?>
<ds:datastoreItem xmlns:ds="http://schemas.openxmlformats.org/officeDocument/2006/customXml" ds:itemID="{FDF91C54-B3E4-4D83-9BA4-1DB2F6CF56B5}">
  <ds:schemaRefs>
    <ds:schemaRef ds:uri="8fc5bf83-b9b7-400b-a8a2-ecbf367c86e0"/>
    <ds:schemaRef ds:uri="http://purl.org/dc/elements/1.1/"/>
    <ds:schemaRef ds:uri="http://www.w3.org/XML/1998/namespace"/>
    <ds:schemaRef ds:uri="http://schemas.microsoft.com/office/infopath/2007/PartnerControls"/>
    <ds:schemaRef ds:uri="http://purl.org/dc/dcmitype/"/>
    <ds:schemaRef ds:uri="http://schemas.microsoft.com/office/2006/documentManagement/types"/>
    <ds:schemaRef ds:uri="3d538028-6a1f-40d4-bbc3-c24b1669d575"/>
    <ds:schemaRef ds:uri="http://purl.org/dc/terms/"/>
    <ds:schemaRef ds:uri="http://schemas.microsoft.com/office/2006/metadata/properties"/>
    <ds:schemaRef ds:uri="http://schemas.openxmlformats.org/package/2006/metadata/core-properties"/>
  </ds:schemaRefs>
</ds:datastoreItem>
</file>

<file path=customXml/itemProps3.xml><?xml version="1.0" encoding="utf-8"?>
<ds:datastoreItem xmlns:ds="http://schemas.openxmlformats.org/officeDocument/2006/customXml" ds:itemID="{90C41EB3-BF1D-4711-A811-AC98D38117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f18082-ae79-442c-86d9-07d465d322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TotalTime>
  <Words>512</Words>
  <Application>Microsoft Macintosh PowerPoint</Application>
  <PresentationFormat>Widescreen</PresentationFormat>
  <Paragraphs>136</Paragraphs>
  <Slides>19</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8" baseType="lpstr">
      <vt:lpstr>Arial</vt:lpstr>
      <vt:lpstr>Clarika Geometric DemiBold</vt:lpstr>
      <vt:lpstr>Clarika Geometric Light</vt:lpstr>
      <vt:lpstr>Clarika Grotesque</vt:lpstr>
      <vt:lpstr>Clarika Grotesque Light Italic</vt:lpstr>
      <vt:lpstr>Helvetica Neue</vt:lpstr>
      <vt:lpstr>Open Sans</vt:lpstr>
      <vt:lpstr>General Slides</vt:lpstr>
      <vt:lpstr>think-cell Slide</vt:lpstr>
      <vt:lpstr>Title goes here lorem ipsum dolor </vt:lpstr>
      <vt:lpstr>Agenda</vt:lpstr>
      <vt:lpstr>Agenda, 3 items</vt:lpstr>
      <vt:lpstr>Agenda, 4 items</vt:lpstr>
      <vt:lpstr>Agenda, 5-6 items</vt:lpstr>
      <vt:lpstr>Insert Section Title </vt:lpstr>
      <vt:lpstr>Insert Section Title</vt:lpstr>
      <vt:lpstr>Insert Section Title</vt:lpstr>
      <vt:lpstr>Headline only</vt:lpstr>
      <vt:lpstr>Headline with subtlte</vt:lpstr>
      <vt:lpstr>Table styles</vt:lpstr>
      <vt:lpstr>3 points with icons</vt:lpstr>
      <vt:lpstr>4 points with icons</vt:lpstr>
      <vt:lpstr>PowerPoint Presentation</vt:lpstr>
      <vt:lpstr>PowerPoint Presentation</vt:lpstr>
      <vt:lpstr>Timeline slide design</vt:lpstr>
      <vt:lpstr>Thank you/questions</vt:lpstr>
      <vt:lpstr>Icons 1</vt:lpstr>
      <vt:lpstr>Icons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 King</dc:creator>
  <cp:lastModifiedBy>Stephen Joly</cp:lastModifiedBy>
  <cp:revision>2</cp:revision>
  <dcterms:created xsi:type="dcterms:W3CDTF">2025-06-25T21:27:10Z</dcterms:created>
  <dcterms:modified xsi:type="dcterms:W3CDTF">2026-02-27T19:59:13Z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0x01010007174BAAA0C74B43ADDF16FEFAAD78BF</vt:lpwstr>
  </property>
  <property fmtid="{D5CDD505-2E9C-101B-9397-08002B2CF9AE}" pid="3" name="_dlc_DocIdItemGuid">
    <vt:lpwstr>00218df6-7e02-484d-a5d0-c81cab3626af</vt:lpwstr>
  </property>
  <property fmtid="{D5CDD505-2E9C-101B-9397-08002B2CF9AE}" pid="4" name="MediaServiceImageTags">
    <vt:lpwstr/>
  </property>
  <property fmtid="{D5CDD505-2E9C-101B-9397-08002B2CF9AE}" pid="5" name="Order">
    <vt:r8>20121600</vt:r8>
  </property>
  <property fmtid="{D5CDD505-2E9C-101B-9397-08002B2CF9AE}" pid="6" name="xd_Signature">
    <vt:bool>false</vt:bool>
  </property>
  <property fmtid="{D5CDD505-2E9C-101B-9397-08002B2CF9AE}" pid="7" name="SharedWithUsers">
    <vt:lpwstr>1179;#SharingLinks.cbf7af77-6954-46e2-9e81-99cfff2fd3d7.OrganizationEdit.22764d11-dc81-40c2-99f7-1ee34153ec95;#16;#Sandra Sikora;#376;#Jessica Webb-Ayer;#1200;#Sarah Burt;#550;#Anna Pavlenko;#685;#Holly Jones;#616;#Demitra LaPointe;#11;#Lisa Luk;#1237;#Chris Mika;#1083;#Clay Jones</vt:lpwstr>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ies>
</file>
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ommentAuthors.xml" ContentType="application/vnd.openxmlformats-officedocument.presentationml.commentAuthors+xml"/>
  <Override PartName="/ppt/embeddings/oleObject1.bin" ContentType="application/vnd.openxmlformats-officedocument.oleObject"/>
  <Override PartName="/ppt/embeddings/oleObject2.bin" ContentType="application/vnd.openxmlformats-officedocument.oleObject"/>
  <Override PartName="/ppt/handoutMasters/handoutMaster1.xml" ContentType="application/vnd.openxmlformats-officedocument.presentationml.handoutMaster+xml"/>
  <Override PartName="/ppt/media/image101.svg" ContentType="image/svg+xml"/>
  <Override PartName="/ppt/media/image103.svg" ContentType="image/svg+xml"/>
  <Override PartName="/ppt/media/image105.svg" ContentType="image/svg+xml"/>
  <Override PartName="/ppt/media/image107.svg" ContentType="image/svg+xml"/>
  <Override PartName="/ppt/media/image109.svg" ContentType="image/svg+xml"/>
  <Override PartName="/ppt/media/image11.svg" ContentType="image/svg+xml"/>
  <Override PartName="/ppt/media/image111.svg" ContentType="image/svg+xml"/>
  <Override PartName="/ppt/media/image113.svg" ContentType="image/svg+xml"/>
  <Override PartName="/ppt/media/image115.svg" ContentType="image/svg+xml"/>
  <Override PartName="/ppt/media/image117.svg" ContentType="image/svg+xml"/>
  <Override PartName="/ppt/media/image119.svg" ContentType="image/svg+xml"/>
  <Override PartName="/ppt/media/image120.svg" ContentType="image/svg+xml"/>
  <Override PartName="/ppt/media/image121.svg" ContentType="image/svg+xml"/>
  <Override PartName="/ppt/media/image123.svg" ContentType="image/svg+xml"/>
  <Override PartName="/ppt/media/image124.svg" ContentType="image/svg+xml"/>
  <Override PartName="/ppt/media/image125.svg" ContentType="image/svg+xml"/>
  <Override PartName="/ppt/media/image127.svg" ContentType="image/svg+xml"/>
  <Override PartName="/ppt/media/image128.svg" ContentType="image/svg+xml"/>
  <Override PartName="/ppt/media/image13.svg" ContentType="image/svg+xml"/>
  <Override PartName="/ppt/media/image130.svg" ContentType="image/svg+xml"/>
  <Override PartName="/ppt/media/image132.svg" ContentType="image/svg+xml"/>
  <Override PartName="/ppt/media/image134.svg" ContentType="image/svg+xml"/>
  <Override PartName="/ppt/media/image136.svg" ContentType="image/svg+xml"/>
  <Override PartName="/ppt/media/image137.svg" ContentType="image/svg+xml"/>
  <Override PartName="/ppt/media/image139.svg" ContentType="image/svg+xml"/>
  <Override PartName="/ppt/media/image141.svg" ContentType="image/svg+xml"/>
  <Override PartName="/ppt/media/image142.svg" ContentType="image/svg+xml"/>
  <Override PartName="/ppt/media/image143.svg" ContentType="image/svg+xml"/>
  <Override PartName="/ppt/media/image145.svg" ContentType="image/svg+xml"/>
  <Override PartName="/ppt/media/image146.svg" ContentType="image/svg+xml"/>
  <Override PartName="/ppt/media/image147.svg" ContentType="image/svg+xml"/>
  <Override PartName="/ppt/media/image149.svg" ContentType="image/svg+xml"/>
  <Override PartName="/ppt/media/image15.svg" ContentType="image/svg+xml"/>
  <Override PartName="/ppt/media/image150.svg" ContentType="image/svg+xml"/>
  <Override PartName="/ppt/media/image152.svg" ContentType="image/svg+xml"/>
  <Override PartName="/ppt/media/image153.svg" ContentType="image/svg+xml"/>
  <Override PartName="/ppt/media/image155.svg" ContentType="image/svg+xml"/>
  <Override PartName="/ppt/media/image156.svg" ContentType="image/svg+xml"/>
  <Override PartName="/ppt/media/image157.svg" ContentType="image/svg+xml"/>
  <Override PartName="/ppt/media/image163.svg" ContentType="image/svg+xml"/>
  <Override PartName="/ppt/media/image165.svg" ContentType="image/svg+xml"/>
  <Override PartName="/ppt/media/image17.svg" ContentType="image/svg+xml"/>
  <Override PartName="/ppt/media/image19.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svg" ContentType="image/svg+xml"/>
  <Override PartName="/ppt/media/image31.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42.svg" ContentType="image/svg+xml"/>
  <Override PartName="/ppt/media/image44.svg" ContentType="image/svg+xml"/>
  <Override PartName="/ppt/media/image46.svg" ContentType="image/svg+xml"/>
  <Override PartName="/ppt/media/image48.svg" ContentType="image/svg+xml"/>
  <Override PartName="/ppt/media/image5.svg" ContentType="image/svg+xml"/>
  <Override PartName="/ppt/media/image50.svg" ContentType="image/svg+xml"/>
  <Override PartName="/ppt/media/image52.svg" ContentType="image/svg+xml"/>
  <Override PartName="/ppt/media/image54.svg" ContentType="image/svg+xml"/>
  <Override PartName="/ppt/media/image55.svg" ContentType="image/svg+xml"/>
  <Override PartName="/ppt/media/image57.svg" ContentType="image/svg+xml"/>
  <Override PartName="/ppt/media/image59.svg" ContentType="image/svg+xml"/>
  <Override PartName="/ppt/media/image61.svg" ContentType="image/svg+xml"/>
  <Override PartName="/ppt/media/image63.svg" ContentType="image/svg+xml"/>
  <Override PartName="/ppt/media/image65.svg" ContentType="image/svg+xml"/>
  <Override PartName="/ppt/media/image67.svg" ContentType="image/svg+xml"/>
  <Override PartName="/ppt/media/image69.svg" ContentType="image/svg+xml"/>
  <Override PartName="/ppt/media/image7.svg" ContentType="image/svg+xml"/>
  <Override PartName="/ppt/media/image71.svg" ContentType="image/svg+xml"/>
  <Override PartName="/ppt/media/image73.svg" ContentType="image/svg+xml"/>
  <Override PartName="/ppt/media/image75.svg" ContentType="image/svg+xml"/>
  <Override PartName="/ppt/media/image77.svg" ContentType="image/svg+xml"/>
  <Override PartName="/ppt/media/image79.svg" ContentType="image/svg+xml"/>
  <Override PartName="/ppt/media/image81.svg" ContentType="image/svg+xml"/>
  <Override PartName="/ppt/media/image83.svg" ContentType="image/svg+xml"/>
  <Override PartName="/ppt/media/image85.svg" ContentType="image/svg+xml"/>
  <Override PartName="/ppt/media/image87.svg" ContentType="image/svg+xml"/>
  <Override PartName="/ppt/media/image89.svg" ContentType="image/svg+xml"/>
  <Override PartName="/ppt/media/image9.svg" ContentType="image/svg+xml"/>
  <Override PartName="/ppt/media/image91.svg" ContentType="image/svg+xml"/>
  <Override PartName="/ppt/media/image93.svg" ContentType="image/svg+xml"/>
  <Override PartName="/ppt/media/image95.svg" ContentType="image/svg+xml"/>
  <Override PartName="/ppt/media/image97.svg" ContentType="image/svg+xml"/>
  <Override PartName="/ppt/media/image9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902" r:id="rId4"/>
  </p:sldMasterIdLst>
  <p:notesMasterIdLst>
    <p:notesMasterId r:id="rId24"/>
  </p:notesMasterIdLst>
  <p:handoutMasterIdLst>
    <p:handoutMasterId r:id="rId25"/>
  </p:handoutMasterIdLst>
  <p:sldIdLst>
    <p:sldId id="256" r:id="rId15"/>
    <p:sldId id="257" r:id="rId16"/>
    <p:sldId id="258" r:id="rId17"/>
    <p:sldId id="259" r:id="rId18"/>
    <p:sldId id="260" r:id="rId19"/>
    <p:sldId id="261" r:id="rId20"/>
    <p:sldId id="262" r:id="rId21"/>
    <p:sldId id="263" r:id="rId22"/>
    <p:sldId id="264" r:id="rId23"/>
    <p:sldId id="265" r:id="rId14"/>
    <p:sldId id="266" r:id="rId13"/>
    <p:sldId id="267" r:id="rId12"/>
    <p:sldId id="268" r:id="rId11"/>
    <p:sldId id="269" r:id="rId10"/>
    <p:sldId id="270" r:id="rId9"/>
    <p:sldId id="271" r:id="rId8"/>
    <p:sldId id="272" r:id="rId7"/>
    <p:sldId id="273" r:id="rId6"/>
    <p:sldId id="274" r:id="rId5"/>
    <p:sldId id="275" r:id="rId34"/>
    <p:sldId id="276" r:id="rId35"/>
    <p:sldId id="277" r:id="rId36"/>
  </p:sldIdLst>
  <p:sldSz cx="12192000" cy="6858000"/>
  <p:notesSz cx="6858000" cy="9144000"/>
  <p:custDataLst>
    <p:tags r:id="rId26"/>
  </p:custDataLst>
  <p:defaultTextStyle>
    <a:defPPr marL="0" marR="0" indent="0" algn="l" defTabSz="457200" rtl="0" fontAlgn="auto" latinLnBrk="1" hangingPunct="0">
      <a:lnSpc>
        <a:spcPct val="100000"/>
      </a:lnSpc>
      <a:spcBef>
        <a:spcPts val="0"/>
      </a:spcBef>
      <a:spcAft>
        <a:spcPts val="0"/>
      </a:spcAft>
      <a:buClrTx/>
      <a:buSzTx/>
      <a:buFontTx/>
      <a:buNone/>
      <a:tabLst/>
      <a:defRPr kumimoji="0" sz="900" b="0" i="0" u="none" strike="noStrike" cap="none" spc="0" normalizeH="0" baseline="0">
        <a:ln>
          <a:noFill/>
        </a:ln>
        <a:solidFill>
          <a:srgbClr val="000000"/>
        </a:solidFill>
        <a:effectLst/>
        <a:uFillTx/>
      </a:defRPr>
    </a:defPPr>
    <a:lvl1pPr marL="0" marR="0" indent="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1pPr>
    <a:lvl2pPr marL="0" marR="0" indent="1143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2pPr>
    <a:lvl3pPr marL="0" marR="0" indent="2286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3pPr>
    <a:lvl4pPr marL="0" marR="0" indent="3429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4pPr>
    <a:lvl5pPr marL="0" marR="0" indent="4572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5pPr>
    <a:lvl6pPr marL="0" marR="0" indent="5715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6pPr>
    <a:lvl7pPr marL="0" marR="0" indent="6858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7pPr>
    <a:lvl8pPr marL="0" marR="0" indent="8001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8pPr>
    <a:lvl9pPr marL="0" marR="0" indent="914400" algn="ctr" defTabSz="412750" rtl="0" fontAlgn="auto" latinLnBrk="0" hangingPunct="0">
      <a:lnSpc>
        <a:spcPct val="100000"/>
      </a:lnSpc>
      <a:spcBef>
        <a:spcPts val="0"/>
      </a:spcBef>
      <a:spcAft>
        <a:spcPts val="0"/>
      </a:spcAft>
      <a:buClrTx/>
      <a:buSzTx/>
      <a:buFontTx/>
      <a:buNone/>
      <a:tabLst/>
      <a:defRPr kumimoji="0" sz="1500" b="1" i="0" u="none" strike="noStrike" cap="none" spc="0" normalizeH="0" baseline="0">
        <a:ln>
          <a:noFill/>
        </a:ln>
        <a:solidFill>
          <a:srgbClr val="000000"/>
        </a:solidFill>
        <a:effectLst/>
        <a:uFillTx/>
        <a:latin typeface="Helvetica Neue"/>
        <a:ea typeface="Helvetica Neue"/>
        <a:cs typeface="Helvetica Neue"/>
        <a:sym typeface="Helvetica Neue"/>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D9E1510B-EF56-939D-93C3-77195793E480}" name="Anna Pavlenko" initials="AP" userId="S::Anna.Pavlenko@ceridian.com::8a383e47-a0e8-4bc1-acd7-d4a4a3b6a894" providerId="AD"/>
  <p188:author id="{43942926-A34B-3C5A-540F-0285B91646D4}" name="Desmond Behan" initials="DB" userId="S::desmond.behan@ceridian.com::6cfa5866-4bbc-4f03-a729-2508680650d0" providerId="AD"/>
  <p188:author id="{2C472D2E-F2A5-F661-1C96-F5A38EC1D357}" name="Sasha Shehryar" initials="SS" userId="Sasha Shehryar" providerId="None"/>
  <p188:author id="{B368C152-5ADC-5863-AFA1-C2E24C448D4D}" name="Sasha Shehryar" initials="SS" userId="S::Sasha.Shehryar@dayforce.com::f8b6bcdd-0907-4a72-893c-f7da7ad70b28" providerId="AD"/>
  <p188:author id="{301AAF79-9474-295C-27DF-30E1D2E041F2}" name="Alexandra Crace" initials="" userId="S::alexandra.crace@ceridian.com::c6c62793-1518-45b8-8ee9-bac769ecd9e4" providerId="AD"/>
  <p188:author id="{0ABD607D-4F5A-BA00-DF8F-CA3C25D5E6D3}" name="Desmond Behan" initials="DB" userId="S::Desmond.Behan@dayforce.com::6cfa5866-4bbc-4f03-a729-2508680650d0" providerId="AD"/>
  <p188:author id="{6639F37D-647F-9357-5CA7-6139EFC121CF}" name="Sarah Burt" initials="SB" userId="S::sarah.burt@ceridian.com::21299dff-fd64-45fd-bb1f-4cb0db01040b" providerId="AD"/>
  <p188:author id="{0CEECCA3-27E6-BF29-2933-0C6E8CC15F3A}" name="Demitra LaPointe" initials="DL" userId="S::demitra.lapointe@dayforce.com::c7355397-e3a2-4b4f-bc9f-84828f7406a3" providerId="AD"/>
  <p188:author id="{EA4DECA6-B5E9-113C-9F9E-C0B03D351F43}" name="Demitra LaPointe" initials="DL" userId="S::demitra.lapointe@ceridian.com::c7355397-e3a2-4b4f-bc9f-84828f7406a3" providerId="AD"/>
  <p188:author id="{D4C79EBB-A9FB-E209-8CED-FEE0740A3534}" name="Sandra Sikora" initials="SS" userId="S::sandra.sikora@ceridian.com::08913383-d733-48a0-a139-77e9cbfee867" providerId="AD"/>
  <p188:author id="{99377FD1-99A9-252D-7A17-C7E21C81F484}" name="Anna Pavlenko" initials="AP" userId="S::anna.pavlenko@ceridian.com::8a383e47-a0e8-4bc1-acd7-d4a4a3b6a894" providerId="AD"/>
  <p188:author id="{988DE6DD-7961-97C2-B7D8-195A1BDDD893}" name="Sandra Sikora" initials="SS" userId="S::sandra.sikora@dayforce.com::08913383-d733-48a0-a139-77e9cbfee867" providerId="AD"/>
  <p188:author id="{51E18DE3-EB5A-0F02-50AE-6E94445EC34A}" name="Edward King" initials="EK" userId="S::Edward.King@dayforce.com::9598ac50-d761-4b31-9d2e-859b833ebc44" providerId="AD"/>
  <p188:author id="{654390EE-0406-7A7B-6AEF-8CDFECAFF3F9}" name="Lisa Luk" initials="LL" userId="S::lisa.luk@ceridian.com::6613c107-fd7e-44e5-9c51-576a25a02422"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DSilva, Chantal" initials="DC" lastIdx="36" clrIdx="0">
    <p:extLst>
      <p:ext uri="{19B8F6BF-5375-455C-9EA6-DF929625EA0E}">
        <p15:presenceInfo xmlns:p15="http://schemas.microsoft.com/office/powerpoint/2012/main" userId="S::chantal.dsilva@ceridian.com::a3176a49-f2db-4c9f-baf1-c542a9d4b5c7" providerId="AD"/>
      </p:ext>
    </p:extLst>
  </p:cmAuthor>
  <p:cmAuthor id="2" name="Crace, Alexandra" initials="CA" lastIdx="1" clrIdx="1">
    <p:extLst>
      <p:ext uri="{19B8F6BF-5375-455C-9EA6-DF929625EA0E}">
        <p15:presenceInfo xmlns:p15="http://schemas.microsoft.com/office/powerpoint/2012/main" userId="S::alexandra.crace@ceridian.com::c6c62793-1518-45b8-8ee9-bac769ecd9e4"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7E5FF"/>
    <a:srgbClr val="CEF6FE"/>
    <a:srgbClr val="DD3A61"/>
    <a:srgbClr val="DEF3FF"/>
    <a:srgbClr val="DFF3FF"/>
    <a:srgbClr val="CFF7FF"/>
    <a:srgbClr val="9EF5EF"/>
    <a:srgbClr val="3067DB"/>
    <a:srgbClr val="00D8CD"/>
    <a:srgbClr val="BCF76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1BD7E111-0CB8-44D6-8891-C1BB2F81B7CC}">
      <p1710:readonlyRecommended xmlns:p1710="http://schemas.microsoft.com/office/powerpoint/2017/10/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7D1114D-048D-0042-8DDB-ABD11D32ABD4}" v="168" dt="2025-11-24T23:22:57.042"/>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wholeTbl>
    <a:band2H>
      <a:tcTxStyle/>
      <a:tcStyle>
        <a:tcBdr/>
        <a:fill>
          <a:solidFill>
            <a:srgbClr val="E3E5E8"/>
          </a:solidFill>
        </a:fill>
      </a:tcStyle>
    </a:band2H>
    <a:firstCol>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lumOff val="-13575"/>
            </a:schemeClr>
          </a:solidFill>
        </a:fill>
      </a:tcStyle>
    </a:firstCol>
    <a:lastRow>
      <a:tcTxStyle b="off" i="off">
        <a:font>
          <a:latin typeface="Helvetica Neue"/>
          <a:ea typeface="Helvetica Neue"/>
          <a:cs typeface="Helvetica Neue"/>
        </a:font>
        <a:srgbClr val="000000"/>
      </a:tcTxStyle>
      <a:tcStyle>
        <a:tcBdr>
          <a:left>
            <a:ln w="12700" cap="flat">
              <a:noFill/>
              <a:miter lim="400000"/>
            </a:ln>
          </a:left>
          <a:right>
            <a:ln w="12700" cap="flat">
              <a:noFill/>
              <a:miter lim="400000"/>
            </a:ln>
          </a:right>
          <a:top>
            <a:ln w="12700" cap="flat">
              <a:solidFill>
                <a:srgbClr val="3797C6"/>
              </a:solidFill>
              <a:prstDash val="solid"/>
              <a:miter lim="400000"/>
            </a:ln>
          </a:top>
          <a:bottom>
            <a:ln w="12700" cap="flat">
              <a:noFill/>
              <a:miter lim="400000"/>
            </a:ln>
          </a:bottom>
          <a:insideH>
            <a:ln w="12700" cap="flat">
              <a:noFill/>
              <a:miter lim="400000"/>
            </a:ln>
          </a:insideH>
          <a:insideV>
            <a:ln w="12700" cap="flat">
              <a:noFill/>
              <a:miter lim="400000"/>
            </a:ln>
          </a:insideV>
        </a:tcBdr>
        <a:fill>
          <a:solidFill>
            <a:srgbClr val="FFFFFF"/>
          </a:solidFill>
        </a:fill>
      </a:tcStyle>
    </a:lastRow>
    <a:firstRow>
      <a:tcTxStyle b="on" i="off">
        <a:font>
          <a:latin typeface="Helvetica Neue"/>
          <a:ea typeface="Helvetica Neue"/>
          <a:cs typeface="Helvetica Neue"/>
        </a:font>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hueOff val="114395"/>
              <a:lumOff val="-24975"/>
            </a:schemeClr>
          </a:solidFill>
        </a:fill>
      </a:tcStyle>
    </a:firstRow>
  </a:tblStyle>
  <a:tblStyle styleId="{C7B018BB-80A7-4F77-B60F-C8B233D01FF8}" styleName="">
    <a:tblBg/>
    <a:wholeTbl>
      <a:tcTxStyle b="off" i="off">
        <a:font>
          <a:latin typeface="Helvetica Neue"/>
          <a:ea typeface="Helvetica Neue"/>
          <a:cs typeface="Helvetica Neue"/>
        </a:font>
        <a:srgbClr val="000000"/>
      </a:tcTxStyle>
      <a:tcStyle>
        <a:tcBdr>
          <a:left>
            <a:ln w="12700" cap="flat">
              <a:solidFill>
                <a:srgbClr val="B8B8B8"/>
              </a:solidFill>
              <a:prstDash val="solid"/>
              <a:miter lim="400000"/>
            </a:ln>
          </a:left>
          <a:right>
            <a:ln w="12700" cap="flat">
              <a:solidFill>
                <a:srgbClr val="B8B8B8"/>
              </a:solidFill>
              <a:prstDash val="solid"/>
              <a:miter lim="400000"/>
            </a:ln>
          </a:right>
          <a:top>
            <a:ln w="12700" cap="flat">
              <a:solidFill>
                <a:srgbClr val="B8B8B8"/>
              </a:solidFill>
              <a:prstDash val="solid"/>
              <a:miter lim="400000"/>
            </a:ln>
          </a:top>
          <a:bottom>
            <a:ln w="12700" cap="flat">
              <a:solidFill>
                <a:srgbClr val="B8B8B8"/>
              </a:solidFill>
              <a:prstDash val="solid"/>
              <a:miter lim="400000"/>
            </a:ln>
          </a:bottom>
          <a:insideH>
            <a:ln w="12700" cap="flat">
              <a:solidFill>
                <a:srgbClr val="B8B8B8"/>
              </a:solidFill>
              <a:prstDash val="solid"/>
              <a:miter lim="400000"/>
            </a:ln>
          </a:insideH>
          <a:insideV>
            <a:ln w="12700" cap="flat">
              <a:solidFill>
                <a:srgbClr val="B8B8B8"/>
              </a:solidFill>
              <a:prstDash val="solid"/>
              <a:miter lim="400000"/>
            </a:ln>
          </a:insideV>
        </a:tcBdr>
        <a:fill>
          <a:solidFill>
            <a:srgbClr val="EBEBEB"/>
          </a:solidFill>
        </a:fill>
      </a:tcStyle>
    </a:wholeTbl>
    <a:band2H>
      <a:tcTxStyle/>
      <a:tcStyle>
        <a:tcBdr/>
        <a:fill>
          <a:solidFill>
            <a:srgbClr val="E1E0DA"/>
          </a:solidFill>
        </a:fill>
      </a:tcStyle>
    </a:band2H>
    <a:firstCol>
      <a:tcTxStyle b="off" i="off">
        <a:fontRef idx="minor">
          <a:srgbClr val="FFFFFF"/>
        </a:fontRef>
        <a:srgbClr val="FFFFFF"/>
      </a:tcTxStyle>
      <a:tcStyle>
        <a:tcBdr>
          <a:left>
            <a:ln w="12700" cap="flat">
              <a:solidFill>
                <a:srgbClr val="606060"/>
              </a:solidFill>
              <a:prstDash val="solid"/>
              <a:miter lim="400000"/>
            </a:ln>
          </a:left>
          <a:right>
            <a:ln w="12700" cap="flat">
              <a:solidFill>
                <a:srgbClr val="606060"/>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chemeClr val="accent3">
              <a:hueOff val="362282"/>
              <a:satOff val="31803"/>
              <a:lumOff val="-18242"/>
            </a:schemeClr>
          </a:solidFill>
        </a:fill>
      </a:tcStyle>
    </a:firstCol>
    <a:lastRow>
      <a:tcTxStyle b="off" i="off">
        <a:font>
          <a:latin typeface="Helvetica Neue"/>
          <a:ea typeface="Helvetica Neue"/>
          <a:cs typeface="Helvetica Neue"/>
        </a:font>
        <a:srgbClr val="000000"/>
      </a:tcTxStyle>
      <a:tcStyle>
        <a:tcBdr>
          <a:left>
            <a:ln w="12700" cap="flat">
              <a:solidFill>
                <a:srgbClr val="606060"/>
              </a:solidFill>
              <a:prstDash val="solid"/>
              <a:miter lim="400000"/>
            </a:ln>
          </a:left>
          <a:right>
            <a:ln w="12700" cap="flat">
              <a:solidFill>
                <a:srgbClr val="606060"/>
              </a:solidFill>
              <a:prstDash val="solid"/>
              <a:miter lim="400000"/>
            </a:ln>
          </a:right>
          <a:top>
            <a:ln w="25400" cap="flat">
              <a:solidFill>
                <a:srgbClr val="606060"/>
              </a:solidFill>
              <a:prstDash val="solid"/>
              <a:miter lim="400000"/>
            </a:ln>
          </a:top>
          <a:bottom>
            <a:ln w="12700" cap="flat">
              <a:solidFill>
                <a:srgbClr val="606060"/>
              </a:solidFill>
              <a:prstDash val="solid"/>
              <a:miter lim="400000"/>
            </a:ln>
          </a:bottom>
          <a:insideH>
            <a:ln w="12700" cap="flat">
              <a:solidFill>
                <a:srgbClr val="606060"/>
              </a:solidFill>
              <a:prstDash val="solid"/>
              <a:miter lim="400000"/>
            </a:ln>
          </a:insideH>
          <a:insideV>
            <a:ln w="12700" cap="flat">
              <a:solidFill>
                <a:srgbClr val="606060"/>
              </a:solidFill>
              <a:prstDash val="solid"/>
              <a:miter lim="400000"/>
            </a:ln>
          </a:insideV>
        </a:tcBdr>
        <a:fill>
          <a:solidFill>
            <a:srgbClr val="EBEBEB"/>
          </a:solidFill>
        </a:fill>
      </a:tcStyle>
    </a:lastRow>
    <a:firstRow>
      <a:tcTxStyle b="off" i="off">
        <a:fontRef idx="minor">
          <a:srgbClr val="FFFFFF"/>
        </a:fontRef>
        <a:srgbClr val="FFFFFF"/>
      </a:tcTxStyle>
      <a:tcStyle>
        <a:tcBdr>
          <a:left>
            <a:ln w="12700" cap="flat">
              <a:solidFill>
                <a:srgbClr val="929292"/>
              </a:solidFill>
              <a:prstDash val="solid"/>
              <a:miter lim="400000"/>
            </a:ln>
          </a:left>
          <a:right>
            <a:ln w="12700" cap="flat">
              <a:solidFill>
                <a:srgbClr val="929292"/>
              </a:solidFill>
              <a:prstDash val="solid"/>
              <a:miter lim="400000"/>
            </a:ln>
          </a:right>
          <a:top>
            <a:ln w="12700" cap="flat">
              <a:solidFill>
                <a:srgbClr val="606060"/>
              </a:solidFill>
              <a:prstDash val="solid"/>
              <a:miter lim="400000"/>
            </a:ln>
          </a:top>
          <a:bottom>
            <a:ln w="12700" cap="flat">
              <a:solidFill>
                <a:srgbClr val="606060"/>
              </a:solidFill>
              <a:prstDash val="solid"/>
              <a:miter lim="400000"/>
            </a:ln>
          </a:bottom>
          <a:insideH>
            <a:ln w="12700" cap="flat">
              <a:solidFill>
                <a:srgbClr val="929292"/>
              </a:solidFill>
              <a:prstDash val="solid"/>
              <a:miter lim="400000"/>
            </a:ln>
          </a:insideH>
          <a:insideV>
            <a:ln w="12700" cap="flat">
              <a:solidFill>
                <a:srgbClr val="929292"/>
              </a:solidFill>
              <a:prstDash val="solid"/>
              <a:miter lim="400000"/>
            </a:ln>
          </a:insideV>
        </a:tcBdr>
        <a:fill>
          <a:solidFill>
            <a:srgbClr val="017101"/>
          </a:solidFill>
        </a:fill>
      </a:tcStyle>
    </a:firstRow>
  </a:tblStyle>
  <a:tblStyle styleId="{EEE7283C-3CF3-47DC-8721-378D4A62B228}" styleName="">
    <a:tblBg/>
    <a:wholeTbl>
      <a:tcTxStyle b="off" i="off">
        <a:font>
          <a:latin typeface="Helvetica Neue Light"/>
          <a:ea typeface="Helvetica Neue Light"/>
          <a:cs typeface="Helvetica Neue Light"/>
        </a:font>
        <a:srgbClr val="000000"/>
      </a:tcTxStyle>
      <a:tcStyle>
        <a:tcBdr>
          <a:left>
            <a:ln w="12700" cap="flat">
              <a:solidFill>
                <a:srgbClr val="5D5D5D"/>
              </a:solidFill>
              <a:custDash>
                <a:ds d="200000" sp="200000"/>
              </a:custDash>
              <a:miter lim="400000"/>
            </a:ln>
          </a:left>
          <a:right>
            <a:ln w="12700" cap="flat">
              <a:solidFill>
                <a:srgbClr val="5D5D5D"/>
              </a:solidFill>
              <a:custDash>
                <a:ds d="200000" sp="200000"/>
              </a:custDash>
              <a:miter lim="400000"/>
            </a:ln>
          </a:right>
          <a:top>
            <a:ln w="12700" cap="flat">
              <a:solidFill>
                <a:srgbClr val="5D5D5D"/>
              </a:solidFill>
              <a:custDash>
                <a:ds d="200000" sp="200000"/>
              </a:custDash>
              <a:miter lim="400000"/>
            </a:ln>
          </a:top>
          <a:bottom>
            <a:ln w="12700" cap="flat">
              <a:solidFill>
                <a:srgbClr val="5D5D5D"/>
              </a:solidFill>
              <a:custDash>
                <a:ds d="200000" sp="200000"/>
              </a:custDash>
              <a:miter lim="400000"/>
            </a:ln>
          </a:bottom>
          <a:insideH>
            <a:ln w="12700" cap="flat">
              <a:solidFill>
                <a:srgbClr val="5D5D5D"/>
              </a:solidFill>
              <a:custDash>
                <a:ds d="200000" sp="200000"/>
              </a:custDash>
              <a:miter lim="400000"/>
            </a:ln>
          </a:insideH>
          <a:insideV>
            <a:ln w="12700" cap="flat">
              <a:solidFill>
                <a:srgbClr val="5D5D5D"/>
              </a:solidFill>
              <a:custDash>
                <a:ds d="200000" sp="200000"/>
              </a:custDash>
              <a:miter lim="400000"/>
            </a:ln>
          </a:insideV>
        </a:tcBdr>
        <a:fill>
          <a:solidFill>
            <a:srgbClr val="FAF7E9"/>
          </a:solidFill>
        </a:fill>
      </a:tcStyle>
    </a:wholeTbl>
    <a:band2H>
      <a:tcTxStyle/>
      <a:tcStyle>
        <a:tcBdr/>
        <a:fill>
          <a:solidFill>
            <a:srgbClr val="EDEADD"/>
          </a:solidFill>
        </a:fill>
      </a:tcStyle>
    </a:band2H>
    <a:firstCol>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9BA00"/>
          </a:solidFill>
        </a:fill>
      </a:tcStyle>
    </a:firstCol>
    <a:la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lastRow>
    <a:firstRow>
      <a:tcTxStyle b="off" i="off">
        <a:fontRef idx="minor">
          <a:srgbClr val="FFFFFF"/>
        </a:fontRef>
        <a:srgbClr val="FFFFFF"/>
      </a:tcTxStyle>
      <a:tcStyle>
        <a:tcBdr>
          <a:left>
            <a:ln w="12700" cap="flat">
              <a:solidFill>
                <a:srgbClr val="5D5D5D"/>
              </a:solidFill>
              <a:prstDash val="solid"/>
              <a:miter lim="400000"/>
            </a:ln>
          </a:left>
          <a:right>
            <a:ln w="12700" cap="flat">
              <a:solidFill>
                <a:srgbClr val="5D5D5D"/>
              </a:solidFill>
              <a:prstDash val="solid"/>
              <a:miter lim="400000"/>
            </a:ln>
          </a:right>
          <a:top>
            <a:ln w="12700" cap="flat">
              <a:solidFill>
                <a:srgbClr val="5D5D5D"/>
              </a:solidFill>
              <a:prstDash val="solid"/>
              <a:miter lim="400000"/>
            </a:ln>
          </a:top>
          <a:bottom>
            <a:ln w="12700" cap="flat">
              <a:solidFill>
                <a:srgbClr val="5D5D5D"/>
              </a:solidFill>
              <a:prstDash val="solid"/>
              <a:miter lim="400000"/>
            </a:ln>
          </a:bottom>
          <a:insideH>
            <a:ln w="12700" cap="flat">
              <a:solidFill>
                <a:srgbClr val="5D5D5D"/>
              </a:solidFill>
              <a:prstDash val="solid"/>
              <a:miter lim="400000"/>
            </a:ln>
          </a:insideH>
          <a:insideV>
            <a:ln w="12700" cap="flat">
              <a:solidFill>
                <a:srgbClr val="5D5D5D"/>
              </a:solidFill>
              <a:prstDash val="solid"/>
              <a:miter lim="400000"/>
            </a:ln>
          </a:insideV>
        </a:tcBdr>
        <a:fill>
          <a:solidFill>
            <a:srgbClr val="FF9400"/>
          </a:solidFill>
        </a:fill>
      </a:tcStyle>
    </a:firstRow>
  </a:tblStyle>
  <a:tblStyle styleId="{CF821DB8-F4EB-4A41-A1BA-3FCAFE7338EE}" styleName="">
    <a:tblBg/>
    <a:wholeTbl>
      <a:tcTxStyle b="off" i="off">
        <a:font>
          <a:latin typeface="Helvetica Neue"/>
          <a:ea typeface="Helvetica Neue"/>
          <a:cs typeface="Helvetica Neue"/>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EBEBEB"/>
          </a:solidFill>
        </a:fill>
      </a:tcStyle>
    </a:wholeTbl>
    <a:band2H>
      <a:tcTxStyle/>
      <a:tcStyle>
        <a:tcBdr/>
        <a:fill>
          <a:solidFill>
            <a:srgbClr val="DADBDA"/>
          </a:solidFill>
        </a:fill>
      </a:tcStyle>
    </a:band2H>
    <a:firstCol>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chemeClr val="accent6">
              <a:hueOff val="-146070"/>
              <a:satOff val="-10048"/>
              <a:lumOff val="-30626"/>
            </a:schemeClr>
          </a:solidFill>
        </a:fill>
      </a:tcStyle>
    </a:firstCol>
    <a:la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lastRow>
    <a:firstRow>
      <a:tcTxStyle b="on" i="off">
        <a:font>
          <a:latin typeface="Helvetica Neue"/>
          <a:ea typeface="Helvetica Neue"/>
          <a:cs typeface="Helvetica Neue"/>
        </a:font>
        <a:srgbClr val="FFFFFF"/>
      </a:tcTxStyle>
      <a:tcStyle>
        <a:tcBdr>
          <a:left>
            <a:ln w="12700" cap="flat">
              <a:solidFill>
                <a:srgbClr val="A6AAA9"/>
              </a:solidFill>
              <a:prstDash val="solid"/>
              <a:miter lim="400000"/>
            </a:ln>
          </a:left>
          <a:right>
            <a:ln w="12700" cap="flat">
              <a:solidFill>
                <a:srgbClr val="A6AAA9"/>
              </a:solidFill>
              <a:prstDash val="solid"/>
              <a:miter lim="400000"/>
            </a:ln>
          </a:right>
          <a:top>
            <a:ln w="12700" cap="flat">
              <a:solidFill>
                <a:srgbClr val="A6AAA9"/>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C24785"/>
          </a:solidFill>
        </a:fill>
      </a:tcStyle>
    </a:firstRow>
  </a:tblStyle>
  <a:tblStyle styleId="{33BA23B1-9221-436E-865A-0063620EA4FD}" styleName="">
    <a:tblBg/>
    <a:wholeTbl>
      <a:tcTxStyle b="off" i="off">
        <a:font>
          <a:latin typeface="Helvetica Neue"/>
          <a:ea typeface="Helvetica Neue"/>
          <a:cs typeface="Helvetica Neue"/>
        </a:font>
        <a:srgbClr val="000000"/>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B5B5C1"/>
          </a:solidFill>
        </a:fill>
      </a:tcStyle>
    </a:wholeTbl>
    <a:band2H>
      <a:tcTxStyle/>
      <a:tcStyle>
        <a:tcBdr/>
        <a:fill>
          <a:solidFill>
            <a:srgbClr val="9A9AA5"/>
          </a:solidFill>
        </a:fill>
      </a:tcStyle>
    </a:band2H>
    <a:firstCol>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53585F"/>
          </a:solidFill>
        </a:fill>
      </a:tcStyle>
    </a:firstCol>
    <a:la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lastRow>
    <a:firstRow>
      <a:tcTxStyle b="on" i="off">
        <a:font>
          <a:latin typeface="Helvetica Neue"/>
          <a:ea typeface="Helvetica Neue"/>
          <a:cs typeface="Helvetica Neue"/>
        </a:font>
        <a:srgbClr val="FFFFFF"/>
      </a:tcTxStyle>
      <a:tcStyle>
        <a:tcBdr>
          <a:left>
            <a:ln w="12700" cap="flat">
              <a:solidFill>
                <a:srgbClr val="FFFFFF"/>
              </a:solidFill>
              <a:prstDash val="solid"/>
              <a:miter lim="400000"/>
            </a:ln>
          </a:left>
          <a:right>
            <a:ln w="12700" cap="flat">
              <a:solidFill>
                <a:srgbClr val="FFFFFF"/>
              </a:solidFill>
              <a:prstDash val="solid"/>
              <a:miter lim="400000"/>
            </a:ln>
          </a:right>
          <a:top>
            <a:ln w="12700" cap="flat">
              <a:solidFill>
                <a:srgbClr val="FFFFFF"/>
              </a:solidFill>
              <a:prstDash val="solid"/>
              <a:miter lim="400000"/>
            </a:ln>
          </a:top>
          <a:bottom>
            <a:ln w="12700" cap="flat">
              <a:solidFill>
                <a:srgbClr val="FFFFFF"/>
              </a:solidFill>
              <a:prstDash val="solid"/>
              <a:miter lim="400000"/>
            </a:ln>
          </a:bottom>
          <a:insideH>
            <a:ln w="12700" cap="flat">
              <a:solidFill>
                <a:srgbClr val="FFFFFF"/>
              </a:solidFill>
              <a:prstDash val="solid"/>
              <a:miter lim="400000"/>
            </a:ln>
          </a:insideH>
          <a:insideV>
            <a:ln w="12700" cap="flat">
              <a:solidFill>
                <a:srgbClr val="FFFFFF"/>
              </a:solidFill>
              <a:prstDash val="solid"/>
              <a:miter lim="400000"/>
            </a:ln>
          </a:insideV>
        </a:tcBdr>
        <a:fill>
          <a:solidFill>
            <a:srgbClr val="798089"/>
          </a:solidFill>
        </a:fill>
      </a:tcStyle>
    </a:firstRow>
  </a:tblStyle>
  <a:tblStyle styleId="{2708684C-4D16-4618-839F-0558EEFCDFE6}" styleName="">
    <a:tblBg/>
    <a:wholeTbl>
      <a:tcTxStyle b="off"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wholeTbl>
    <a:band2H>
      <a:tcTxStyle/>
      <a:tcStyle>
        <a:tcBdr/>
        <a:fill>
          <a:solidFill>
            <a:srgbClr val="EDEEEE"/>
          </a:solidFill>
        </a:fill>
      </a:tcStyle>
    </a:band2H>
    <a:firstCol>
      <a:tcTxStyle b="on" i="off">
        <a:font>
          <a:latin typeface="Helvetica Neue"/>
          <a:ea typeface="Helvetica Neue"/>
          <a:cs typeface="Helvetica Neue"/>
        </a:font>
        <a:srgbClr val="000000"/>
      </a:tcTxStyle>
      <a:tcStyle>
        <a:tcBdr>
          <a:left>
            <a:ln w="12700" cap="flat">
              <a:noFill/>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Col>
    <a:la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solidFill>
                <a:srgbClr val="000000"/>
              </a:solidFill>
              <a:prstDash val="solid"/>
              <a:miter lim="400000"/>
            </a:ln>
          </a:top>
          <a:bottom>
            <a:ln w="12700" cap="flat">
              <a:noFill/>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lastRow>
    <a:firstRow>
      <a:tcTxStyle b="on" i="off">
        <a:font>
          <a:latin typeface="Helvetica Neue"/>
          <a:ea typeface="Helvetica Neue"/>
          <a:cs typeface="Helvetica Neue"/>
        </a:font>
        <a:srgbClr val="000000"/>
      </a:tcTxStyle>
      <a:tcStyle>
        <a:tcBdr>
          <a:left>
            <a:ln w="12700" cap="flat">
              <a:solidFill>
                <a:srgbClr val="000000"/>
              </a:solidFill>
              <a:custDash>
                <a:ds d="200000" sp="200000"/>
              </a:custDash>
              <a:miter lim="400000"/>
            </a:ln>
          </a:left>
          <a:right>
            <a:ln w="12700" cap="flat">
              <a:solidFill>
                <a:srgbClr val="000000"/>
              </a:solidFill>
              <a:custDash>
                <a:ds d="200000" sp="200000"/>
              </a:custDash>
              <a:miter lim="400000"/>
            </a:ln>
          </a:right>
          <a:top>
            <a:ln w="12700" cap="flat">
              <a:noFill/>
              <a:miter lim="400000"/>
            </a:ln>
          </a:top>
          <a:bottom>
            <a:ln w="12700" cap="flat">
              <a:solidFill>
                <a:srgbClr val="000000"/>
              </a:solidFill>
              <a:prstDash val="solid"/>
              <a:miter lim="400000"/>
            </a:ln>
          </a:bottom>
          <a:insideH>
            <a:ln w="12700" cap="flat">
              <a:solidFill>
                <a:srgbClr val="000000"/>
              </a:solidFill>
              <a:custDash>
                <a:ds d="200000" sp="200000"/>
              </a:custDash>
              <a:miter lim="400000"/>
            </a:ln>
          </a:insideH>
          <a:insideV>
            <a:ln w="12700" cap="flat">
              <a:solidFill>
                <a:srgbClr val="000000"/>
              </a:solidFill>
              <a:custDash>
                <a:ds d="200000" sp="200000"/>
              </a:custDash>
              <a:miter lim="400000"/>
            </a:ln>
          </a:insideV>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781"/>
    <p:restoredTop sz="94658"/>
  </p:normalViewPr>
  <p:slideViewPr>
    <p:cSldViewPr snapToGrid="0">
      <p:cViewPr varScale="1">
        <p:scale>
          <a:sx n="116" d="100"/>
          <a:sy n="116" d="100"/>
        </p:scale>
        <p:origin x="1232" y="184"/>
      </p:cViewPr>
      <p:guideLst/>
    </p:cSldViewPr>
  </p:slideViewPr>
  <p:notesTextViewPr>
    <p:cViewPr>
      <p:scale>
        <a:sx n="1" d="1"/>
        <a:sy n="1" d="1"/>
      </p:scale>
      <p:origin x="0" y="0"/>
    </p:cViewPr>
  </p:notesTextViewPr>
  <p:notesViewPr>
    <p:cSldViewPr snapToGrid="0">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 Target="slides/slide19.xml"/><Relationship Id="rId6" Type="http://schemas.openxmlformats.org/officeDocument/2006/relationships/slide" Target="slides/slide18.xml"/><Relationship Id="rId7" Type="http://schemas.openxmlformats.org/officeDocument/2006/relationships/slide" Target="slides/slide17.xml"/><Relationship Id="rId8" Type="http://schemas.openxmlformats.org/officeDocument/2006/relationships/slide" Target="slides/slide16.xml"/><Relationship Id="rId9" Type="http://schemas.openxmlformats.org/officeDocument/2006/relationships/slide" Target="slides/slide15.xml"/><Relationship Id="rId10" Type="http://schemas.openxmlformats.org/officeDocument/2006/relationships/slide" Target="slides/slide14.xml"/><Relationship Id="rId11" Type="http://schemas.openxmlformats.org/officeDocument/2006/relationships/slide" Target="slides/slide13.xml"/><Relationship Id="rId12" Type="http://schemas.openxmlformats.org/officeDocument/2006/relationships/slide" Target="slides/slide12.xml"/><Relationship Id="rId13" Type="http://schemas.openxmlformats.org/officeDocument/2006/relationships/slide" Target="slides/slide11.xml"/><Relationship Id="rId14" Type="http://schemas.openxmlformats.org/officeDocument/2006/relationships/slide" Target="slides/slide10.xml"/><Relationship Id="rId15" Type="http://schemas.openxmlformats.org/officeDocument/2006/relationships/slide" Target="slides/slide1.xml"/><Relationship Id="rId16" Type="http://schemas.openxmlformats.org/officeDocument/2006/relationships/slide" Target="slides/slide2.xml"/><Relationship Id="rId17" Type="http://schemas.openxmlformats.org/officeDocument/2006/relationships/slide" Target="slides/slide3.xml"/><Relationship Id="rId18" Type="http://schemas.openxmlformats.org/officeDocument/2006/relationships/slide" Target="slides/slide4.xml"/><Relationship Id="rId19" Type="http://schemas.openxmlformats.org/officeDocument/2006/relationships/slide" Target="slides/slide5.xml"/><Relationship Id="rId20" Type="http://schemas.openxmlformats.org/officeDocument/2006/relationships/slide" Target="slides/slide6.xml"/><Relationship Id="rId21" Type="http://schemas.openxmlformats.org/officeDocument/2006/relationships/slide" Target="slides/slide7.xml"/><Relationship Id="rId22" Type="http://schemas.openxmlformats.org/officeDocument/2006/relationships/slide" Target="slides/slide8.xml"/><Relationship Id="rId23" Type="http://schemas.openxmlformats.org/officeDocument/2006/relationships/slide" Target="slides/slide9.xml"/><Relationship Id="rId24" Type="http://schemas.openxmlformats.org/officeDocument/2006/relationships/notesMaster" Target="notesMasters/notesMaster1.xml"/><Relationship Id="rId25" Type="http://schemas.openxmlformats.org/officeDocument/2006/relationships/handoutMaster" Target="handoutMasters/handoutMaster1.xml"/><Relationship Id="rId26" Type="http://schemas.openxmlformats.org/officeDocument/2006/relationships/tags" Target="tags/tag1.xml"/><Relationship Id="rId27" Type="http://schemas.openxmlformats.org/officeDocument/2006/relationships/commentAuthors" Target="commentAuthors.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 Id="rId32" Type="http://schemas.microsoft.com/office/2015/10/relationships/revisionInfo" Target="revisionInfo.xml"/><Relationship Id="rId33" Type="http://schemas.microsoft.com/office/2018/10/relationships/authors" Target="authors.xml"/><Relationship Id="rId34" Type="http://schemas.openxmlformats.org/officeDocument/2006/relationships/slide" Target="slides/slide20.xml"/><Relationship Id="rId35" Type="http://schemas.openxmlformats.org/officeDocument/2006/relationships/slide" Target="slides/slide21.xml"/><Relationship Id="rId36" Type="http://schemas.openxmlformats.org/officeDocument/2006/relationships/slide" Target="slides/slide2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92A7095-CBAD-E743-A01D-4BBAEA3F3D6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F7D7417A-536A-B44D-B8C5-479D8DEEBA21}"/>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AB91C5B-5DCC-7245-94C2-8B08808DDF99}" type="datetimeFigureOut">
              <a:rPr lang="en-US" smtClean="0"/>
              <a:t>2/27/26</a:t>
            </a:fld>
            <a:endParaRPr lang="en-US"/>
          </a:p>
        </p:txBody>
      </p:sp>
      <p:sp>
        <p:nvSpPr>
          <p:cNvPr id="4" name="Footer Placeholder 3">
            <a:extLst>
              <a:ext uri="{FF2B5EF4-FFF2-40B4-BE49-F238E27FC236}">
                <a16:creationId xmlns:a16="http://schemas.microsoft.com/office/drawing/2014/main" id="{FFDF3304-E8C7-A74D-9583-E6C03B75E9B6}"/>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8F24C4B4-CF73-FF4A-903E-3EEBB25DFC28}"/>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F1D1D69-36AB-F044-9901-9FE4D647A824}" type="slidenum">
              <a:rPr lang="en-US" smtClean="0"/>
              <a:t>‹#›</a:t>
            </a:fld>
            <a:endParaRPr lang="en-US"/>
          </a:p>
        </p:txBody>
      </p:sp>
    </p:spTree>
    <p:extLst>
      <p:ext uri="{BB962C8B-B14F-4D97-AF65-F5344CB8AC3E}">
        <p14:creationId xmlns:p14="http://schemas.microsoft.com/office/powerpoint/2010/main" val="2497200462"/>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7" name="Shape 27"/>
          <p:cNvSpPr>
            <a:spLocks noGrp="1" noRot="1" noChangeAspect="1"/>
          </p:cNvSpPr>
          <p:nvPr>
            <p:ph type="sldImg"/>
          </p:nvPr>
        </p:nvSpPr>
        <p:spPr>
          <a:xfrm>
            <a:off x="381000" y="685800"/>
            <a:ext cx="6096000" cy="3429000"/>
          </a:xfrm>
          <a:prstGeom prst="rect">
            <a:avLst/>
          </a:prstGeom>
        </p:spPr>
        <p:txBody>
          <a:bodyPr/>
          <a:lstStyle/>
          <a:p>
            <a:endParaRPr/>
          </a:p>
        </p:txBody>
      </p:sp>
      <p:sp>
        <p:nvSpPr>
          <p:cNvPr id="28" name="Shape 28"/>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228600" latinLnBrk="0">
      <a:lnSpc>
        <a:spcPct val="117999"/>
      </a:lnSpc>
      <a:defRPr sz="1100">
        <a:latin typeface="Helvetica Neue"/>
        <a:ea typeface="Helvetica Neue"/>
        <a:cs typeface="Helvetica Neue"/>
        <a:sym typeface="Helvetica Neue"/>
      </a:defRPr>
    </a:lvl1pPr>
    <a:lvl2pPr indent="114300" defTabSz="228600" latinLnBrk="0">
      <a:lnSpc>
        <a:spcPct val="117999"/>
      </a:lnSpc>
      <a:defRPr sz="1100">
        <a:latin typeface="Helvetica Neue"/>
        <a:ea typeface="Helvetica Neue"/>
        <a:cs typeface="Helvetica Neue"/>
        <a:sym typeface="Helvetica Neue"/>
      </a:defRPr>
    </a:lvl2pPr>
    <a:lvl3pPr indent="228600" defTabSz="228600" latinLnBrk="0">
      <a:lnSpc>
        <a:spcPct val="117999"/>
      </a:lnSpc>
      <a:defRPr sz="1100">
        <a:latin typeface="Helvetica Neue"/>
        <a:ea typeface="Helvetica Neue"/>
        <a:cs typeface="Helvetica Neue"/>
        <a:sym typeface="Helvetica Neue"/>
      </a:defRPr>
    </a:lvl3pPr>
    <a:lvl4pPr indent="342900" defTabSz="228600" latinLnBrk="0">
      <a:lnSpc>
        <a:spcPct val="117999"/>
      </a:lnSpc>
      <a:defRPr sz="1100">
        <a:latin typeface="Helvetica Neue"/>
        <a:ea typeface="Helvetica Neue"/>
        <a:cs typeface="Helvetica Neue"/>
        <a:sym typeface="Helvetica Neue"/>
      </a:defRPr>
    </a:lvl4pPr>
    <a:lvl5pPr indent="457200" defTabSz="228600" latinLnBrk="0">
      <a:lnSpc>
        <a:spcPct val="117999"/>
      </a:lnSpc>
      <a:defRPr sz="1100">
        <a:latin typeface="Helvetica Neue"/>
        <a:ea typeface="Helvetica Neue"/>
        <a:cs typeface="Helvetica Neue"/>
        <a:sym typeface="Helvetica Neue"/>
      </a:defRPr>
    </a:lvl5pPr>
    <a:lvl6pPr indent="571500" defTabSz="228600" latinLnBrk="0">
      <a:lnSpc>
        <a:spcPct val="117999"/>
      </a:lnSpc>
      <a:defRPr sz="1100">
        <a:latin typeface="Helvetica Neue"/>
        <a:ea typeface="Helvetica Neue"/>
        <a:cs typeface="Helvetica Neue"/>
        <a:sym typeface="Helvetica Neue"/>
      </a:defRPr>
    </a:lvl6pPr>
    <a:lvl7pPr indent="685800" defTabSz="228600" latinLnBrk="0">
      <a:lnSpc>
        <a:spcPct val="117999"/>
      </a:lnSpc>
      <a:defRPr sz="1100">
        <a:latin typeface="Helvetica Neue"/>
        <a:ea typeface="Helvetica Neue"/>
        <a:cs typeface="Helvetica Neue"/>
        <a:sym typeface="Helvetica Neue"/>
      </a:defRPr>
    </a:lvl7pPr>
    <a:lvl8pPr indent="800100" defTabSz="228600" latinLnBrk="0">
      <a:lnSpc>
        <a:spcPct val="117999"/>
      </a:lnSpc>
      <a:defRPr sz="1100">
        <a:latin typeface="Helvetica Neue"/>
        <a:ea typeface="Helvetica Neue"/>
        <a:cs typeface="Helvetica Neue"/>
        <a:sym typeface="Helvetica Neue"/>
      </a:defRPr>
    </a:lvl8pPr>
    <a:lvl9pPr indent="914400" defTabSz="228600" latinLnBrk="0">
      <a:lnSpc>
        <a:spcPct val="117999"/>
      </a:lnSpc>
      <a:defRPr sz="11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Welcome to the Agentnoon Training Deck. This presentation will walk you through everything you need to know to get started with Agentnoon — from understanding the platform to creating your first scenario and sharing insights with stakeholders. You can go through this at your own pace or follow along with a live trainer.</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This deck is designed so that anyone — regardless of their role or technical background — can open it and learn Agentnoon from start to finish. The core 50 slides cover the essentials. The appendix is there when you need to go deeper on a specific feature or if you're an admin setting things up. You don't need to memorize everything — use this as a reference you can come back to anytime.</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Agentnoon is built for People teams, Finance teams, and organizational leaders who need to plan workforce changes with confidence. Instead of modeling reorgs in spreadsheets or slide decks, you work directly with your real org data. Every change you model is tracked, costed, and time-phased — so you always know the impact before you commit. The platform syncs with your HRIS so you're always working from current data.</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Think of these five modules as different lenses on the same data. Main Org shows you where you are today. Scenarios let you plan where you want to go. Forecast tells you what that costs over time. Workforce Hub helps you analyze structural health. And Directory gives you the spreadsheet view for detailed analysis and exports. You'll use all five — and they all stay in sync because they share the same underlying data.</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This is the most common workflow, but it's not rigid. You might jump between modules depending on your task. For example, while building a scenario you might switch to Workforce Hub to check if your reorg is creating span-of-control issues, then switch to Forecast to see the cost impact, then go back to the scenario to make adjustments. The key point is that all modules work together — data flows seamlessly between them.</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The homepage is intentionally simple. Your scenarios live here — you'll come back to this screen every time you want to start new planning work or pick up where you left off. If this is your first time logging in, the scenario list may be empty. That's normal — we'll create your first scenario shortly. For now, let's click "Open Org Chart" to explore your organization.</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This is the single most important concept in Agentnoon. Unlike a headcount-based system where you're just tracking numbers, Agentnoon lets you plan at the position level. This means you can design your future org structure — every role, every reporting line, every salary — before you've hired a single person. Vacant positions show up in the org chart and in your headcount. This lets you build a hiring plan that's structurally complete, not just a number in a spreadsheet.</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Think of Main Org as the "source of truth" — it's what your organization actually looks like today. Scenarios are where all the planning happens. You can create as many as you want: "Q2 Hiring Plan," "Engineering Reorg Option A," "Budget Cut Scenario." None of these affect your real data until you deliberately implement the changes outside of Agentnoon and refresh. This means you can experiment fearlessly.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Cards are how you interact with your org chart. By default they're minimal — just name and title — but you can load them up with as much data as you need. One of the most useful things to add is Span of Control, which tells you how many direct reports each manager has. We'll cover how to customize card content in the Main Org section. For now, just remember: one card = one position.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The distinction between position fields and people fields matters when you're planning. Position fields like "Department" and "Pay Grade" stick with the role no matter who's in it. People fields like "Name" and "Start Date" travel with the person. So if you detach an employee from a position, the position keeps its title and department, but the employee's name and salary go to the bench. This separation is what makes position-based planning so powerful — you can design roles independently of the people who fill them.</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Span of Control and Layers are the bread and butter of org design. When you're doing a reorg, these two numbers tell you whether you're creating a healthy structure. If you see a bunch of managers with only 1–2 direct reports, that's compression — you're probably paying for management overhead without getting the value. If you see someone with 20+ reports, they're likely a bottleneck. We'll use these metrics throughout this training, especially when we get to Workforce Hub analytics.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You'll develop a preference over time, but most users work primarily in the org chart for visual exploration and restructuring, then switch to Directory for data analysis and exports. The important thing to know is that these aren't separate data sets — they're two views of the exact same information. If you filter to "Engineering Department" in the org chart and then switch to Directory, you'll see only Engineering positions in the table.</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Most users in Agentnoon are Planners — they can create scenarios and model changes. Your admin has set up your access to show the data relevant to your role. If you can't see certain departments or positions, that's by design — your access group is scoped to the data you need. If you think you're missing access to something, reach out to your admin. We cover admin configuration in detail in Appendix B.</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Every time you open Agentnoon and click "Open Org Chart," you're looking at Main Org. This is the real state of your organization based on the last data sync. You can explore freely — click around, search, filter, highlight — but you can't change anything here. That's intentional: Main Org is the foundation for all your planning. Changes happen in Scenarios, which we'll get to shortly. For now, let's learn how to navigate and find what you need.</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Navigation is intuitive once you try it. The most common action is expanding and collapsing — click the arrow on a manager's card to see their team, click again to collapse it. If you have a very large org, start with expansion level 1 and drill into specific areas. The layout options are useful for different situations: Vertical is the standard org chart view, Horizontal works well for wide teams, and Compact fits more on screen. Experiment to find what works for your org.</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Search is the fastest way to find anyone in your org. If you know the person's name, start typing it. If you're looking for a role, type the job title. If you have an employee ID or position ID from a spreadsheet, paste it in. The search covers all data within your access scope — so if you can't find someone, they may be outside your access group. One tip: the keyboard shortcut Cmd+K (or Ctrl+K on Windows) opens search from anywhere in the platform, even when you're inside a scenario.</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Filtering and highlighting are your primary analysis tools in the org chart. A common workflow: filter to a specific department, then highlight by location to see where the team is distributed geographically. Or filter to all managers, then highlight by span of control to quickly spot who has too many or too few reports. The "Preserve manager relationships" option is especially useful — without it, you only see the matching positions. With it, you see the full chain from the CEO down, so you understand where those positions sit in the hierarchy.</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Card Content is one of the features you'll use constantly. The default view — just name and title — is clean but doesn't tell you much. Adding a few key fields transforms the org chart into an analytical tool. For example, add Salary and Department and suddenly you can visually scan compensation across teams. Add Span of Control and Layer and you can spot structural issues just by scrolling through the chart. The fields you choose will depend on your task — a budget review needs different data visible than an org design exercise.</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Spotlight is like a search that works visually across the entire org chart. Instead of filtering positions out, it dims the ones that don't match — so you keep the full context while focusing on what matters. It's particularly useful for things like "show me all managers with fewer than 3 direct reports" or "highlight all positions in a specific pay grade." Saved Views are a huge time-saver. If you run a weekly analysis with the same filters and card content, save it once and you'll never have to set it up again.</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p:nvPr>
        </p:nvSpPr>
        <p:spPr/>
      </p:sp>
      <p:sp>
        <p:nvSpPr>
          <p:cNvPr id="3" name="Notes Placeholder 2"/>
          <p:cNvSpPr>
            <a:spLocks noGrp="1"/>
          </p:cNvSpPr>
          <p:nvPr>
            <p:ph type="body" idx="1" sz="quarter"/>
          </p:nvPr>
        </p:nvSpPr>
        <p:spPr/>
        <p:txBody>
          <a:bodyPr/>
          <a:lstStyle/>
          <a:p>
            <a:r>
              <a:t>Before we move on, take a moment to explore Main Org on your own if you can. Try searching for yourself or a colleague, filtering to your department, and highlighting by location. Get comfortable with the navigation — everything you've learned here also works inside Scenarios. The key difference is that Scenarios are editable, which means all these tools become even more powerful when combined with the ability to make changes. Let's jump in.</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hyperlink" Target="https://ceridian.sharepoint.com/sites/policies/PolicyDocs/Forms/AllItems.aspx?id=%2Fsites%2Fpolicies%2FPolicyDocs%2FSecStnd%5F5%2E12%2D14%2DClassification%20of%20Information%20Standard%2Epdf&amp;parent=%2Fsites%2Fpolicies%2FPolicyDocs" TargetMode="External"/></Relationships>
</file>

<file path=ppt/slideLayouts/_rels/slideLayout3.xml.rels><?xml version='1.0' encoding='UTF-8' standalone='yes'?>
<Relationships xmlns="http://schemas.openxmlformats.org/package/2006/relationships"><Relationship Id="rId1" Type="http://schemas.openxmlformats.org/officeDocument/2006/relationships/tags" Target="../tags/tag3.xml"/><Relationship Id="rId2" Type="http://schemas.openxmlformats.org/officeDocument/2006/relationships/slideMaster" Target="../slideMasters/slideMaster1.xml"/><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png"/><Relationship Id="rId6" Type="http://schemas.openxmlformats.org/officeDocument/2006/relationships/image" Target="../media/image5.svg"/><Relationship Id="rId7" Type="http://schemas.openxmlformats.org/officeDocument/2006/relationships/image" Target="../media/image6.png"/><Relationship Id="rId8" Type="http://schemas.openxmlformats.org/officeDocument/2006/relationships/image" Target="../media/image7.svg"/><Relationship Id="rId9" Type="http://schemas.openxmlformats.org/officeDocument/2006/relationships/oleObject" Target="../embeddings/oleObject2.bin"/><Relationship Id="rId10" Type="http://schemas.openxmlformats.org/officeDocument/2006/relationships/image" Target="../media/image1.emf"/><Relationship Id="rId11" Type="http://schemas.openxmlformats.org/officeDocument/2006/relationships/image" Target="../media/image8.png"/><Relationship Id="rId12" Type="http://schemas.openxmlformats.org/officeDocument/2006/relationships/image" Target="../media/image9.svg"/></Relationships>
</file>

<file path=ppt/slideLayouts/_rels/slideLayout4.xml.rels><?xml version='1.0' encoding='UTF-8' standalone='yes'?>
<Relationships xmlns="http://schemas.openxmlformats.org/package/2006/relationships"><Relationship Id="rId1" Type="http://schemas.openxmlformats.org/officeDocument/2006/relationships/tags" Target="../tags/tag4.xml"/><Relationship Id="rId2" Type="http://schemas.openxmlformats.org/officeDocument/2006/relationships/slideMaster" Target="../slideMasters/slideMaster1.xml"/><Relationship Id="rId3" Type="http://schemas.openxmlformats.org/officeDocument/2006/relationships/image" Target="../media/image10.png"/><Relationship Id="rId4" Type="http://schemas.openxmlformats.org/officeDocument/2006/relationships/image" Target="../media/image11.svg"/><Relationship Id="rId5" Type="http://schemas.openxmlformats.org/officeDocument/2006/relationships/image" Target="../media/image12.png"/><Relationship Id="rId6" Type="http://schemas.openxmlformats.org/officeDocument/2006/relationships/image" Target="../media/image13.svg"/><Relationship Id="rId7" Type="http://schemas.openxmlformats.org/officeDocument/2006/relationships/image" Target="../media/image14.png"/><Relationship Id="rId8" Type="http://schemas.openxmlformats.org/officeDocument/2006/relationships/image" Target="../media/image15.svg"/><Relationship Id="rId9" Type="http://schemas.openxmlformats.org/officeDocument/2006/relationships/oleObject" Target="../embeddings/oleObject2.bin"/><Relationship Id="rId10" Type="http://schemas.openxmlformats.org/officeDocument/2006/relationships/image" Target="../media/image1.emf"/><Relationship Id="rId11" Type="http://schemas.openxmlformats.org/officeDocument/2006/relationships/image" Target="../media/image8.png"/><Relationship Id="rId12" Type="http://schemas.openxmlformats.org/officeDocument/2006/relationships/image" Target="../media/image9.svg"/><Relationship Id="rId13" Type="http://schemas.openxmlformats.org/officeDocument/2006/relationships/image" Target="../media/image16.png"/><Relationship Id="rId14" Type="http://schemas.openxmlformats.org/officeDocument/2006/relationships/image" Target="../media/image17.svg"/></Relationships>
</file>

<file path=ppt/slideLayouts/_rels/slideLayout5.xml.rels><?xml version='1.0' encoding='UTF-8' standalone='yes'?>
<Relationships xmlns="http://schemas.openxmlformats.org/package/2006/relationships"><Relationship Id="rId1" Type="http://schemas.openxmlformats.org/officeDocument/2006/relationships/tags" Target="../tags/tag5.xml"/><Relationship Id="rId2" Type="http://schemas.openxmlformats.org/officeDocument/2006/relationships/slideMaster" Target="../slideMasters/slideMaster1.xml"/><Relationship Id="rId3" Type="http://schemas.openxmlformats.org/officeDocument/2006/relationships/image" Target="../media/image18.png"/><Relationship Id="rId4" Type="http://schemas.openxmlformats.org/officeDocument/2006/relationships/image" Target="../media/image19.svg"/><Relationship Id="rId5" Type="http://schemas.openxmlformats.org/officeDocument/2006/relationships/image" Target="../media/image4.png"/><Relationship Id="rId6" Type="http://schemas.openxmlformats.org/officeDocument/2006/relationships/image" Target="../media/image5.svg"/><Relationship Id="rId7" Type="http://schemas.openxmlformats.org/officeDocument/2006/relationships/image" Target="../media/image6.png"/><Relationship Id="rId8" Type="http://schemas.openxmlformats.org/officeDocument/2006/relationships/image" Target="../media/image7.svg"/><Relationship Id="rId9" Type="http://schemas.openxmlformats.org/officeDocument/2006/relationships/oleObject" Target="../embeddings/oleObject2.bin"/><Relationship Id="rId10" Type="http://schemas.openxmlformats.org/officeDocument/2006/relationships/image" Target="../media/image1.emf"/><Relationship Id="rId11" Type="http://schemas.openxmlformats.org/officeDocument/2006/relationships/image" Target="../media/image8.png"/><Relationship Id="rId12" Type="http://schemas.openxmlformats.org/officeDocument/2006/relationships/image" Target="../media/image9.svg"/></Relationships>
</file>

<file path=ppt/slideLayouts/_rels/slideLayout6.xml.rels><?xml version='1.0' encoding='UTF-8' standalone='yes'?>
<Relationships xmlns="http://schemas.openxmlformats.org/package/2006/relationships"><Relationship Id="rId1" Type="http://schemas.openxmlformats.org/officeDocument/2006/relationships/tags" Target="../tags/tag6.xml"/><Relationship Id="rId2" Type="http://schemas.openxmlformats.org/officeDocument/2006/relationships/slideMaster" Target="../slideMasters/slideMaster1.xml"/><Relationship Id="rId3" Type="http://schemas.openxmlformats.org/officeDocument/2006/relationships/image" Target="../media/image20.png"/><Relationship Id="rId4" Type="http://schemas.openxmlformats.org/officeDocument/2006/relationships/image" Target="../media/image21.svg"/><Relationship Id="rId5" Type="http://schemas.openxmlformats.org/officeDocument/2006/relationships/image" Target="../media/image22.png"/><Relationship Id="rId6" Type="http://schemas.openxmlformats.org/officeDocument/2006/relationships/image" Target="../media/image23.svg"/><Relationship Id="rId7" Type="http://schemas.openxmlformats.org/officeDocument/2006/relationships/image" Target="../media/image14.png"/><Relationship Id="rId8" Type="http://schemas.openxmlformats.org/officeDocument/2006/relationships/image" Target="../media/image15.svg"/><Relationship Id="rId9" Type="http://schemas.openxmlformats.org/officeDocument/2006/relationships/oleObject" Target="../embeddings/oleObject2.bin"/><Relationship Id="rId10" Type="http://schemas.openxmlformats.org/officeDocument/2006/relationships/image" Target="../media/image1.emf"/><Relationship Id="rId11" Type="http://schemas.openxmlformats.org/officeDocument/2006/relationships/image" Target="../media/image24.png"/><Relationship Id="rId12" Type="http://schemas.openxmlformats.org/officeDocument/2006/relationships/image" Target="../media/image25.svg"/></Relationships>
</file>

<file path=ppt/slideLayouts/_rels/slideLayout7.xml.rels><?xml version='1.0' encoding='UTF-8' standalone='yes'?>
<Relationships xmlns="http://schemas.openxmlformats.org/package/2006/relationships"><Relationship Id="rId1" Type="http://schemas.openxmlformats.org/officeDocument/2006/relationships/tags" Target="../tags/tag7.xml"/><Relationship Id="rId2" Type="http://schemas.openxmlformats.org/officeDocument/2006/relationships/slideMaster" Target="../slideMasters/slideMaster1.xml"/><Relationship Id="rId3" Type="http://schemas.openxmlformats.org/officeDocument/2006/relationships/image" Target="../media/image20.png"/><Relationship Id="rId4" Type="http://schemas.openxmlformats.org/officeDocument/2006/relationships/image" Target="../media/image21.svg"/><Relationship Id="rId5" Type="http://schemas.openxmlformats.org/officeDocument/2006/relationships/image" Target="../media/image26.png"/><Relationship Id="rId6" Type="http://schemas.openxmlformats.org/officeDocument/2006/relationships/image" Target="../media/image27.svg"/><Relationship Id="rId7" Type="http://schemas.openxmlformats.org/officeDocument/2006/relationships/image" Target="../media/image14.png"/><Relationship Id="rId8" Type="http://schemas.openxmlformats.org/officeDocument/2006/relationships/image" Target="../media/image15.svg"/><Relationship Id="rId9" Type="http://schemas.openxmlformats.org/officeDocument/2006/relationships/oleObject" Target="../embeddings/oleObject2.bin"/><Relationship Id="rId10" Type="http://schemas.openxmlformats.org/officeDocument/2006/relationships/image" Target="../media/image1.emf"/></Relationships>
</file>

<file path=ppt/slideLayouts/_rels/slideLayout8.xml.rels><?xml version='1.0' encoding='UTF-8' standalone='yes'?>
<Relationships xmlns="http://schemas.openxmlformats.org/package/2006/relationships"><Relationship Id="rId1" Type="http://schemas.openxmlformats.org/officeDocument/2006/relationships/tags" Target="../tags/tag8.xml"/><Relationship Id="rId2" Type="http://schemas.openxmlformats.org/officeDocument/2006/relationships/slideMaster" Target="../slideMasters/slideMaster1.xml"/><Relationship Id="rId3" Type="http://schemas.openxmlformats.org/officeDocument/2006/relationships/image" Target="../media/image28.png"/><Relationship Id="rId4" Type="http://schemas.openxmlformats.org/officeDocument/2006/relationships/image" Target="../media/image29.svg"/><Relationship Id="rId5" Type="http://schemas.openxmlformats.org/officeDocument/2006/relationships/image" Target="../media/image30.png"/><Relationship Id="rId6" Type="http://schemas.openxmlformats.org/officeDocument/2006/relationships/image" Target="../media/image31.svg"/><Relationship Id="rId7" Type="http://schemas.openxmlformats.org/officeDocument/2006/relationships/image" Target="../media/image6.png"/><Relationship Id="rId8" Type="http://schemas.openxmlformats.org/officeDocument/2006/relationships/image" Target="../media/image32.svg"/><Relationship Id="rId9" Type="http://schemas.openxmlformats.org/officeDocument/2006/relationships/oleObject" Target="../embeddings/oleObject2.bin"/><Relationship Id="rId10" Type="http://schemas.openxmlformats.org/officeDocument/2006/relationships/image" Target="../media/image1.emf"/></Relationships>
</file>

<file path=ppt/slideLayouts/_rels/slideLayout9.xml.rels><?xml version='1.0' encoding='UTF-8' standalone='yes'?>
<Relationships xmlns="http://schemas.openxmlformats.org/package/2006/relationships"><Relationship Id="rId1" Type="http://schemas.openxmlformats.org/officeDocument/2006/relationships/tags" Target="../tags/tag9.xml"/><Relationship Id="rId2" Type="http://schemas.openxmlformats.org/officeDocument/2006/relationships/slideMaster" Target="../slideMasters/slideMaster1.xml"/><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6.png"/><Relationship Id="rId8" Type="http://schemas.openxmlformats.org/officeDocument/2006/relationships/image" Target="../media/image32.svg"/><Relationship Id="rId9" Type="http://schemas.openxmlformats.org/officeDocument/2006/relationships/oleObject" Target="../embeddings/oleObject2.bin"/><Relationship Id="rId10" Type="http://schemas.openxmlformats.org/officeDocument/2006/relationships/image" Target="../media/image1.emf"/></Relationships>
</file>

<file path=ppt/slideLayouts/_rels/slideLayout10.xml.rels><?xml version='1.0' encoding='UTF-8' standalone='yes'?>
<Relationships xmlns="http://schemas.openxmlformats.org/package/2006/relationships"><Relationship Id="rId1" Type="http://schemas.openxmlformats.org/officeDocument/2006/relationships/tags" Target="../tags/tag10.xml"/><Relationship Id="rId2" Type="http://schemas.openxmlformats.org/officeDocument/2006/relationships/slideMaster" Target="../slideMasters/slideMaster1.xml"/><Relationship Id="rId3" Type="http://schemas.openxmlformats.org/officeDocument/2006/relationships/image" Target="../media/image6.png"/><Relationship Id="rId4" Type="http://schemas.openxmlformats.org/officeDocument/2006/relationships/image" Target="../media/image7.svg"/><Relationship Id="rId5" Type="http://schemas.openxmlformats.org/officeDocument/2006/relationships/oleObject" Target="../embeddings/oleObject2.bin"/><Relationship Id="rId6" Type="http://schemas.openxmlformats.org/officeDocument/2006/relationships/image" Target="../media/image1.emf"/></Relationships>
</file>

<file path=ppt/slideLayouts/_rels/slideLayout11.xml.rels><?xml version='1.0' encoding='UTF-8' standalone='yes'?>
<Relationships xmlns="http://schemas.openxmlformats.org/package/2006/relationships"><Relationship Id="rId1" Type="http://schemas.openxmlformats.org/officeDocument/2006/relationships/tags" Target="../tags/tag11.xml"/><Relationship Id="rId2" Type="http://schemas.openxmlformats.org/officeDocument/2006/relationships/slideMaster" Target="../slideMasters/slideMaster1.xml"/><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image" Target="../media/image4.png"/><Relationship Id="rId6" Type="http://schemas.openxmlformats.org/officeDocument/2006/relationships/image" Target="../media/image5.svg"/><Relationship Id="rId7" Type="http://schemas.openxmlformats.org/officeDocument/2006/relationships/image" Target="../media/image6.png"/><Relationship Id="rId8" Type="http://schemas.openxmlformats.org/officeDocument/2006/relationships/image" Target="../media/image7.svg"/><Relationship Id="rId9" Type="http://schemas.openxmlformats.org/officeDocument/2006/relationships/oleObject" Target="../embeddings/oleObject2.bin"/><Relationship Id="rId10" Type="http://schemas.openxmlformats.org/officeDocument/2006/relationships/image" Target="../media/image1.emf"/></Relationships>
</file>

<file path=ppt/slideLayouts/_rels/slideLayout12.xml.rels><?xml version='1.0' encoding='UTF-8' standalone='yes'?>
<Relationships xmlns="http://schemas.openxmlformats.org/package/2006/relationships"><Relationship Id="rId1" Type="http://schemas.openxmlformats.org/officeDocument/2006/relationships/tags" Target="../tags/tag12.xml"/><Relationship Id="rId2" Type="http://schemas.openxmlformats.org/officeDocument/2006/relationships/slideMaster" Target="../slideMasters/slideMaster1.xml"/><Relationship Id="rId3" Type="http://schemas.openxmlformats.org/officeDocument/2006/relationships/oleObject" Target="../embeddings/oleObject2.bin"/><Relationship Id="rId4" Type="http://schemas.openxmlformats.org/officeDocument/2006/relationships/image" Target="../media/image1.emf"/><Relationship Id="rId5" Type="http://schemas.openxmlformats.org/officeDocument/2006/relationships/image" Target="../media/image6.png"/><Relationship Id="rId6" Type="http://schemas.openxmlformats.org/officeDocument/2006/relationships/image" Target="../media/image7.sv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8.svg"/><Relationship Id="rId4" Type="http://schemas.openxmlformats.org/officeDocument/2006/relationships/image" Target="../media/image39.png"/><Relationship Id="rId5" Type="http://schemas.openxmlformats.org/officeDocument/2006/relationships/image" Target="../media/image40.sv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8.svg"/><Relationship Id="rId4" Type="http://schemas.openxmlformats.org/officeDocument/2006/relationships/image" Target="../media/image41.png"/><Relationship Id="rId5" Type="http://schemas.openxmlformats.org/officeDocument/2006/relationships/image" Target="../media/image42.sv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7.png"/><Relationship Id="rId3" Type="http://schemas.openxmlformats.org/officeDocument/2006/relationships/image" Target="../media/image38.svg"/><Relationship Id="rId4" Type="http://schemas.openxmlformats.org/officeDocument/2006/relationships/image" Target="../media/image41.png"/><Relationship Id="rId5" Type="http://schemas.openxmlformats.org/officeDocument/2006/relationships/image" Target="../media/image42.sv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1.png"/><Relationship Id="rId3" Type="http://schemas.openxmlformats.org/officeDocument/2006/relationships/image" Target="../media/image42.sv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3.png"/><Relationship Id="rId3" Type="http://schemas.openxmlformats.org/officeDocument/2006/relationships/image" Target="../media/image44.sv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5.png"/><Relationship Id="rId3" Type="http://schemas.openxmlformats.org/officeDocument/2006/relationships/image" Target="../media/image46.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7.png"/><Relationship Id="rId3" Type="http://schemas.openxmlformats.org/officeDocument/2006/relationships/image" Target="../media/image48.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5.png"/><Relationship Id="rId3" Type="http://schemas.openxmlformats.org/officeDocument/2006/relationships/image" Target="../media/image46.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9.png"/><Relationship Id="rId3" Type="http://schemas.openxmlformats.org/officeDocument/2006/relationships/image" Target="../media/image50.svg"/><Relationship Id="rId4" Type="http://schemas.openxmlformats.org/officeDocument/2006/relationships/image" Target="../media/image51.png"/><Relationship Id="rId5" Type="http://schemas.openxmlformats.org/officeDocument/2006/relationships/image" Target="../media/image52.sv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3.png"/><Relationship Id="rId3" Type="http://schemas.openxmlformats.org/officeDocument/2006/relationships/image" Target="../media/image54.svg"/><Relationship Id="rId4" Type="http://schemas.openxmlformats.org/officeDocument/2006/relationships/image" Target="../media/image49.png"/><Relationship Id="rId5" Type="http://schemas.openxmlformats.org/officeDocument/2006/relationships/image" Target="../media/image55.sv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6.png"/><Relationship Id="rId3" Type="http://schemas.openxmlformats.org/officeDocument/2006/relationships/image" Target="../media/image57.svg"/><Relationship Id="rId4" Type="http://schemas.openxmlformats.org/officeDocument/2006/relationships/image" Target="../media/image58.png"/><Relationship Id="rId5" Type="http://schemas.openxmlformats.org/officeDocument/2006/relationships/image" Target="../media/image59.sv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0.png"/><Relationship Id="rId3" Type="http://schemas.openxmlformats.org/officeDocument/2006/relationships/image" Target="../media/image61.svg"/><Relationship Id="rId4" Type="http://schemas.openxmlformats.org/officeDocument/2006/relationships/image" Target="../media/image62.png"/><Relationship Id="rId5" Type="http://schemas.openxmlformats.org/officeDocument/2006/relationships/image" Target="../media/image63.svg"/></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4.png"/><Relationship Id="rId3" Type="http://schemas.openxmlformats.org/officeDocument/2006/relationships/image" Target="../media/image65.svg"/><Relationship Id="rId4" Type="http://schemas.openxmlformats.org/officeDocument/2006/relationships/image" Target="../media/image66.png"/><Relationship Id="rId5" Type="http://schemas.openxmlformats.org/officeDocument/2006/relationships/image" Target="../media/image67.svg"/></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6.png"/><Relationship Id="rId3" Type="http://schemas.openxmlformats.org/officeDocument/2006/relationships/image" Target="../media/image67.svg"/><Relationship Id="rId4" Type="http://schemas.openxmlformats.org/officeDocument/2006/relationships/image" Target="../media/image68.png"/><Relationship Id="rId5" Type="http://schemas.openxmlformats.org/officeDocument/2006/relationships/image" Target="../media/image69.svg"/></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0.png"/><Relationship Id="rId3" Type="http://schemas.openxmlformats.org/officeDocument/2006/relationships/image" Target="../media/image61.svg"/><Relationship Id="rId4" Type="http://schemas.openxmlformats.org/officeDocument/2006/relationships/image" Target="../media/image70.png"/><Relationship Id="rId5" Type="http://schemas.openxmlformats.org/officeDocument/2006/relationships/image" Target="../media/image71.svg"/></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6.png"/><Relationship Id="rId3" Type="http://schemas.openxmlformats.org/officeDocument/2006/relationships/image" Target="../media/image67.svg"/><Relationship Id="rId4" Type="http://schemas.openxmlformats.org/officeDocument/2006/relationships/image" Target="../media/image72.png"/><Relationship Id="rId5" Type="http://schemas.openxmlformats.org/officeDocument/2006/relationships/image" Target="../media/image73.svg"/></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8.png"/><Relationship Id="rId3" Type="http://schemas.openxmlformats.org/officeDocument/2006/relationships/image" Target="../media/image59.svg"/><Relationship Id="rId4" Type="http://schemas.openxmlformats.org/officeDocument/2006/relationships/image" Target="../media/image74.png"/><Relationship Id="rId5" Type="http://schemas.openxmlformats.org/officeDocument/2006/relationships/image" Target="../media/image75.svg"/></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6.png"/><Relationship Id="rId3" Type="http://schemas.openxmlformats.org/officeDocument/2006/relationships/image" Target="../media/image77.svg"/><Relationship Id="rId4" Type="http://schemas.openxmlformats.org/officeDocument/2006/relationships/image" Target="../media/image78.png"/><Relationship Id="rId5" Type="http://schemas.openxmlformats.org/officeDocument/2006/relationships/image" Target="../media/image79.svg"/></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8.png"/><Relationship Id="rId3" Type="http://schemas.openxmlformats.org/officeDocument/2006/relationships/image" Target="../media/image59.svg"/><Relationship Id="rId4" Type="http://schemas.openxmlformats.org/officeDocument/2006/relationships/image" Target="../media/image80.png"/><Relationship Id="rId5" Type="http://schemas.openxmlformats.org/officeDocument/2006/relationships/image" Target="../media/image81.svg"/></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8.png"/><Relationship Id="rId3" Type="http://schemas.openxmlformats.org/officeDocument/2006/relationships/image" Target="../media/image59.svg"/><Relationship Id="rId4" Type="http://schemas.openxmlformats.org/officeDocument/2006/relationships/image" Target="../media/image82.png"/><Relationship Id="rId5" Type="http://schemas.openxmlformats.org/officeDocument/2006/relationships/image" Target="../media/image83.svg"/></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8.png"/><Relationship Id="rId3" Type="http://schemas.openxmlformats.org/officeDocument/2006/relationships/image" Target="../media/image59.svg"/><Relationship Id="rId4" Type="http://schemas.openxmlformats.org/officeDocument/2006/relationships/image" Target="../media/image82.png"/><Relationship Id="rId5" Type="http://schemas.openxmlformats.org/officeDocument/2006/relationships/image" Target="../media/image83.svg"/></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6.png"/><Relationship Id="rId3" Type="http://schemas.openxmlformats.org/officeDocument/2006/relationships/image" Target="../media/image67.svg"/><Relationship Id="rId4" Type="http://schemas.openxmlformats.org/officeDocument/2006/relationships/image" Target="../media/image84.png"/><Relationship Id="rId5" Type="http://schemas.openxmlformats.org/officeDocument/2006/relationships/image" Target="../media/image85.svg"/></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6.png"/><Relationship Id="rId3" Type="http://schemas.openxmlformats.org/officeDocument/2006/relationships/image" Target="../media/image87.svg"/><Relationship Id="rId4" Type="http://schemas.openxmlformats.org/officeDocument/2006/relationships/image" Target="../media/image66.png"/><Relationship Id="rId5" Type="http://schemas.openxmlformats.org/officeDocument/2006/relationships/image" Target="../media/image67.svg"/></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8.png"/><Relationship Id="rId3" Type="http://schemas.openxmlformats.org/officeDocument/2006/relationships/image" Target="../media/image89.svg"/><Relationship Id="rId4" Type="http://schemas.openxmlformats.org/officeDocument/2006/relationships/image" Target="../media/image60.png"/><Relationship Id="rId5" Type="http://schemas.openxmlformats.org/officeDocument/2006/relationships/image" Target="../media/image61.svg"/></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0.png"/><Relationship Id="rId3" Type="http://schemas.openxmlformats.org/officeDocument/2006/relationships/image" Target="../media/image91.svg"/><Relationship Id="rId4" Type="http://schemas.openxmlformats.org/officeDocument/2006/relationships/image" Target="../media/image66.png"/><Relationship Id="rId5" Type="http://schemas.openxmlformats.org/officeDocument/2006/relationships/image" Target="../media/image67.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2.png"/><Relationship Id="rId3" Type="http://schemas.openxmlformats.org/officeDocument/2006/relationships/image" Target="../media/image93.svg"/><Relationship Id="rId4" Type="http://schemas.openxmlformats.org/officeDocument/2006/relationships/image" Target="../media/image58.png"/><Relationship Id="rId5" Type="http://schemas.openxmlformats.org/officeDocument/2006/relationships/image" Target="../media/image59.svg"/></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4.png"/><Relationship Id="rId3" Type="http://schemas.openxmlformats.org/officeDocument/2006/relationships/image" Target="../media/image95.svg"/><Relationship Id="rId4" Type="http://schemas.openxmlformats.org/officeDocument/2006/relationships/image" Target="../media/image60.png"/><Relationship Id="rId5" Type="http://schemas.openxmlformats.org/officeDocument/2006/relationships/image" Target="../media/image61.svg"/></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6.png"/><Relationship Id="rId3" Type="http://schemas.openxmlformats.org/officeDocument/2006/relationships/image" Target="../media/image97.svg"/><Relationship Id="rId4" Type="http://schemas.openxmlformats.org/officeDocument/2006/relationships/image" Target="../media/image58.png"/><Relationship Id="rId5" Type="http://schemas.openxmlformats.org/officeDocument/2006/relationships/image" Target="../media/image59.svg"/></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0.png"/><Relationship Id="rId3" Type="http://schemas.openxmlformats.org/officeDocument/2006/relationships/image" Target="../media/image91.svg"/><Relationship Id="rId4" Type="http://schemas.openxmlformats.org/officeDocument/2006/relationships/image" Target="../media/image58.png"/><Relationship Id="rId5" Type="http://schemas.openxmlformats.org/officeDocument/2006/relationships/image" Target="../media/image59.svg"/></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0.png"/><Relationship Id="rId3" Type="http://schemas.openxmlformats.org/officeDocument/2006/relationships/image" Target="../media/image91.svg"/><Relationship Id="rId4" Type="http://schemas.openxmlformats.org/officeDocument/2006/relationships/image" Target="../media/image58.png"/><Relationship Id="rId5" Type="http://schemas.openxmlformats.org/officeDocument/2006/relationships/image" Target="../media/image59.svg"/></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8.png"/><Relationship Id="rId3" Type="http://schemas.openxmlformats.org/officeDocument/2006/relationships/image" Target="../media/image99.svg"/><Relationship Id="rId4" Type="http://schemas.openxmlformats.org/officeDocument/2006/relationships/image" Target="../media/image66.png"/><Relationship Id="rId5" Type="http://schemas.openxmlformats.org/officeDocument/2006/relationships/image" Target="../media/image67.svg"/></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6.png"/><Relationship Id="rId3" Type="http://schemas.openxmlformats.org/officeDocument/2006/relationships/image" Target="../media/image67.svg"/><Relationship Id="rId4" Type="http://schemas.openxmlformats.org/officeDocument/2006/relationships/image" Target="../media/image100.png"/><Relationship Id="rId5" Type="http://schemas.openxmlformats.org/officeDocument/2006/relationships/image" Target="../media/image101.svg"/></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8.png"/><Relationship Id="rId3" Type="http://schemas.openxmlformats.org/officeDocument/2006/relationships/image" Target="../media/image59.svg"/><Relationship Id="rId4" Type="http://schemas.openxmlformats.org/officeDocument/2006/relationships/image" Target="../media/image102.png"/><Relationship Id="rId5" Type="http://schemas.openxmlformats.org/officeDocument/2006/relationships/image" Target="../media/image103.svg"/></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4.png"/><Relationship Id="rId3" Type="http://schemas.openxmlformats.org/officeDocument/2006/relationships/image" Target="../media/image105.svg"/><Relationship Id="rId4" Type="http://schemas.openxmlformats.org/officeDocument/2006/relationships/image" Target="../media/image106.png"/><Relationship Id="rId5" Type="http://schemas.openxmlformats.org/officeDocument/2006/relationships/image" Target="../media/image107.svg"/></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4.png"/><Relationship Id="rId3" Type="http://schemas.openxmlformats.org/officeDocument/2006/relationships/image" Target="../media/image105.svg"/><Relationship Id="rId4" Type="http://schemas.openxmlformats.org/officeDocument/2006/relationships/image" Target="../media/image100.png"/><Relationship Id="rId5" Type="http://schemas.openxmlformats.org/officeDocument/2006/relationships/image" Target="../media/image101.svg"/></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6.png"/><Relationship Id="rId3" Type="http://schemas.openxmlformats.org/officeDocument/2006/relationships/image" Target="../media/image67.svg"/><Relationship Id="rId4" Type="http://schemas.openxmlformats.org/officeDocument/2006/relationships/image" Target="../media/image108.png"/><Relationship Id="rId5" Type="http://schemas.openxmlformats.org/officeDocument/2006/relationships/image" Target="../media/image109.svg"/></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8.png"/><Relationship Id="rId3" Type="http://schemas.openxmlformats.org/officeDocument/2006/relationships/image" Target="../media/image59.svg"/><Relationship Id="rId4" Type="http://schemas.openxmlformats.org/officeDocument/2006/relationships/image" Target="../media/image110.png"/><Relationship Id="rId5" Type="http://schemas.openxmlformats.org/officeDocument/2006/relationships/image" Target="../media/image111.svg"/></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4.png"/><Relationship Id="rId3" Type="http://schemas.openxmlformats.org/officeDocument/2006/relationships/image" Target="../media/image105.svg"/><Relationship Id="rId4" Type="http://schemas.openxmlformats.org/officeDocument/2006/relationships/image" Target="../media/image112.png"/><Relationship Id="rId5" Type="http://schemas.openxmlformats.org/officeDocument/2006/relationships/image" Target="../media/image113.svg"/></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8.png"/><Relationship Id="rId3" Type="http://schemas.openxmlformats.org/officeDocument/2006/relationships/image" Target="../media/image59.svg"/><Relationship Id="rId4" Type="http://schemas.openxmlformats.org/officeDocument/2006/relationships/image" Target="../media/image114.png"/><Relationship Id="rId5" Type="http://schemas.openxmlformats.org/officeDocument/2006/relationships/image" Target="../media/image115.svg"/></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6.png"/><Relationship Id="rId3" Type="http://schemas.openxmlformats.org/officeDocument/2006/relationships/image" Target="../media/image117.svg"/></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8.png"/><Relationship Id="rId3" Type="http://schemas.openxmlformats.org/officeDocument/2006/relationships/image" Target="../media/image119.sv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 Id="rId3" Type="http://schemas.openxmlformats.org/officeDocument/2006/relationships/image" Target="../media/image120.svg"/><Relationship Id="rId4" Type="http://schemas.openxmlformats.org/officeDocument/2006/relationships/image" Target="../media/image28.png"/><Relationship Id="rId5" Type="http://schemas.openxmlformats.org/officeDocument/2006/relationships/image" Target="../media/image121.svg"/><Relationship Id="rId6" Type="http://schemas.openxmlformats.org/officeDocument/2006/relationships/image" Target="../media/image122.png"/><Relationship Id="rId7" Type="http://schemas.openxmlformats.org/officeDocument/2006/relationships/image" Target="../media/image123.svg"/></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3.png"/><Relationship Id="rId3" Type="http://schemas.openxmlformats.org/officeDocument/2006/relationships/image" Target="../media/image124.svg"/><Relationship Id="rId4" Type="http://schemas.openxmlformats.org/officeDocument/2006/relationships/image" Target="../media/image66.png"/><Relationship Id="rId5" Type="http://schemas.openxmlformats.org/officeDocument/2006/relationships/image" Target="../media/image125.svg"/><Relationship Id="rId6" Type="http://schemas.openxmlformats.org/officeDocument/2006/relationships/image" Target="../media/image126.png"/><Relationship Id="rId7" Type="http://schemas.openxmlformats.org/officeDocument/2006/relationships/image" Target="../media/image127.svg"/></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4.png"/><Relationship Id="rId3" Type="http://schemas.openxmlformats.org/officeDocument/2006/relationships/image" Target="../media/image128.svg"/><Relationship Id="rId4" Type="http://schemas.openxmlformats.org/officeDocument/2006/relationships/image" Target="../media/image66.png"/><Relationship Id="rId5" Type="http://schemas.openxmlformats.org/officeDocument/2006/relationships/image" Target="../media/image125.svg"/><Relationship Id="rId6" Type="http://schemas.openxmlformats.org/officeDocument/2006/relationships/image" Target="../media/image126.png"/><Relationship Id="rId7" Type="http://schemas.openxmlformats.org/officeDocument/2006/relationships/image" Target="../media/image127.svg"/></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121.svg"/><Relationship Id="rId4" Type="http://schemas.openxmlformats.org/officeDocument/2006/relationships/image" Target="../media/image30.png"/><Relationship Id="rId5" Type="http://schemas.openxmlformats.org/officeDocument/2006/relationships/image" Target="../media/image120.svg"/><Relationship Id="rId6" Type="http://schemas.openxmlformats.org/officeDocument/2006/relationships/image" Target="../media/image126.png"/><Relationship Id="rId7" Type="http://schemas.openxmlformats.org/officeDocument/2006/relationships/image" Target="../media/image127.svg"/></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4.png"/><Relationship Id="rId3" Type="http://schemas.openxmlformats.org/officeDocument/2006/relationships/image" Target="../media/image128.svg"/><Relationship Id="rId4" Type="http://schemas.openxmlformats.org/officeDocument/2006/relationships/image" Target="../media/image66.png"/><Relationship Id="rId5" Type="http://schemas.openxmlformats.org/officeDocument/2006/relationships/image" Target="../media/image125.svg"/><Relationship Id="rId6" Type="http://schemas.openxmlformats.org/officeDocument/2006/relationships/image" Target="../media/image126.png"/><Relationship Id="rId7" Type="http://schemas.openxmlformats.org/officeDocument/2006/relationships/image" Target="../media/image127.svg"/></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 Id="rId3" Type="http://schemas.openxmlformats.org/officeDocument/2006/relationships/image" Target="../media/image120.svg"/><Relationship Id="rId4" Type="http://schemas.openxmlformats.org/officeDocument/2006/relationships/image" Target="../media/image28.png"/><Relationship Id="rId5" Type="http://schemas.openxmlformats.org/officeDocument/2006/relationships/image" Target="../media/image121.svg"/><Relationship Id="rId6" Type="http://schemas.openxmlformats.org/officeDocument/2006/relationships/image" Target="../media/image126.png"/><Relationship Id="rId7" Type="http://schemas.openxmlformats.org/officeDocument/2006/relationships/image" Target="../media/image127.svg"/></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9.png"/><Relationship Id="rId3" Type="http://schemas.openxmlformats.org/officeDocument/2006/relationships/image" Target="../media/image130.svg"/><Relationship Id="rId4" Type="http://schemas.openxmlformats.org/officeDocument/2006/relationships/image" Target="../media/image33.png"/><Relationship Id="rId5" Type="http://schemas.openxmlformats.org/officeDocument/2006/relationships/image" Target="../media/image124.svg"/><Relationship Id="rId6" Type="http://schemas.openxmlformats.org/officeDocument/2006/relationships/image" Target="../media/image126.png"/><Relationship Id="rId7" Type="http://schemas.openxmlformats.org/officeDocument/2006/relationships/image" Target="../media/image127.svg"/></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4.png"/><Relationship Id="rId3" Type="http://schemas.openxmlformats.org/officeDocument/2006/relationships/image" Target="../media/image128.svg"/><Relationship Id="rId4" Type="http://schemas.openxmlformats.org/officeDocument/2006/relationships/image" Target="../media/image30.png"/><Relationship Id="rId5" Type="http://schemas.openxmlformats.org/officeDocument/2006/relationships/image" Target="../media/image120.svg"/><Relationship Id="rId6" Type="http://schemas.openxmlformats.org/officeDocument/2006/relationships/image" Target="../media/image131.png"/><Relationship Id="rId7" Type="http://schemas.openxmlformats.org/officeDocument/2006/relationships/image" Target="../media/image132.svg"/></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9.png"/><Relationship Id="rId3" Type="http://schemas.openxmlformats.org/officeDocument/2006/relationships/image" Target="../media/image130.svg"/><Relationship Id="rId4" Type="http://schemas.openxmlformats.org/officeDocument/2006/relationships/image" Target="../media/image104.png"/><Relationship Id="rId5" Type="http://schemas.openxmlformats.org/officeDocument/2006/relationships/image" Target="../media/image128.svg"/><Relationship Id="rId6" Type="http://schemas.openxmlformats.org/officeDocument/2006/relationships/image" Target="../media/image126.png"/><Relationship Id="rId7" Type="http://schemas.openxmlformats.org/officeDocument/2006/relationships/image" Target="../media/image127.svg"/></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0.png"/><Relationship Id="rId3" Type="http://schemas.openxmlformats.org/officeDocument/2006/relationships/image" Target="../media/image120.svg"/><Relationship Id="rId4" Type="http://schemas.openxmlformats.org/officeDocument/2006/relationships/image" Target="../media/image66.png"/><Relationship Id="rId5" Type="http://schemas.openxmlformats.org/officeDocument/2006/relationships/image" Target="../media/image125.svg"/><Relationship Id="rId6" Type="http://schemas.openxmlformats.org/officeDocument/2006/relationships/image" Target="../media/image133.png"/><Relationship Id="rId7" Type="http://schemas.openxmlformats.org/officeDocument/2006/relationships/image" Target="../media/image134.svg"/></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4.png"/><Relationship Id="rId3" Type="http://schemas.openxmlformats.org/officeDocument/2006/relationships/image" Target="../media/image128.svg"/><Relationship Id="rId4" Type="http://schemas.openxmlformats.org/officeDocument/2006/relationships/image" Target="../media/image129.png"/><Relationship Id="rId5" Type="http://schemas.openxmlformats.org/officeDocument/2006/relationships/image" Target="../media/image130.svg"/><Relationship Id="rId6" Type="http://schemas.openxmlformats.org/officeDocument/2006/relationships/image" Target="../media/image126.png"/><Relationship Id="rId7" Type="http://schemas.openxmlformats.org/officeDocument/2006/relationships/image" Target="../media/image127.svg"/></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5.png"/><Relationship Id="rId3" Type="http://schemas.openxmlformats.org/officeDocument/2006/relationships/image" Target="../media/image136.svg"/></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5.png"/><Relationship Id="rId3" Type="http://schemas.openxmlformats.org/officeDocument/2006/relationships/image" Target="../media/image136.svg"/><Relationship Id="rId4" Type="http://schemas.openxmlformats.org/officeDocument/2006/relationships/image" Target="../media/image60.png"/><Relationship Id="rId5" Type="http://schemas.openxmlformats.org/officeDocument/2006/relationships/image" Target="../media/image137.svg"/><Relationship Id="rId6" Type="http://schemas.openxmlformats.org/officeDocument/2006/relationships/image" Target="../media/image138.png"/><Relationship Id="rId7" Type="http://schemas.openxmlformats.org/officeDocument/2006/relationships/image" Target="../media/image139.svg"/></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0.png"/><Relationship Id="rId3" Type="http://schemas.openxmlformats.org/officeDocument/2006/relationships/image" Target="../media/image141.svg"/><Relationship Id="rId4" Type="http://schemas.openxmlformats.org/officeDocument/2006/relationships/image" Target="../media/image58.png"/><Relationship Id="rId5" Type="http://schemas.openxmlformats.org/officeDocument/2006/relationships/image" Target="../media/image142.svg"/><Relationship Id="rId6" Type="http://schemas.openxmlformats.org/officeDocument/2006/relationships/image" Target="../media/image135.png"/><Relationship Id="rId7" Type="http://schemas.openxmlformats.org/officeDocument/2006/relationships/image" Target="../media/image136.svg"/></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5.png"/><Relationship Id="rId3" Type="http://schemas.openxmlformats.org/officeDocument/2006/relationships/image" Target="../media/image136.svg"/><Relationship Id="rId4" Type="http://schemas.openxmlformats.org/officeDocument/2006/relationships/image" Target="../media/image92.png"/><Relationship Id="rId5" Type="http://schemas.openxmlformats.org/officeDocument/2006/relationships/image" Target="../media/image93.svg"/><Relationship Id="rId6" Type="http://schemas.openxmlformats.org/officeDocument/2006/relationships/image" Target="../media/image58.png"/><Relationship Id="rId7" Type="http://schemas.openxmlformats.org/officeDocument/2006/relationships/image" Target="../media/image59.svg"/></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5.png"/><Relationship Id="rId3" Type="http://schemas.openxmlformats.org/officeDocument/2006/relationships/image" Target="../media/image136.svg"/><Relationship Id="rId4" Type="http://schemas.openxmlformats.org/officeDocument/2006/relationships/image" Target="../media/image88.png"/><Relationship Id="rId5" Type="http://schemas.openxmlformats.org/officeDocument/2006/relationships/image" Target="../media/image89.svg"/><Relationship Id="rId6" Type="http://schemas.openxmlformats.org/officeDocument/2006/relationships/image" Target="../media/image60.png"/><Relationship Id="rId7" Type="http://schemas.openxmlformats.org/officeDocument/2006/relationships/image" Target="../media/image61.svg"/></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35.png"/><Relationship Id="rId3" Type="http://schemas.openxmlformats.org/officeDocument/2006/relationships/image" Target="../media/image136.svg"/><Relationship Id="rId4" Type="http://schemas.openxmlformats.org/officeDocument/2006/relationships/image" Target="../media/image90.png"/><Relationship Id="rId5" Type="http://schemas.openxmlformats.org/officeDocument/2006/relationships/image" Target="../media/image91.svg"/><Relationship Id="rId6" Type="http://schemas.openxmlformats.org/officeDocument/2006/relationships/image" Target="../media/image66.png"/><Relationship Id="rId7" Type="http://schemas.openxmlformats.org/officeDocument/2006/relationships/image" Target="../media/image67.svg"/></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0.png"/><Relationship Id="rId3" Type="http://schemas.openxmlformats.org/officeDocument/2006/relationships/image" Target="../media/image137.svg"/><Relationship Id="rId4" Type="http://schemas.openxmlformats.org/officeDocument/2006/relationships/image" Target="../media/image138.png"/><Relationship Id="rId5" Type="http://schemas.openxmlformats.org/officeDocument/2006/relationships/image" Target="../media/image139.svg"/></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6.png"/><Relationship Id="rId3" Type="http://schemas.openxmlformats.org/officeDocument/2006/relationships/image" Target="../media/image143.svg"/><Relationship Id="rId4" Type="http://schemas.openxmlformats.org/officeDocument/2006/relationships/image" Target="../media/image144.png"/><Relationship Id="rId5" Type="http://schemas.openxmlformats.org/officeDocument/2006/relationships/image" Target="../media/image145.svg"/><Relationship Id="rId6" Type="http://schemas.openxmlformats.org/officeDocument/2006/relationships/image" Target="../media/image28.png"/><Relationship Id="rId7" Type="http://schemas.openxmlformats.org/officeDocument/2006/relationships/image" Target="../media/image146.svg"/><Relationship Id="rId8" Type="http://schemas.openxmlformats.org/officeDocument/2006/relationships/image" Target="../media/image6.png"/><Relationship Id="rId9" Type="http://schemas.openxmlformats.org/officeDocument/2006/relationships/image" Target="../media/image147.svg"/></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8.png"/><Relationship Id="rId3" Type="http://schemas.openxmlformats.org/officeDocument/2006/relationships/image" Target="../media/image149.svg"/><Relationship Id="rId4" Type="http://schemas.openxmlformats.org/officeDocument/2006/relationships/image" Target="../media/image66.png"/><Relationship Id="rId5" Type="http://schemas.openxmlformats.org/officeDocument/2006/relationships/image" Target="../media/image143.svg"/><Relationship Id="rId6" Type="http://schemas.openxmlformats.org/officeDocument/2006/relationships/image" Target="../media/image58.png"/><Relationship Id="rId7" Type="http://schemas.openxmlformats.org/officeDocument/2006/relationships/image" Target="../media/image150.svg"/><Relationship Id="rId8" Type="http://schemas.openxmlformats.org/officeDocument/2006/relationships/image" Target="../media/image14.png"/><Relationship Id="rId9" Type="http://schemas.openxmlformats.org/officeDocument/2006/relationships/image" Target="../media/image15.svg"/></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1.png"/><Relationship Id="rId3" Type="http://schemas.openxmlformats.org/officeDocument/2006/relationships/image" Target="../media/image152.svg"/><Relationship Id="rId4" Type="http://schemas.openxmlformats.org/officeDocument/2006/relationships/image" Target="../media/image28.png"/><Relationship Id="rId5" Type="http://schemas.openxmlformats.org/officeDocument/2006/relationships/image" Target="../media/image146.svg"/><Relationship Id="rId6" Type="http://schemas.openxmlformats.org/officeDocument/2006/relationships/image" Target="../media/image66.png"/><Relationship Id="rId7" Type="http://schemas.openxmlformats.org/officeDocument/2006/relationships/image" Target="../media/image143.svg"/><Relationship Id="rId8" Type="http://schemas.openxmlformats.org/officeDocument/2006/relationships/image" Target="../media/image6.png"/><Relationship Id="rId9" Type="http://schemas.openxmlformats.org/officeDocument/2006/relationships/image" Target="../media/image147.svg"/><Relationship Id="rId10" Type="http://schemas.openxmlformats.org/officeDocument/2006/relationships/image" Target="../media/image104.png"/><Relationship Id="rId11" Type="http://schemas.openxmlformats.org/officeDocument/2006/relationships/image" Target="../media/image153.svg"/></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4.png"/><Relationship Id="rId3" Type="http://schemas.openxmlformats.org/officeDocument/2006/relationships/image" Target="../media/image155.svg"/><Relationship Id="rId4" Type="http://schemas.openxmlformats.org/officeDocument/2006/relationships/image" Target="../media/image33.png"/><Relationship Id="rId5" Type="http://schemas.openxmlformats.org/officeDocument/2006/relationships/image" Target="../media/image156.svg"/><Relationship Id="rId6" Type="http://schemas.openxmlformats.org/officeDocument/2006/relationships/image" Target="../media/image60.png"/><Relationship Id="rId7" Type="http://schemas.openxmlformats.org/officeDocument/2006/relationships/image" Target="../media/image157.svg"/><Relationship Id="rId8" Type="http://schemas.openxmlformats.org/officeDocument/2006/relationships/image" Target="../media/image14.png"/><Relationship Id="rId9" Type="http://schemas.openxmlformats.org/officeDocument/2006/relationships/image" Target="../media/image15.svg"/><Relationship Id="rId10" Type="http://schemas.openxmlformats.org/officeDocument/2006/relationships/image" Target="../media/image104.png"/><Relationship Id="rId11" Type="http://schemas.openxmlformats.org/officeDocument/2006/relationships/image" Target="../media/image153.svg"/></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5.svg"/></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8.png"/><Relationship Id="rId3" Type="http://schemas.openxmlformats.org/officeDocument/2006/relationships/image" Target="../media/image121.svg"/><Relationship Id="rId4" Type="http://schemas.openxmlformats.org/officeDocument/2006/relationships/image" Target="../media/image30.png"/><Relationship Id="rId5" Type="http://schemas.openxmlformats.org/officeDocument/2006/relationships/image" Target="../media/image120.svg"/><Relationship Id="rId6" Type="http://schemas.openxmlformats.org/officeDocument/2006/relationships/image" Target="../media/image6.png"/><Relationship Id="rId7" Type="http://schemas.openxmlformats.org/officeDocument/2006/relationships/image" Target="../media/image147.svg"/></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png"/><Relationship Id="rId3" Type="http://schemas.openxmlformats.org/officeDocument/2006/relationships/image" Target="../media/image15.svg"/><Relationship Id="rId4" Type="http://schemas.openxmlformats.org/officeDocument/2006/relationships/image" Target="../media/image158.emf"/><Relationship Id="rId5" Type="http://schemas.openxmlformats.org/officeDocument/2006/relationships/image" Target="../media/image159.emf"/><Relationship Id="rId6" Type="http://schemas.openxmlformats.org/officeDocument/2006/relationships/image" Target="../media/image160.emf"/><Relationship Id="rId7" Type="http://schemas.openxmlformats.org/officeDocument/2006/relationships/image" Target="../media/image161.emf"/></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2.png"/><Relationship Id="rId3" Type="http://schemas.openxmlformats.org/officeDocument/2006/relationships/image" Target="../media/image163.svg"/><Relationship Id="rId4" Type="http://schemas.openxmlformats.org/officeDocument/2006/relationships/image" Target="../media/image58.png"/><Relationship Id="rId5" Type="http://schemas.openxmlformats.org/officeDocument/2006/relationships/image" Target="../media/image142.svg"/><Relationship Id="rId6" Type="http://schemas.openxmlformats.org/officeDocument/2006/relationships/image" Target="../media/image14.png"/><Relationship Id="rId7" Type="http://schemas.openxmlformats.org/officeDocument/2006/relationships/image" Target="../media/image15.svg"/><Relationship Id="rId8" Type="http://schemas.openxmlformats.org/officeDocument/2006/relationships/image" Target="../media/image158.emf"/><Relationship Id="rId9" Type="http://schemas.openxmlformats.org/officeDocument/2006/relationships/image" Target="../media/image159.emf"/><Relationship Id="rId10" Type="http://schemas.openxmlformats.org/officeDocument/2006/relationships/image" Target="../media/image160.emf"/><Relationship Id="rId11" Type="http://schemas.openxmlformats.org/officeDocument/2006/relationships/image" Target="../media/image161.emf"/></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4.png"/><Relationship Id="rId3" Type="http://schemas.openxmlformats.org/officeDocument/2006/relationships/image" Target="../media/image165.svg"/><Relationship Id="rId4" Type="http://schemas.openxmlformats.org/officeDocument/2006/relationships/image" Target="../media/image104.png"/><Relationship Id="rId5" Type="http://schemas.openxmlformats.org/officeDocument/2006/relationships/image" Target="../media/image128.svg"/><Relationship Id="rId6" Type="http://schemas.openxmlformats.org/officeDocument/2006/relationships/image" Target="../media/image6.png"/><Relationship Id="rId7" Type="http://schemas.openxmlformats.org/officeDocument/2006/relationships/image" Target="../media/image7.svg"/><Relationship Id="rId8" Type="http://schemas.openxmlformats.org/officeDocument/2006/relationships/image" Target="../media/image158.emf"/><Relationship Id="rId9" Type="http://schemas.openxmlformats.org/officeDocument/2006/relationships/image" Target="../media/image159.emf"/><Relationship Id="rId10" Type="http://schemas.openxmlformats.org/officeDocument/2006/relationships/image" Target="../media/image160.emf"/><Relationship Id="rId11" Type="http://schemas.openxmlformats.org/officeDocument/2006/relationships/image" Target="../media/image161.emf"/></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Safe_Harbor ">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2B0EAAB-7A68-5044-B1D5-78358B61A99B}"/>
              </a:ext>
            </a:extLst>
          </p:cNvPr>
          <p:cNvSpPr>
            <a:spLocks noGrp="1"/>
          </p:cNvSpPr>
          <p:nvPr>
            <p:ph type="title" hasCustomPrompt="1"/>
          </p:nvPr>
        </p:nvSpPr>
        <p:spPr>
          <a:xfrm>
            <a:off x="615042" y="621540"/>
            <a:ext cx="10961915" cy="489744"/>
          </a:xfrm>
          <a:prstGeom prst="rect">
            <a:avLst/>
          </a:prstGeom>
        </p:spPr>
        <p:txBody>
          <a:bodyPr/>
          <a:lstStyle>
            <a:lvl1pPr algn="l">
              <a:defRPr b="0">
                <a:latin typeface="+mj-lt"/>
              </a:defRPr>
            </a:lvl1pPr>
          </a:lstStyle>
          <a:p>
            <a:r>
              <a:rPr lang="en-US"/>
              <a:t>Safe Harbor</a:t>
            </a:r>
          </a:p>
        </p:txBody>
      </p:sp>
      <p:sp>
        <p:nvSpPr>
          <p:cNvPr id="5" name="TextBox 4">
            <a:extLst>
              <a:ext uri="{FF2B5EF4-FFF2-40B4-BE49-F238E27FC236}">
                <a16:creationId xmlns:a16="http://schemas.microsoft.com/office/drawing/2014/main" id="{DAE8F33A-68F8-8C99-23F3-EC87CC92B774}"/>
              </a:ext>
            </a:extLst>
          </p:cNvPr>
          <p:cNvSpPr txBox="1"/>
          <p:nvPr userDrawn="1"/>
        </p:nvSpPr>
        <p:spPr>
          <a:xfrm>
            <a:off x="615042" y="1449388"/>
            <a:ext cx="10961915" cy="4616648"/>
          </a:xfrm>
          <a:prstGeom prst="rect">
            <a:avLst/>
          </a:prstGeom>
          <a:noFill/>
        </p:spPr>
        <p:txBody>
          <a:bodyPr wrap="square" lIns="0" tIns="0" rIns="0" bIns="0">
            <a:noAutofit/>
          </a:bodyPr>
          <a:lstStyle/>
          <a:p>
            <a:pPr algn="l"/>
            <a:r>
              <a:rPr lang="en-US" sz="1400" b="0" i="0" u="none" strike="noStrike">
                <a:solidFill>
                  <a:srgbClr val="000000"/>
                </a:solidFill>
                <a:effectLst/>
                <a:latin typeface="+mn-lt"/>
              </a:rPr>
              <a:t>This content contains forward-looking statements that involve risks, uncertainties, and assumptions. If any of these risks or uncertainties </a:t>
            </a:r>
            <a:r>
              <a:rPr lang="en-US" sz="1400" b="0" i="0" u="none" strike="noStrike" err="1">
                <a:solidFill>
                  <a:srgbClr val="000000"/>
                </a:solidFill>
                <a:effectLst/>
                <a:latin typeface="+mn-lt"/>
              </a:rPr>
              <a:t>materialise</a:t>
            </a:r>
            <a:r>
              <a:rPr lang="en-US" sz="1400" b="0" i="0" u="none" strike="noStrike">
                <a:solidFill>
                  <a:srgbClr val="000000"/>
                </a:solidFill>
                <a:effectLst/>
                <a:latin typeface="+mn-lt"/>
              </a:rPr>
              <a:t> or if any of these assumptions prove incorrect, Dayforce’s financial results could differ materially from the results expressed or implied by these forward-looking statements. All statements other than statements of historical fact could be deemed forward-looking statements, including any projections of revenues, gross margins, earnings, or other financial items; statements regarding strategies or plans of management for future operations; statements concerning new features, enhancements, or upgrades to our existing applications or plans for future applications; statements relating to the expected performance or benefits of our offerings; statements about current or future economic conditions; and any statements of belief.</a:t>
            </a:r>
          </a:p>
          <a:p>
            <a:pPr algn="l"/>
            <a:endParaRPr lang="en-US" sz="1400" b="0" i="0" u="none" strike="noStrike">
              <a:solidFill>
                <a:srgbClr val="000000"/>
              </a:solidFill>
              <a:effectLst/>
              <a:latin typeface="+mn-lt"/>
            </a:endParaRPr>
          </a:p>
          <a:p>
            <a:pPr algn="l"/>
            <a:r>
              <a:rPr lang="en-US" sz="1400" b="0" i="0" u="none" strike="noStrike">
                <a:solidFill>
                  <a:srgbClr val="000000"/>
                </a:solidFill>
                <a:effectLst/>
                <a:latin typeface="+mn-lt"/>
              </a:rPr>
              <a:t>The risks and uncertainties referred to above include, but are not limited to, our history of losses and expectations as to future losses, limited operating history, competition, management of growth, development of the market, market acceptance of our applications, breaches of our security measures, fluctuations in our operating results, interruptions or delays in the provision of our services, and risks associated with selling to larger customers. This content should be read in conjunction with the risks detailed in the “Cautionary Note Regarding Forward-Looking Information,” “Forward-Looking Statement”, “Risk Factors” and other sections of Dayforce’s Quarterly Reports on Form 10-Q, Annual Reports on Form 10-K and other filings with the Securities and Exchange Commission.</a:t>
            </a:r>
          </a:p>
          <a:p>
            <a:pPr algn="l"/>
            <a:endParaRPr lang="en-US" sz="1400" b="0" i="0" u="none" strike="noStrike">
              <a:solidFill>
                <a:srgbClr val="000000"/>
              </a:solidFill>
              <a:effectLst/>
              <a:latin typeface="+mn-lt"/>
            </a:endParaRPr>
          </a:p>
          <a:p>
            <a:pPr algn="l"/>
            <a:r>
              <a:rPr lang="en-US" sz="1400" b="0" i="0" u="none" strike="noStrike">
                <a:solidFill>
                  <a:srgbClr val="000000"/>
                </a:solidFill>
                <a:effectLst/>
                <a:latin typeface="+mn-lt"/>
              </a:rPr>
              <a:t>Dayforce assumes no obligation and does not intend to update these forward-looking statements.</a:t>
            </a:r>
          </a:p>
          <a:p>
            <a:pPr algn="l"/>
            <a:endParaRPr lang="en-US" sz="1400" b="0" i="0" u="none" strike="noStrike">
              <a:solidFill>
                <a:srgbClr val="000000"/>
              </a:solidFill>
              <a:effectLst/>
              <a:latin typeface="+mn-lt"/>
            </a:endParaRPr>
          </a:p>
          <a:p>
            <a:pPr algn="l"/>
            <a:r>
              <a:rPr lang="en-US" sz="1400" b="0" i="0" u="none" strike="noStrike" spc="-40" baseline="0">
                <a:solidFill>
                  <a:srgbClr val="000000"/>
                </a:solidFill>
                <a:effectLst/>
                <a:latin typeface="+mn-lt"/>
              </a:rPr>
              <a:t>Any unreleased services, features, functionality, or enhancements referenced in a Dayforce document, roadmap, blog, website, press release, or public statement that are not currently available are subject to change at Dayforce’s discretion and may not be delivered as planned or at all. Customers who purchase our applications should make their purchase decisions based upon features and functions that are currently available.</a:t>
            </a:r>
          </a:p>
        </p:txBody>
      </p:sp>
      <p:sp>
        <p:nvSpPr>
          <p:cNvPr id="2" name="TextBox 1">
            <a:extLst>
              <a:ext uri="{FF2B5EF4-FFF2-40B4-BE49-F238E27FC236}">
                <a16:creationId xmlns:a16="http://schemas.microsoft.com/office/drawing/2014/main" id="{4D04547D-227F-F87F-CC22-CC73F6FD2F30}"/>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12534177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5_Header | Copy">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729CF7BA-78DA-A876-5396-1596FA81D4F7}"/>
              </a:ext>
            </a:extLst>
          </p:cNvPr>
          <p:cNvSpPr txBox="1"/>
          <p:nvPr userDrawn="1"/>
        </p:nvSpPr>
        <p:spPr>
          <a:xfrm>
            <a:off x="615041" y="603604"/>
            <a:ext cx="10220599" cy="590931"/>
          </a:xfrm>
          <a:prstGeom prst="rect">
            <a:avLst/>
          </a:prstGeom>
          <a:noFill/>
        </p:spPr>
        <p:txBody>
          <a:bodyPr wrap="square" lIns="0" tIns="0" rIns="0" bIns="0">
            <a:noAutofit/>
          </a:bodyPr>
          <a:lstStyle/>
          <a:p>
            <a:pPr marL="7938" indent="0" algn="l" defTabSz="914400" rtl="0" eaLnBrk="1" latinLnBrk="0" hangingPunct="1">
              <a:lnSpc>
                <a:spcPct val="90000"/>
              </a:lnSpc>
              <a:spcBef>
                <a:spcPct val="0"/>
              </a:spcBef>
              <a:buNone/>
              <a:tabLst/>
            </a:pPr>
            <a:r>
              <a:rPr lang="en-US" sz="3600" b="0" i="0" kern="1200">
                <a:solidFill>
                  <a:srgbClr val="000000"/>
                </a:solidFill>
                <a:latin typeface="+mj-lt"/>
                <a:ea typeface="+mj-ea"/>
                <a:cs typeface="+mj-cs"/>
              </a:rPr>
              <a:t>Classification of Information </a:t>
            </a:r>
          </a:p>
        </p:txBody>
      </p:sp>
      <p:sp>
        <p:nvSpPr>
          <p:cNvPr id="10" name="TextBox 9">
            <a:extLst>
              <a:ext uri="{FF2B5EF4-FFF2-40B4-BE49-F238E27FC236}">
                <a16:creationId xmlns:a16="http://schemas.microsoft.com/office/drawing/2014/main" id="{9C6331DC-4C57-79FA-2360-A12259E97E96}"/>
              </a:ext>
            </a:extLst>
          </p:cNvPr>
          <p:cNvSpPr txBox="1"/>
          <p:nvPr userDrawn="1"/>
        </p:nvSpPr>
        <p:spPr>
          <a:xfrm>
            <a:off x="615041" y="1449388"/>
            <a:ext cx="3042559" cy="4007983"/>
          </a:xfrm>
          <a:prstGeom prst="rect">
            <a:avLst/>
          </a:prstGeom>
          <a:noFill/>
        </p:spPr>
        <p:txBody>
          <a:bodyPr wrap="square" lIns="0" tIns="0" rIns="0" bIns="0">
            <a:noAutofit/>
          </a:bodyPr>
          <a:lstStyle/>
          <a:p>
            <a:pPr algn="l" defTabSz="914400" rtl="0" eaLnBrk="1" latinLnBrk="0" hangingPunct="1">
              <a:lnSpc>
                <a:spcPct val="100000"/>
              </a:lnSpc>
              <a:spcBef>
                <a:spcPts val="0"/>
              </a:spcBef>
              <a:spcAft>
                <a:spcPts val="600"/>
              </a:spcAft>
            </a:pPr>
            <a:r>
              <a:rPr lang="en-US" sz="1250" b="0" i="0" kern="1200">
                <a:solidFill>
                  <a:schemeClr val="tx1"/>
                </a:solidFill>
                <a:latin typeface="+mn-lt"/>
                <a:ea typeface="+mn-ea"/>
                <a:cs typeface="+mn-cs"/>
              </a:rPr>
              <a:t>Pursuant to Dayforce’s Classification of Information Cybersecurity Standard (the “Policy”), Dayforce must classify information to ensure that it receives an appropriate level of protection in accordance with its importance to the organization and the level of risk that its disclosure to unauthorized recipients would present, then must handle such information according to its classification. For reference, the full text of the Policy as updated from time to time can be found on Policy Central </a:t>
            </a:r>
            <a:r>
              <a:rPr lang="en-US" sz="1250" b="0" i="0" kern="1200">
                <a:solidFill>
                  <a:schemeClr val="tx2"/>
                </a:solidFill>
                <a:latin typeface="+mn-lt"/>
                <a:ea typeface="+mn-ea"/>
                <a:cs typeface="+mn-cs"/>
                <a:hlinkClick r:id="rId2">
                  <a:extLst>
                    <a:ext uri="{A12FA001-AC4F-418D-AE19-62706E023703}">
                      <ahyp:hlinkClr xmlns:ahyp="http://schemas.microsoft.com/office/drawing/2018/hyperlinkcolor" val="tx"/>
                    </a:ext>
                  </a:extLst>
                </a:hlinkClick>
              </a:rPr>
              <a:t>here</a:t>
            </a:r>
            <a:r>
              <a:rPr lang="en-US" sz="1250" b="0" i="0" u="none" kern="1200">
                <a:solidFill>
                  <a:schemeClr val="tx1"/>
                </a:solidFill>
                <a:latin typeface="+mn-lt"/>
                <a:ea typeface="+mn-ea"/>
                <a:cs typeface="+mn-cs"/>
              </a:rPr>
              <a:t>.</a:t>
            </a:r>
            <a:r>
              <a:rPr lang="en-US" sz="1250" b="0" i="0" kern="1200">
                <a:solidFill>
                  <a:schemeClr val="tx1"/>
                </a:solidFill>
                <a:latin typeface="+mn-lt"/>
                <a:ea typeface="+mn-ea"/>
                <a:cs typeface="+mn-cs"/>
              </a:rPr>
              <a:t> </a:t>
            </a:r>
          </a:p>
          <a:p>
            <a:pPr algn="l" defTabSz="914400" rtl="0" eaLnBrk="1" latinLnBrk="0" hangingPunct="1">
              <a:lnSpc>
                <a:spcPct val="100000"/>
              </a:lnSpc>
              <a:spcBef>
                <a:spcPts val="0"/>
              </a:spcBef>
              <a:spcAft>
                <a:spcPts val="600"/>
              </a:spcAft>
            </a:pPr>
            <a:r>
              <a:rPr lang="en-US" sz="1250" b="0" i="0" kern="1200">
                <a:solidFill>
                  <a:schemeClr val="tx1"/>
                </a:solidFill>
                <a:latin typeface="+mn-lt"/>
                <a:ea typeface="+mn-ea"/>
                <a:cs typeface="+mn-cs"/>
              </a:rPr>
              <a:t>The originator of the information must first determine its proper classification. </a:t>
            </a:r>
          </a:p>
          <a:p>
            <a:pPr algn="l" defTabSz="914400" rtl="0" eaLnBrk="1" latinLnBrk="0" hangingPunct="1">
              <a:lnSpc>
                <a:spcPct val="100000"/>
              </a:lnSpc>
              <a:spcBef>
                <a:spcPts val="0"/>
              </a:spcBef>
              <a:spcAft>
                <a:spcPts val="600"/>
              </a:spcAft>
            </a:pPr>
            <a:r>
              <a:rPr lang="en-US" sz="1250" b="0" i="0" kern="1200">
                <a:solidFill>
                  <a:schemeClr val="tx1"/>
                </a:solidFill>
                <a:latin typeface="+mn-lt"/>
                <a:ea typeface="+mn-ea"/>
                <a:cs typeface="+mn-cs"/>
              </a:rPr>
              <a:t>The classification of information may change over the information lifecycle. When this occurs, the information must then be labelled, on a go-forward basis, according to its updated classification. </a:t>
            </a:r>
          </a:p>
        </p:txBody>
      </p:sp>
      <p:sp>
        <p:nvSpPr>
          <p:cNvPr id="7" name="TextBox 6">
            <a:extLst>
              <a:ext uri="{FF2B5EF4-FFF2-40B4-BE49-F238E27FC236}">
                <a16:creationId xmlns:a16="http://schemas.microsoft.com/office/drawing/2014/main" id="{6FFDF595-6198-E4CF-E477-A13B08070908}"/>
              </a:ext>
            </a:extLst>
          </p:cNvPr>
          <p:cNvSpPr txBox="1"/>
          <p:nvPr userDrawn="1"/>
        </p:nvSpPr>
        <p:spPr>
          <a:xfrm>
            <a:off x="3962400" y="1449389"/>
            <a:ext cx="7645402" cy="4805008"/>
          </a:xfrm>
          <a:prstGeom prst="rect">
            <a:avLst/>
          </a:prstGeom>
          <a:noFill/>
        </p:spPr>
        <p:txBody>
          <a:bodyPr wrap="square" lIns="0" tIns="0" rIns="0" bIns="0">
            <a:noAutofit/>
          </a:bodyPr>
          <a:lstStyle/>
          <a:p>
            <a:pPr algn="l" defTabSz="914400" rtl="0" eaLnBrk="1" latinLnBrk="0" hangingPunct="1">
              <a:lnSpc>
                <a:spcPct val="100000"/>
              </a:lnSpc>
              <a:spcBef>
                <a:spcPts val="600"/>
              </a:spcBef>
              <a:spcAft>
                <a:spcPts val="600"/>
              </a:spcAft>
            </a:pPr>
            <a:r>
              <a:rPr lang="en-US" sz="1250" b="0" i="0" kern="1200">
                <a:solidFill>
                  <a:schemeClr val="tx1"/>
                </a:solidFill>
                <a:latin typeface="+mn-lt"/>
                <a:ea typeface="+mn-ea"/>
                <a:cs typeface="+mn-cs"/>
              </a:rPr>
              <a:t>Dayforce has established the following information classification definitions: </a:t>
            </a:r>
          </a:p>
          <a:p>
            <a:pPr marL="171450" indent="-171450" algn="l" defTabSz="914400" rtl="0" eaLnBrk="1" latinLnBrk="0" hangingPunct="1">
              <a:lnSpc>
                <a:spcPct val="100000"/>
              </a:lnSpc>
              <a:spcBef>
                <a:spcPts val="600"/>
              </a:spcBef>
              <a:spcAft>
                <a:spcPts val="600"/>
              </a:spcAft>
              <a:buFont typeface="Arial" panose="020B0604020202020204" pitchFamily="34" charset="0"/>
              <a:buChar char="•"/>
            </a:pPr>
            <a:r>
              <a:rPr lang="en-US" sz="1250" b="1" i="0" kern="1200">
                <a:solidFill>
                  <a:schemeClr val="tx1"/>
                </a:solidFill>
                <a:latin typeface="+mj-lt"/>
                <a:ea typeface="+mn-ea"/>
                <a:cs typeface="+mn-cs"/>
              </a:rPr>
              <a:t>Level 1: Public. </a:t>
            </a:r>
            <a:br>
              <a:rPr lang="en-US" sz="1250" b="0" i="0" kern="1200">
                <a:solidFill>
                  <a:schemeClr val="tx1"/>
                </a:solidFill>
                <a:latin typeface="+mn-lt"/>
                <a:ea typeface="+mn-ea"/>
                <a:cs typeface="+mn-cs"/>
              </a:rPr>
            </a:br>
            <a:r>
              <a:rPr lang="en-US" sz="1250" b="0" i="0" kern="1200">
                <a:solidFill>
                  <a:schemeClr val="tx1"/>
                </a:solidFill>
                <a:latin typeface="+mn-lt"/>
                <a:ea typeface="+mn-ea"/>
                <a:cs typeface="+mn-cs"/>
              </a:rPr>
              <a:t>Applies to information that, if made publicly available, would not result in current or future loss to Dayforce. Such information can be shared with the public through authorized channels, such as official press releases, webcasts, corporate Internet sites, conference materials, and news articles. </a:t>
            </a:r>
          </a:p>
          <a:p>
            <a:pPr marL="171450" indent="-171450" algn="l" defTabSz="914400" rtl="0" eaLnBrk="1" latinLnBrk="0" hangingPunct="1">
              <a:lnSpc>
                <a:spcPct val="100000"/>
              </a:lnSpc>
              <a:spcBef>
                <a:spcPts val="600"/>
              </a:spcBef>
              <a:spcAft>
                <a:spcPts val="600"/>
              </a:spcAft>
              <a:buFont typeface="Arial" panose="020B0604020202020204" pitchFamily="34" charset="0"/>
              <a:buChar char="•"/>
            </a:pPr>
            <a:r>
              <a:rPr kumimoji="0" lang="en-US" sz="1250" b="1" i="0" u="none" strike="noStrike" kern="1200" cap="none" spc="0" normalizeH="0" baseline="0">
                <a:ln>
                  <a:noFill/>
                </a:ln>
                <a:solidFill>
                  <a:schemeClr val="tx1"/>
                </a:solidFill>
                <a:effectLst/>
                <a:uFillTx/>
                <a:latin typeface="+mj-lt"/>
                <a:ea typeface="+mn-ea"/>
                <a:cs typeface="+mn-cs"/>
                <a:sym typeface="Helvetica Neue"/>
              </a:rPr>
              <a:t>Level 2: Internal.</a:t>
            </a:r>
            <a:br>
              <a:rPr lang="en-US" sz="1250" b="0" i="0" kern="1200">
                <a:solidFill>
                  <a:schemeClr val="tx1"/>
                </a:solidFill>
                <a:latin typeface="+mn-lt"/>
                <a:ea typeface="+mn-ea"/>
                <a:cs typeface="+mn-cs"/>
              </a:rPr>
            </a:br>
            <a:r>
              <a:rPr lang="en-US" sz="1250" b="0" i="0" kern="1200">
                <a:solidFill>
                  <a:schemeClr val="tx1"/>
                </a:solidFill>
                <a:latin typeface="+mn-lt"/>
                <a:ea typeface="+mn-ea"/>
                <a:cs typeface="+mn-cs"/>
              </a:rPr>
              <a:t>Applies to information that can be shared broadly within Dayforce, such as company benefits, organizational charts, employee discount and health programs, and workplace posters. By default, information that is not explicitly classified and labelled as “Confidential” or “Highly Confidential” should be treated as “Internal.” </a:t>
            </a:r>
          </a:p>
          <a:p>
            <a:pPr marL="171450" indent="-171450" algn="l" defTabSz="914400" rtl="0" eaLnBrk="1" latinLnBrk="0" hangingPunct="1">
              <a:lnSpc>
                <a:spcPct val="100000"/>
              </a:lnSpc>
              <a:spcBef>
                <a:spcPts val="600"/>
              </a:spcBef>
              <a:spcAft>
                <a:spcPts val="600"/>
              </a:spcAft>
              <a:buFont typeface="Arial" panose="020B0604020202020204" pitchFamily="34" charset="0"/>
              <a:buChar char="•"/>
            </a:pPr>
            <a:r>
              <a:rPr kumimoji="0" lang="en-US" sz="1250" b="1" i="0" u="none" strike="noStrike" kern="1200" cap="none" spc="0" normalizeH="0" baseline="0">
                <a:ln>
                  <a:noFill/>
                </a:ln>
                <a:solidFill>
                  <a:schemeClr val="tx1"/>
                </a:solidFill>
                <a:effectLst/>
                <a:uFillTx/>
                <a:latin typeface="+mj-lt"/>
                <a:ea typeface="+mn-ea"/>
                <a:cs typeface="+mn-cs"/>
                <a:sym typeface="Helvetica Neue"/>
              </a:rPr>
              <a:t>Level 3: Confidential. </a:t>
            </a:r>
            <a:br>
              <a:rPr lang="en-US" sz="1250" b="0" i="0" kern="1200">
                <a:solidFill>
                  <a:schemeClr val="tx1"/>
                </a:solidFill>
                <a:latin typeface="+mn-lt"/>
                <a:ea typeface="+mn-ea"/>
                <a:cs typeface="+mn-cs"/>
              </a:rPr>
            </a:br>
            <a:r>
              <a:rPr lang="en-US" sz="1250" b="0" i="0" kern="1200">
                <a:solidFill>
                  <a:schemeClr val="tx1"/>
                </a:solidFill>
                <a:latin typeface="+mn-lt"/>
                <a:ea typeface="+mn-ea"/>
                <a:cs typeface="+mn-cs"/>
              </a:rPr>
              <a:t>Applies to information that cannot be disclosed externally or shared widely within Dayforce. Such information is for limited distribution to those who have a legitimate, proven need-to-know in order to perform their job responsibilities. Broad access to this information within or outside of Dayforce could cause harm to Dayforce, our clients, employees, or business partners.</a:t>
            </a:r>
            <a:br>
              <a:rPr lang="en-US" sz="1250" b="0" i="0" kern="1200">
                <a:solidFill>
                  <a:schemeClr val="tx1"/>
                </a:solidFill>
                <a:latin typeface="+mn-lt"/>
                <a:ea typeface="+mn-ea"/>
                <a:cs typeface="+mn-cs"/>
              </a:rPr>
            </a:br>
            <a:r>
              <a:rPr lang="en-US" sz="1250" b="0" i="0" kern="1200">
                <a:solidFill>
                  <a:schemeClr val="tx1"/>
                </a:solidFill>
                <a:latin typeface="+mn-lt"/>
                <a:ea typeface="+mn-ea"/>
                <a:cs typeface="+mn-cs"/>
              </a:rPr>
              <a:t>Examples of such information include strategic plans, customer or employee lists, IT network diagrams, security vulnerabilities, application code, attorney-client privileged communications, and Personal Information (as defined in the Policy) that is not considered to be sensitive. </a:t>
            </a:r>
          </a:p>
          <a:p>
            <a:pPr marL="171450" indent="-171450" algn="l" defTabSz="914400" rtl="0" eaLnBrk="1" latinLnBrk="0" hangingPunct="1">
              <a:lnSpc>
                <a:spcPct val="100000"/>
              </a:lnSpc>
              <a:spcBef>
                <a:spcPts val="600"/>
              </a:spcBef>
              <a:spcAft>
                <a:spcPts val="600"/>
              </a:spcAft>
              <a:buFont typeface="Arial" panose="020B0604020202020204" pitchFamily="34" charset="0"/>
              <a:buChar char="•"/>
            </a:pPr>
            <a:r>
              <a:rPr kumimoji="0" lang="en-US" sz="1250" b="1" i="0" u="none" strike="noStrike" kern="1200" cap="none" spc="0" normalizeH="0" baseline="0">
                <a:ln>
                  <a:noFill/>
                </a:ln>
                <a:solidFill>
                  <a:schemeClr val="tx1"/>
                </a:solidFill>
                <a:effectLst/>
                <a:uFillTx/>
                <a:latin typeface="+mj-lt"/>
                <a:ea typeface="+mn-ea"/>
                <a:cs typeface="+mn-cs"/>
                <a:sym typeface="Helvetica Neue"/>
              </a:rPr>
              <a:t>Level 4: Highly Confidential. </a:t>
            </a:r>
            <a:br>
              <a:rPr lang="en-US" sz="1250" b="0" i="0" kern="1200">
                <a:solidFill>
                  <a:schemeClr val="tx1"/>
                </a:solidFill>
                <a:latin typeface="+mn-lt"/>
                <a:ea typeface="+mn-ea"/>
                <a:cs typeface="+mn-cs"/>
              </a:rPr>
            </a:br>
            <a:r>
              <a:rPr lang="en-US" sz="1250" b="0" i="0" kern="1200">
                <a:solidFill>
                  <a:schemeClr val="tx1"/>
                </a:solidFill>
                <a:latin typeface="+mn-lt"/>
                <a:ea typeface="+mn-ea"/>
                <a:cs typeface="+mn-cs"/>
              </a:rPr>
              <a:t>Information that is Dayforce’s most sensitive and of which disclosure to unauthorized parties could result in fines or financial liability, severe reputational harm, or could otherwise jeopardize Dayforce’s business future. Such information includes source codes for all Dayforce products, passwords, encryption keys, answers to secret questions, and Sensitive Personal Information (as defined in the Policy). </a:t>
            </a:r>
          </a:p>
        </p:txBody>
      </p:sp>
      <p:sp>
        <p:nvSpPr>
          <p:cNvPr id="2" name="TextBox 1">
            <a:extLst>
              <a:ext uri="{FF2B5EF4-FFF2-40B4-BE49-F238E27FC236}">
                <a16:creationId xmlns:a16="http://schemas.microsoft.com/office/drawing/2014/main" id="{EC80DBC1-9550-2A98-3292-38D3A0523726}"/>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1029023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3_Title_Slide_1">
    <p:bg>
      <p:bgPr>
        <a:solidFill>
          <a:schemeClr val="tx2"/>
        </a:solidFill>
        <a:effectLst/>
      </p:bgPr>
    </p:bg>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F3E97286-7F1B-004D-02BF-9C66122A2AEE}"/>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a:fillRect/>
          </a:stretch>
        </p:blipFill>
        <p:spPr>
          <a:xfrm rot="1304002">
            <a:off x="6923805" y="-1511311"/>
            <a:ext cx="7421612" cy="7421612"/>
          </a:xfrm>
          <a:custGeom>
            <a:avLst/>
            <a:gdLst>
              <a:gd name="connsiteX0" fmla="*/ 0 w 7421612"/>
              <a:gd name="connsiteY0" fmla="*/ 2822213 h 7421612"/>
              <a:gd name="connsiteX1" fmla="*/ 4343045 w 7421612"/>
              <a:gd name="connsiteY1" fmla="*/ 1090976 h 7421612"/>
              <a:gd name="connsiteX2" fmla="*/ 6703225 w 7421612"/>
              <a:gd name="connsiteY2" fmla="*/ 7011806 h 7421612"/>
              <a:gd name="connsiteX3" fmla="*/ 7421612 w 7421612"/>
              <a:gd name="connsiteY3" fmla="*/ 6725440 h 7421612"/>
              <a:gd name="connsiteX4" fmla="*/ 7421612 w 7421612"/>
              <a:gd name="connsiteY4" fmla="*/ 7421612 h 7421612"/>
              <a:gd name="connsiteX5" fmla="*/ 0 w 7421612"/>
              <a:gd name="connsiteY5" fmla="*/ 7421612 h 7421612"/>
              <a:gd name="connsiteX6" fmla="*/ 6931241 w 7421612"/>
              <a:gd name="connsiteY6" fmla="*/ 0 h 7421612"/>
              <a:gd name="connsiteX7" fmla="*/ 7421612 w 7421612"/>
              <a:gd name="connsiteY7" fmla="*/ 0 h 7421612"/>
              <a:gd name="connsiteX8" fmla="*/ 7421612 w 7421612"/>
              <a:gd name="connsiteY8" fmla="*/ 1230162 h 7421612"/>
              <a:gd name="connsiteX9" fmla="*/ 6207438 w 7421612"/>
              <a:gd name="connsiteY9" fmla="*/ 0 h 7421612"/>
              <a:gd name="connsiteX10" fmla="*/ 6244656 w 7421612"/>
              <a:gd name="connsiteY10" fmla="*/ 0 h 7421612"/>
              <a:gd name="connsiteX11" fmla="*/ 6212541 w 7421612"/>
              <a:gd name="connsiteY11" fmla="*/ 12802 h 7421612"/>
              <a:gd name="connsiteX12" fmla="*/ 0 w 7421612"/>
              <a:gd name="connsiteY12" fmla="*/ 0 h 7421612"/>
              <a:gd name="connsiteX13" fmla="*/ 851854 w 7421612"/>
              <a:gd name="connsiteY13" fmla="*/ 0 h 7421612"/>
              <a:gd name="connsiteX14" fmla="*/ 0 w 7421612"/>
              <a:gd name="connsiteY14" fmla="*/ 339569 h 7421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421612" h="7421612">
                <a:moveTo>
                  <a:pt x="0" y="2822213"/>
                </a:moveTo>
                <a:lnTo>
                  <a:pt x="4343045" y="1090976"/>
                </a:lnTo>
                <a:lnTo>
                  <a:pt x="6703225" y="7011806"/>
                </a:lnTo>
                <a:lnTo>
                  <a:pt x="7421612" y="6725440"/>
                </a:lnTo>
                <a:lnTo>
                  <a:pt x="7421612" y="7421612"/>
                </a:lnTo>
                <a:lnTo>
                  <a:pt x="0" y="7421612"/>
                </a:lnTo>
                <a:close/>
                <a:moveTo>
                  <a:pt x="6931241" y="0"/>
                </a:moveTo>
                <a:lnTo>
                  <a:pt x="7421612" y="0"/>
                </a:lnTo>
                <a:lnTo>
                  <a:pt x="7421612" y="1230162"/>
                </a:lnTo>
                <a:close/>
                <a:moveTo>
                  <a:pt x="6207438" y="0"/>
                </a:moveTo>
                <a:lnTo>
                  <a:pt x="6244656" y="0"/>
                </a:lnTo>
                <a:lnTo>
                  <a:pt x="6212541" y="12802"/>
                </a:lnTo>
                <a:close/>
                <a:moveTo>
                  <a:pt x="0" y="0"/>
                </a:moveTo>
                <a:lnTo>
                  <a:pt x="851854" y="0"/>
                </a:lnTo>
                <a:lnTo>
                  <a:pt x="0" y="339569"/>
                </a:lnTo>
                <a:close/>
              </a:path>
            </a:pathLst>
          </a:custGeom>
        </p:spPr>
      </p:pic>
      <p:pic>
        <p:nvPicPr>
          <p:cNvPr id="27" name="Graphic 26">
            <a:extLst>
              <a:ext uri="{FF2B5EF4-FFF2-40B4-BE49-F238E27FC236}">
                <a16:creationId xmlns:a16="http://schemas.microsoft.com/office/drawing/2014/main" id="{5AEDC071-EA0B-1969-8CB4-A21A72CB277C}"/>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7467486" y="0"/>
            <a:ext cx="4724514" cy="5963731"/>
          </a:xfrm>
          <a:prstGeom prst="rect">
            <a:avLst/>
          </a:prstGeom>
        </p:spPr>
      </p:pic>
      <p:pic>
        <p:nvPicPr>
          <p:cNvPr id="11" name="Graphic 10">
            <a:extLst>
              <a:ext uri="{FF2B5EF4-FFF2-40B4-BE49-F238E27FC236}">
                <a16:creationId xmlns:a16="http://schemas.microsoft.com/office/drawing/2014/main" id="{F691F33E-EAF3-D879-5AB7-30B34CC5FA0B}"/>
              </a:ext>
            </a:extLst>
          </p:cNvPr>
          <p:cNvPicPr>
            <a:picLocks noChangeAspect="1"/>
          </p:cNvPicPr>
          <p:nvPr userDrawn="1"/>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713796" y="588232"/>
            <a:ext cx="1841631" cy="440138"/>
          </a:xfrm>
          <a:prstGeom prst="rect">
            <a:avLst/>
          </a:prstGeom>
        </p:spPr>
      </p:pic>
      <p:graphicFrame>
        <p:nvGraphicFramePr>
          <p:cNvPr id="5" name="Object 4" hidden="1">
            <a:extLst>
              <a:ext uri="{FF2B5EF4-FFF2-40B4-BE49-F238E27FC236}">
                <a16:creationId xmlns:a16="http://schemas.microsoft.com/office/drawing/2014/main" id="{1E2C42FE-8438-4ECE-4770-0A931CA3F82C}"/>
              </a:ext>
            </a:extLst>
          </p:cNvPr>
          <p:cNvGraphicFramePr>
            <a:graphicFrameLocks noChangeAspect="1"/>
          </p:cNvGraphicFramePr>
          <p:nvPr userDrawn="1">
            <p:custDataLst>
              <p:tags r:id="rId1"/>
            </p:custDataLst>
            <p:extLst>
              <p:ext uri="{D42A27DB-BD31-4B8C-83A1-F6EECF244321}">
                <p14:modId xmlns:p14="http://schemas.microsoft.com/office/powerpoint/2010/main" val="7920542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347" imgH="348" progId="TCLayout.ActiveDocument.1">
                  <p:embed/>
                </p:oleObj>
              </mc:Choice>
              <mc:Fallback>
                <p:oleObj name="think-cell Slide" r:id="rId9" imgW="347" imgH="348" progId="TCLayout.ActiveDocument.1">
                  <p:embed/>
                  <p:pic>
                    <p:nvPicPr>
                      <p:cNvPr id="5" name="Object 4" hidden="1">
                        <a:extLst>
                          <a:ext uri="{FF2B5EF4-FFF2-40B4-BE49-F238E27FC236}">
                            <a16:creationId xmlns:a16="http://schemas.microsoft.com/office/drawing/2014/main" id="{1E2C42FE-8438-4ECE-4770-0A931CA3F82C}"/>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6" name="Subtitle 2">
            <a:extLst>
              <a:ext uri="{FF2B5EF4-FFF2-40B4-BE49-F238E27FC236}">
                <a16:creationId xmlns:a16="http://schemas.microsoft.com/office/drawing/2014/main" id="{75AD1E75-B5FA-55FD-AE40-1219E6705E78}"/>
              </a:ext>
            </a:extLst>
          </p:cNvPr>
          <p:cNvSpPr>
            <a:spLocks noGrp="1"/>
          </p:cNvSpPr>
          <p:nvPr>
            <p:ph type="subTitle" idx="1" hasCustomPrompt="1"/>
          </p:nvPr>
        </p:nvSpPr>
        <p:spPr>
          <a:xfrm>
            <a:off x="595743" y="4130894"/>
            <a:ext cx="5943600" cy="988945"/>
          </a:xfrm>
          <a:prstGeom prst="rect">
            <a:avLst/>
          </a:prstGeom>
        </p:spPr>
        <p:txBody>
          <a:bodyPr lIns="0" anchor="t">
            <a:noAutofit/>
          </a:bodyPr>
          <a:lstStyle>
            <a:lvl1pPr marL="0" indent="0" algn="l">
              <a:lnSpc>
                <a:spcPct val="90000"/>
              </a:lnSpc>
              <a:buNone/>
              <a:defRPr sz="3200" b="0" i="0">
                <a:solidFill>
                  <a:schemeClr val="bg2"/>
                </a:solidFill>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goes here</a:t>
            </a:r>
          </a:p>
        </p:txBody>
      </p:sp>
      <p:sp>
        <p:nvSpPr>
          <p:cNvPr id="7" name="Title 10">
            <a:extLst>
              <a:ext uri="{FF2B5EF4-FFF2-40B4-BE49-F238E27FC236}">
                <a16:creationId xmlns:a16="http://schemas.microsoft.com/office/drawing/2014/main" id="{F67D4929-1EDA-28A3-103C-54FBF891E363}"/>
              </a:ext>
            </a:extLst>
          </p:cNvPr>
          <p:cNvSpPr>
            <a:spLocks noGrp="1"/>
          </p:cNvSpPr>
          <p:nvPr>
            <p:ph type="title" hasCustomPrompt="1"/>
          </p:nvPr>
        </p:nvSpPr>
        <p:spPr>
          <a:xfrm>
            <a:off x="595743" y="1871239"/>
            <a:ext cx="5943600" cy="2099268"/>
          </a:xfrm>
          <a:prstGeom prst="rect">
            <a:avLst/>
          </a:prstGeom>
        </p:spPr>
        <p:txBody>
          <a:bodyPr vert="horz" lIns="0" anchor="b">
            <a:normAutofit/>
          </a:bodyPr>
          <a:lstStyle>
            <a:lvl1pPr algn="l">
              <a:defRPr sz="5400" b="1" i="0" baseline="0">
                <a:solidFill>
                  <a:schemeClr val="bg2"/>
                </a:solidFill>
                <a:latin typeface="Clarika Geometric DemiBold" pitchFamily="2" charset="77"/>
                <a:cs typeface="Arial" panose="020B0604020202020204" pitchFamily="34" charset="0"/>
              </a:defRPr>
            </a:lvl1pPr>
          </a:lstStyle>
          <a:p>
            <a:r>
              <a:rPr lang="en-US"/>
              <a:t>Insert title here</a:t>
            </a:r>
          </a:p>
        </p:txBody>
      </p:sp>
      <p:sp>
        <p:nvSpPr>
          <p:cNvPr id="19" name="Text Placeholder 3">
            <a:extLst>
              <a:ext uri="{FF2B5EF4-FFF2-40B4-BE49-F238E27FC236}">
                <a16:creationId xmlns:a16="http://schemas.microsoft.com/office/drawing/2014/main" id="{DB378CF3-E538-1323-9DAD-74622D9C8BE4}"/>
              </a:ext>
            </a:extLst>
          </p:cNvPr>
          <p:cNvSpPr>
            <a:spLocks noGrp="1"/>
          </p:cNvSpPr>
          <p:nvPr>
            <p:ph type="body" sz="quarter" idx="13" hasCustomPrompt="1"/>
          </p:nvPr>
        </p:nvSpPr>
        <p:spPr>
          <a:xfrm>
            <a:off x="595743" y="5972141"/>
            <a:ext cx="4103255" cy="230832"/>
          </a:xfrm>
          <a:prstGeom prst="rect">
            <a:avLst/>
          </a:prstGeom>
        </p:spPr>
        <p:txBody>
          <a:bodyPr lIns="0" rIns="0">
            <a:noAutofit/>
          </a:bodyPr>
          <a:lstStyle>
            <a:lvl1pPr marL="0" indent="0" algn="l">
              <a:buNone/>
              <a:defRPr lang="en-US" sz="1600" b="0" i="0" u="none" strike="noStrike" cap="none" spc="0" baseline="0" dirty="0">
                <a:solidFill>
                  <a:schemeClr val="bg2"/>
                </a:solidFill>
                <a:uFillTx/>
                <a:latin typeface="+mn-lt"/>
                <a:ea typeface="Helvetica Neue"/>
                <a:cs typeface="Arial" panose="020B0604020202020204" pitchFamily="34" charset="0"/>
                <a:sym typeface="Helvetica Neue"/>
              </a:defRPr>
            </a:lvl1pPr>
          </a:lstStyle>
          <a:p>
            <a:pPr marL="457200" marR="0" lvl="0" indent="-457200" algn="l" defTabSz="412750" rtl="0" latinLnBrk="0">
              <a:lnSpc>
                <a:spcPct val="100000"/>
              </a:lnSpc>
              <a:spcBef>
                <a:spcPts val="0"/>
              </a:spcBef>
              <a:spcAft>
                <a:spcPts val="0"/>
              </a:spcAft>
              <a:buClrTx/>
              <a:buSzTx/>
              <a:tabLst/>
            </a:pPr>
            <a:r>
              <a:rPr lang="en-US"/>
              <a:t>Month Day, Year</a:t>
            </a:r>
          </a:p>
        </p:txBody>
      </p:sp>
      <p:sp>
        <p:nvSpPr>
          <p:cNvPr id="22" name="Picture Placeholder 21">
            <a:extLst>
              <a:ext uri="{FF2B5EF4-FFF2-40B4-BE49-F238E27FC236}">
                <a16:creationId xmlns:a16="http://schemas.microsoft.com/office/drawing/2014/main" id="{03EFB985-459A-B97F-6C7A-F51143485F5A}"/>
              </a:ext>
            </a:extLst>
          </p:cNvPr>
          <p:cNvSpPr>
            <a:spLocks noGrp="1"/>
          </p:cNvSpPr>
          <p:nvPr>
            <p:ph type="pic" sz="quarter" idx="14"/>
          </p:nvPr>
        </p:nvSpPr>
        <p:spPr>
          <a:xfrm>
            <a:off x="7014139" y="1189342"/>
            <a:ext cx="4724514" cy="4726131"/>
          </a:xfrm>
          <a:prstGeom prst="ellipse">
            <a:avLst/>
          </a:prstGeom>
          <a:noFill/>
        </p:spPr>
        <p:txBody>
          <a:bodyPr/>
          <a:lstStyle/>
          <a:p>
            <a:endParaRPr lang="en-US"/>
          </a:p>
        </p:txBody>
      </p:sp>
      <p:grpSp>
        <p:nvGrpSpPr>
          <p:cNvPr id="2" name="Group 1">
            <a:extLst>
              <a:ext uri="{FF2B5EF4-FFF2-40B4-BE49-F238E27FC236}">
                <a16:creationId xmlns:a16="http://schemas.microsoft.com/office/drawing/2014/main" id="{2E9516AE-C6F0-849E-789D-7569AFD2A0B0}"/>
              </a:ext>
            </a:extLst>
          </p:cNvPr>
          <p:cNvGrpSpPr/>
          <p:nvPr userDrawn="1"/>
        </p:nvGrpSpPr>
        <p:grpSpPr>
          <a:xfrm>
            <a:off x="9819437" y="4815814"/>
            <a:ext cx="1609200" cy="1609200"/>
            <a:chOff x="9819437" y="4815814"/>
            <a:chExt cx="1609200" cy="1609200"/>
          </a:xfrm>
        </p:grpSpPr>
        <p:sp>
          <p:nvSpPr>
            <p:cNvPr id="3" name="Oval 2">
              <a:extLst>
                <a:ext uri="{FF2B5EF4-FFF2-40B4-BE49-F238E27FC236}">
                  <a16:creationId xmlns:a16="http://schemas.microsoft.com/office/drawing/2014/main" id="{E990280B-5A58-5D4E-421E-7FDBCA47C197}"/>
                </a:ext>
              </a:extLst>
            </p:cNvPr>
            <p:cNvSpPr>
              <a:spLocks noChangeAspect="1"/>
            </p:cNvSpPr>
            <p:nvPr/>
          </p:nvSpPr>
          <p:spPr>
            <a:xfrm>
              <a:off x="9819437" y="4815814"/>
              <a:ext cx="1609200" cy="16092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reeform 3">
              <a:extLst>
                <a:ext uri="{FF2B5EF4-FFF2-40B4-BE49-F238E27FC236}">
                  <a16:creationId xmlns:a16="http://schemas.microsoft.com/office/drawing/2014/main" id="{8D7F502A-30A6-006D-C5A4-B49A56EC1768}"/>
                </a:ext>
              </a:extLst>
            </p:cNvPr>
            <p:cNvSpPr>
              <a:spLocks noChangeAspect="1"/>
            </p:cNvSpPr>
            <p:nvPr/>
          </p:nvSpPr>
          <p:spPr>
            <a:xfrm>
              <a:off x="9819438" y="4815814"/>
              <a:ext cx="1378093" cy="1050023"/>
            </a:xfrm>
            <a:custGeom>
              <a:avLst/>
              <a:gdLst>
                <a:gd name="connsiteX0" fmla="*/ 804600 w 1378093"/>
                <a:gd name="connsiteY0" fmla="*/ 0 h 1050023"/>
                <a:gd name="connsiteX1" fmla="*/ 1373538 w 1378093"/>
                <a:gd name="connsiteY1" fmla="*/ 235662 h 1050023"/>
                <a:gd name="connsiteX2" fmla="*/ 1378093 w 1378093"/>
                <a:gd name="connsiteY2" fmla="*/ 241183 h 1050023"/>
                <a:gd name="connsiteX3" fmla="*/ 1226992 w 1378093"/>
                <a:gd name="connsiteY3" fmla="*/ 407436 h 1050023"/>
                <a:gd name="connsiteX4" fmla="*/ 258619 w 1378093"/>
                <a:gd name="connsiteY4" fmla="*/ 993406 h 1050023"/>
                <a:gd name="connsiteX5" fmla="*/ 38428 w 1378093"/>
                <a:gd name="connsiteY5" fmla="*/ 1050023 h 1050023"/>
                <a:gd name="connsiteX6" fmla="*/ 36173 w 1378093"/>
                <a:gd name="connsiteY6" fmla="*/ 1043863 h 1050023"/>
                <a:gd name="connsiteX7" fmla="*/ 0 w 1378093"/>
                <a:gd name="connsiteY7" fmla="*/ 804600 h 1050023"/>
                <a:gd name="connsiteX8" fmla="*/ 804600 w 1378093"/>
                <a:gd name="connsiteY8" fmla="*/ 0 h 105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8093" h="1050023">
                  <a:moveTo>
                    <a:pt x="804600" y="0"/>
                  </a:moveTo>
                  <a:cubicBezTo>
                    <a:pt x="1026784" y="0"/>
                    <a:pt x="1227934" y="90058"/>
                    <a:pt x="1373538" y="235662"/>
                  </a:cubicBezTo>
                  <a:lnTo>
                    <a:pt x="1378093" y="241183"/>
                  </a:lnTo>
                  <a:lnTo>
                    <a:pt x="1226992" y="407436"/>
                  </a:lnTo>
                  <a:cubicBezTo>
                    <a:pt x="959685" y="674744"/>
                    <a:pt x="628644" y="878317"/>
                    <a:pt x="258619" y="993406"/>
                  </a:cubicBezTo>
                  <a:lnTo>
                    <a:pt x="38428" y="1050023"/>
                  </a:lnTo>
                  <a:lnTo>
                    <a:pt x="36173" y="1043863"/>
                  </a:lnTo>
                  <a:cubicBezTo>
                    <a:pt x="12664" y="968280"/>
                    <a:pt x="0" y="887919"/>
                    <a:pt x="0" y="804600"/>
                  </a:cubicBezTo>
                  <a:cubicBezTo>
                    <a:pt x="0" y="360232"/>
                    <a:pt x="360232" y="0"/>
                    <a:pt x="804600"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6" name="Text Placeholder 15">
            <a:extLst>
              <a:ext uri="{FF2B5EF4-FFF2-40B4-BE49-F238E27FC236}">
                <a16:creationId xmlns:a16="http://schemas.microsoft.com/office/drawing/2014/main" id="{E26F71A6-35C7-B1F9-9066-087A3B5BE82F}"/>
              </a:ext>
            </a:extLst>
          </p:cNvPr>
          <p:cNvSpPr>
            <a:spLocks noGrp="1"/>
          </p:cNvSpPr>
          <p:nvPr>
            <p:ph type="body" sz="quarter" idx="15" hasCustomPrompt="1"/>
          </p:nvPr>
        </p:nvSpPr>
        <p:spPr>
          <a:xfrm>
            <a:off x="9830011" y="4815814"/>
            <a:ext cx="1609200" cy="1609200"/>
          </a:xfrm>
          <a:blipFill>
            <a:blip r:embed="rId11">
              <a:extLst>
                <a:ext uri="{96DAC541-7B7A-43D3-8B79-37D633B846F1}">
                  <asvg:svgBlip xmlns:asvg="http://schemas.microsoft.com/office/drawing/2016/SVG/main" r:embed="rId12"/>
                </a:ext>
              </a:extLst>
            </a:blip>
            <a:stretch>
              <a:fillRect/>
            </a:stretch>
          </a:blipFill>
        </p:spPr>
        <p:txBody>
          <a:bodyPr/>
          <a:lstStyle>
            <a:lvl1pPr>
              <a:defRPr>
                <a:solidFill>
                  <a:schemeClr val="tx1">
                    <a:alpha val="0"/>
                  </a:schemeClr>
                </a:solidFill>
              </a:defRPr>
            </a:lvl1pPr>
          </a:lstStyle>
          <a:p>
            <a:pPr lvl="0"/>
            <a:r>
              <a:rPr lang="en-US"/>
              <a:t> </a:t>
            </a:r>
          </a:p>
        </p:txBody>
      </p:sp>
      <p:sp>
        <p:nvSpPr>
          <p:cNvPr id="12" name="TextBox 11">
            <a:extLst>
              <a:ext uri="{FF2B5EF4-FFF2-40B4-BE49-F238E27FC236}">
                <a16:creationId xmlns:a16="http://schemas.microsoft.com/office/drawing/2014/main" id="{3CABDA9B-DB37-3C07-C6E9-8505C1B39843}"/>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rgbClr val="C7E5FF"/>
                </a:solidFill>
                <a:latin typeface="Clarika Grotesque" pitchFamily="2" charset="77"/>
              </a:rPr>
              <a:t>© Dayforce</a:t>
            </a:r>
          </a:p>
        </p:txBody>
      </p:sp>
    </p:spTree>
    <p:extLst>
      <p:ext uri="{BB962C8B-B14F-4D97-AF65-F5344CB8AC3E}">
        <p14:creationId xmlns:p14="http://schemas.microsoft.com/office/powerpoint/2010/main" val="1069863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2_Title_Slide_1">
    <p:bg>
      <p:bgPr>
        <a:solidFill>
          <a:schemeClr val="tx2"/>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02DF8158-3CA6-8792-530E-C50F54D7AAC9}"/>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a:fillRect/>
          </a:stretch>
        </p:blipFill>
        <p:spPr>
          <a:xfrm rot="1304002">
            <a:off x="6923805" y="-1511311"/>
            <a:ext cx="7421612" cy="7421612"/>
          </a:xfrm>
          <a:custGeom>
            <a:avLst/>
            <a:gdLst>
              <a:gd name="connsiteX0" fmla="*/ 0 w 7421612"/>
              <a:gd name="connsiteY0" fmla="*/ 2822214 h 7421612"/>
              <a:gd name="connsiteX1" fmla="*/ 4343045 w 7421612"/>
              <a:gd name="connsiteY1" fmla="*/ 1090976 h 7421612"/>
              <a:gd name="connsiteX2" fmla="*/ 6700735 w 7421612"/>
              <a:gd name="connsiteY2" fmla="*/ 7005560 h 7421612"/>
              <a:gd name="connsiteX3" fmla="*/ 7421612 w 7421612"/>
              <a:gd name="connsiteY3" fmla="*/ 6718201 h 7421612"/>
              <a:gd name="connsiteX4" fmla="*/ 7421612 w 7421612"/>
              <a:gd name="connsiteY4" fmla="*/ 7421612 h 7421612"/>
              <a:gd name="connsiteX5" fmla="*/ 0 w 7421612"/>
              <a:gd name="connsiteY5" fmla="*/ 7421612 h 7421612"/>
              <a:gd name="connsiteX6" fmla="*/ 6996383 w 7421612"/>
              <a:gd name="connsiteY6" fmla="*/ 0 h 7421612"/>
              <a:gd name="connsiteX7" fmla="*/ 7421612 w 7421612"/>
              <a:gd name="connsiteY7" fmla="*/ 0 h 7421612"/>
              <a:gd name="connsiteX8" fmla="*/ 7421612 w 7421612"/>
              <a:gd name="connsiteY8" fmla="*/ 1066744 h 7421612"/>
              <a:gd name="connsiteX9" fmla="*/ 6402864 w 7421612"/>
              <a:gd name="connsiteY9" fmla="*/ 0 h 7421612"/>
              <a:gd name="connsiteX10" fmla="*/ 6408074 w 7421612"/>
              <a:gd name="connsiteY10" fmla="*/ 0 h 7421612"/>
              <a:gd name="connsiteX11" fmla="*/ 6403579 w 7421612"/>
              <a:gd name="connsiteY11" fmla="*/ 1792 h 7421612"/>
              <a:gd name="connsiteX12" fmla="*/ 0 w 7421612"/>
              <a:gd name="connsiteY12" fmla="*/ 0 h 7421612"/>
              <a:gd name="connsiteX13" fmla="*/ 1233166 w 7421612"/>
              <a:gd name="connsiteY13" fmla="*/ 0 h 7421612"/>
              <a:gd name="connsiteX14" fmla="*/ 0 w 7421612"/>
              <a:gd name="connsiteY14" fmla="*/ 491568 h 7421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421612" h="7421612">
                <a:moveTo>
                  <a:pt x="0" y="2822214"/>
                </a:moveTo>
                <a:lnTo>
                  <a:pt x="4343045" y="1090976"/>
                </a:lnTo>
                <a:lnTo>
                  <a:pt x="6700735" y="7005560"/>
                </a:lnTo>
                <a:lnTo>
                  <a:pt x="7421612" y="6718201"/>
                </a:lnTo>
                <a:lnTo>
                  <a:pt x="7421612" y="7421612"/>
                </a:lnTo>
                <a:lnTo>
                  <a:pt x="0" y="7421612"/>
                </a:lnTo>
                <a:close/>
                <a:moveTo>
                  <a:pt x="6996383" y="0"/>
                </a:moveTo>
                <a:lnTo>
                  <a:pt x="7421612" y="0"/>
                </a:lnTo>
                <a:lnTo>
                  <a:pt x="7421612" y="1066744"/>
                </a:lnTo>
                <a:close/>
                <a:moveTo>
                  <a:pt x="6402864" y="0"/>
                </a:moveTo>
                <a:lnTo>
                  <a:pt x="6408074" y="0"/>
                </a:lnTo>
                <a:lnTo>
                  <a:pt x="6403579" y="1792"/>
                </a:lnTo>
                <a:close/>
                <a:moveTo>
                  <a:pt x="0" y="0"/>
                </a:moveTo>
                <a:lnTo>
                  <a:pt x="1233166" y="0"/>
                </a:lnTo>
                <a:lnTo>
                  <a:pt x="0" y="491568"/>
                </a:lnTo>
                <a:close/>
              </a:path>
            </a:pathLst>
          </a:custGeom>
        </p:spPr>
      </p:pic>
      <p:pic>
        <p:nvPicPr>
          <p:cNvPr id="27" name="Graphic 26">
            <a:extLst>
              <a:ext uri="{FF2B5EF4-FFF2-40B4-BE49-F238E27FC236}">
                <a16:creationId xmlns:a16="http://schemas.microsoft.com/office/drawing/2014/main" id="{5AEDC071-EA0B-1969-8CB4-A21A72CB277C}"/>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7467486" y="0"/>
            <a:ext cx="4724514" cy="5963731"/>
          </a:xfrm>
          <a:prstGeom prst="rect">
            <a:avLst/>
          </a:prstGeom>
        </p:spPr>
      </p:pic>
      <p:pic>
        <p:nvPicPr>
          <p:cNvPr id="11" name="Graphic 10">
            <a:extLst>
              <a:ext uri="{FF2B5EF4-FFF2-40B4-BE49-F238E27FC236}">
                <a16:creationId xmlns:a16="http://schemas.microsoft.com/office/drawing/2014/main" id="{F691F33E-EAF3-D879-5AB7-30B34CC5FA0B}"/>
              </a:ext>
            </a:extLst>
          </p:cNvPr>
          <p:cNvPicPr>
            <a:picLocks noChangeAspect="1"/>
          </p:cNvPicPr>
          <p:nvPr userDrawn="1"/>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713796" y="588232"/>
            <a:ext cx="1841631" cy="440138"/>
          </a:xfrm>
          <a:prstGeom prst="rect">
            <a:avLst/>
          </a:prstGeom>
        </p:spPr>
      </p:pic>
      <p:graphicFrame>
        <p:nvGraphicFramePr>
          <p:cNvPr id="5" name="Object 4" hidden="1">
            <a:extLst>
              <a:ext uri="{FF2B5EF4-FFF2-40B4-BE49-F238E27FC236}">
                <a16:creationId xmlns:a16="http://schemas.microsoft.com/office/drawing/2014/main" id="{1E2C42FE-8438-4ECE-4770-0A931CA3F82C}"/>
              </a:ext>
            </a:extLst>
          </p:cNvPr>
          <p:cNvGraphicFramePr>
            <a:graphicFrameLocks noChangeAspect="1"/>
          </p:cNvGraphicFramePr>
          <p:nvPr userDrawn="1">
            <p:custDataLst>
              <p:tags r:id="rId1"/>
            </p:custDataLst>
            <p:extLst>
              <p:ext uri="{D42A27DB-BD31-4B8C-83A1-F6EECF244321}">
                <p14:modId xmlns:p14="http://schemas.microsoft.com/office/powerpoint/2010/main" val="7920542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347" imgH="348" progId="TCLayout.ActiveDocument.1">
                  <p:embed/>
                </p:oleObj>
              </mc:Choice>
              <mc:Fallback>
                <p:oleObj name="think-cell Slide" r:id="rId9" imgW="347" imgH="348" progId="TCLayout.ActiveDocument.1">
                  <p:embed/>
                  <p:pic>
                    <p:nvPicPr>
                      <p:cNvPr id="5" name="Object 4" hidden="1">
                        <a:extLst>
                          <a:ext uri="{FF2B5EF4-FFF2-40B4-BE49-F238E27FC236}">
                            <a16:creationId xmlns:a16="http://schemas.microsoft.com/office/drawing/2014/main" id="{1E2C42FE-8438-4ECE-4770-0A931CA3F82C}"/>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6" name="Subtitle 2">
            <a:extLst>
              <a:ext uri="{FF2B5EF4-FFF2-40B4-BE49-F238E27FC236}">
                <a16:creationId xmlns:a16="http://schemas.microsoft.com/office/drawing/2014/main" id="{75AD1E75-B5FA-55FD-AE40-1219E6705E78}"/>
              </a:ext>
            </a:extLst>
          </p:cNvPr>
          <p:cNvSpPr>
            <a:spLocks noGrp="1"/>
          </p:cNvSpPr>
          <p:nvPr>
            <p:ph type="subTitle" idx="1" hasCustomPrompt="1"/>
          </p:nvPr>
        </p:nvSpPr>
        <p:spPr>
          <a:xfrm>
            <a:off x="595743" y="4130894"/>
            <a:ext cx="5943600" cy="988945"/>
          </a:xfrm>
          <a:prstGeom prst="rect">
            <a:avLst/>
          </a:prstGeom>
        </p:spPr>
        <p:txBody>
          <a:bodyPr lIns="0" anchor="t">
            <a:noAutofit/>
          </a:bodyPr>
          <a:lstStyle>
            <a:lvl1pPr marL="0" indent="0" algn="l">
              <a:lnSpc>
                <a:spcPct val="90000"/>
              </a:lnSpc>
              <a:buNone/>
              <a:defRPr sz="3200" b="0" i="0">
                <a:solidFill>
                  <a:schemeClr val="bg2"/>
                </a:solidFill>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goes here</a:t>
            </a:r>
          </a:p>
        </p:txBody>
      </p:sp>
      <p:sp>
        <p:nvSpPr>
          <p:cNvPr id="7" name="Title 10">
            <a:extLst>
              <a:ext uri="{FF2B5EF4-FFF2-40B4-BE49-F238E27FC236}">
                <a16:creationId xmlns:a16="http://schemas.microsoft.com/office/drawing/2014/main" id="{F67D4929-1EDA-28A3-103C-54FBF891E363}"/>
              </a:ext>
            </a:extLst>
          </p:cNvPr>
          <p:cNvSpPr>
            <a:spLocks noGrp="1"/>
          </p:cNvSpPr>
          <p:nvPr>
            <p:ph type="title" hasCustomPrompt="1"/>
          </p:nvPr>
        </p:nvSpPr>
        <p:spPr>
          <a:xfrm>
            <a:off x="595743" y="1871239"/>
            <a:ext cx="5943600" cy="2099268"/>
          </a:xfrm>
          <a:prstGeom prst="rect">
            <a:avLst/>
          </a:prstGeom>
        </p:spPr>
        <p:txBody>
          <a:bodyPr vert="horz" lIns="0" anchor="b">
            <a:normAutofit/>
          </a:bodyPr>
          <a:lstStyle>
            <a:lvl1pPr algn="l">
              <a:defRPr sz="5400" b="1" i="0" baseline="0">
                <a:solidFill>
                  <a:schemeClr val="bg2"/>
                </a:solidFill>
                <a:latin typeface="Clarika Geometric DemiBold" pitchFamily="2" charset="77"/>
                <a:cs typeface="Arial" panose="020B0604020202020204" pitchFamily="34" charset="0"/>
              </a:defRPr>
            </a:lvl1pPr>
          </a:lstStyle>
          <a:p>
            <a:r>
              <a:rPr lang="en-US"/>
              <a:t>Insert title here</a:t>
            </a:r>
          </a:p>
        </p:txBody>
      </p:sp>
      <p:sp>
        <p:nvSpPr>
          <p:cNvPr id="19" name="Text Placeholder 3">
            <a:extLst>
              <a:ext uri="{FF2B5EF4-FFF2-40B4-BE49-F238E27FC236}">
                <a16:creationId xmlns:a16="http://schemas.microsoft.com/office/drawing/2014/main" id="{DB378CF3-E538-1323-9DAD-74622D9C8BE4}"/>
              </a:ext>
            </a:extLst>
          </p:cNvPr>
          <p:cNvSpPr>
            <a:spLocks noGrp="1"/>
          </p:cNvSpPr>
          <p:nvPr>
            <p:ph type="body" sz="quarter" idx="13" hasCustomPrompt="1"/>
          </p:nvPr>
        </p:nvSpPr>
        <p:spPr>
          <a:xfrm>
            <a:off x="595743" y="5972141"/>
            <a:ext cx="4103255" cy="230832"/>
          </a:xfrm>
          <a:prstGeom prst="rect">
            <a:avLst/>
          </a:prstGeom>
        </p:spPr>
        <p:txBody>
          <a:bodyPr lIns="0" rIns="0">
            <a:noAutofit/>
          </a:bodyPr>
          <a:lstStyle>
            <a:lvl1pPr marL="0" indent="0" algn="l">
              <a:buNone/>
              <a:defRPr lang="en-US" sz="1600" b="0" i="0" u="none" strike="noStrike" cap="none" spc="0" baseline="0" dirty="0">
                <a:solidFill>
                  <a:schemeClr val="bg2"/>
                </a:solidFill>
                <a:uFillTx/>
                <a:latin typeface="+mn-lt"/>
                <a:ea typeface="Helvetica Neue"/>
                <a:cs typeface="Arial" panose="020B0604020202020204" pitchFamily="34" charset="0"/>
                <a:sym typeface="Helvetica Neue"/>
              </a:defRPr>
            </a:lvl1pPr>
          </a:lstStyle>
          <a:p>
            <a:pPr marL="457200" marR="0" lvl="0" indent="-457200" algn="l" defTabSz="412750" rtl="0" latinLnBrk="0">
              <a:lnSpc>
                <a:spcPct val="100000"/>
              </a:lnSpc>
              <a:spcBef>
                <a:spcPts val="0"/>
              </a:spcBef>
              <a:spcAft>
                <a:spcPts val="0"/>
              </a:spcAft>
              <a:buClrTx/>
              <a:buSzTx/>
              <a:tabLst/>
            </a:pPr>
            <a:r>
              <a:rPr lang="en-US"/>
              <a:t>Month Day, Year</a:t>
            </a:r>
          </a:p>
        </p:txBody>
      </p:sp>
      <p:sp>
        <p:nvSpPr>
          <p:cNvPr id="22" name="Picture Placeholder 21">
            <a:extLst>
              <a:ext uri="{FF2B5EF4-FFF2-40B4-BE49-F238E27FC236}">
                <a16:creationId xmlns:a16="http://schemas.microsoft.com/office/drawing/2014/main" id="{03EFB985-459A-B97F-6C7A-F51143485F5A}"/>
              </a:ext>
            </a:extLst>
          </p:cNvPr>
          <p:cNvSpPr>
            <a:spLocks noGrp="1"/>
          </p:cNvSpPr>
          <p:nvPr>
            <p:ph type="pic" sz="quarter" idx="14"/>
          </p:nvPr>
        </p:nvSpPr>
        <p:spPr>
          <a:xfrm>
            <a:off x="7014139" y="1189342"/>
            <a:ext cx="4724514" cy="4726131"/>
          </a:xfrm>
          <a:prstGeom prst="ellipse">
            <a:avLst/>
          </a:prstGeom>
        </p:spPr>
        <p:txBody>
          <a:bodyPr/>
          <a:lstStyle/>
          <a:p>
            <a:endParaRPr lang="en-US"/>
          </a:p>
        </p:txBody>
      </p:sp>
      <p:grpSp>
        <p:nvGrpSpPr>
          <p:cNvPr id="16" name="Group 15">
            <a:extLst>
              <a:ext uri="{FF2B5EF4-FFF2-40B4-BE49-F238E27FC236}">
                <a16:creationId xmlns:a16="http://schemas.microsoft.com/office/drawing/2014/main" id="{C7DC354D-CB21-2F3B-DEA6-39388967E735}"/>
              </a:ext>
            </a:extLst>
          </p:cNvPr>
          <p:cNvGrpSpPr/>
          <p:nvPr userDrawn="1"/>
        </p:nvGrpSpPr>
        <p:grpSpPr>
          <a:xfrm>
            <a:off x="9819437" y="4815814"/>
            <a:ext cx="1609200" cy="1609200"/>
            <a:chOff x="9819437" y="4815814"/>
            <a:chExt cx="1609200" cy="1609200"/>
          </a:xfrm>
          <a:blipFill>
            <a:blip r:embed="rId11">
              <a:extLst>
                <a:ext uri="{96DAC541-7B7A-43D3-8B79-37D633B846F1}">
                  <asvg:svgBlip xmlns:asvg="http://schemas.microsoft.com/office/drawing/2016/SVG/main" r:embed="rId12"/>
                </a:ext>
              </a:extLst>
            </a:blip>
            <a:stretch>
              <a:fillRect/>
            </a:stretch>
          </a:blipFill>
        </p:grpSpPr>
        <p:sp>
          <p:nvSpPr>
            <p:cNvPr id="17" name="Oval 16">
              <a:extLst>
                <a:ext uri="{FF2B5EF4-FFF2-40B4-BE49-F238E27FC236}">
                  <a16:creationId xmlns:a16="http://schemas.microsoft.com/office/drawing/2014/main" id="{5567E165-A7C7-A627-EA17-1052BB81FC22}"/>
                </a:ext>
              </a:extLst>
            </p:cNvPr>
            <p:cNvSpPr>
              <a:spLocks noChangeAspect="1"/>
            </p:cNvSpPr>
            <p:nvPr/>
          </p:nvSpPr>
          <p:spPr>
            <a:xfrm>
              <a:off x="9819437" y="4815814"/>
              <a:ext cx="1609200" cy="1609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17">
              <a:extLst>
                <a:ext uri="{FF2B5EF4-FFF2-40B4-BE49-F238E27FC236}">
                  <a16:creationId xmlns:a16="http://schemas.microsoft.com/office/drawing/2014/main" id="{39783772-2C2B-1104-18A4-1425086B2B92}"/>
                </a:ext>
              </a:extLst>
            </p:cNvPr>
            <p:cNvSpPr>
              <a:spLocks noChangeAspect="1"/>
            </p:cNvSpPr>
            <p:nvPr/>
          </p:nvSpPr>
          <p:spPr>
            <a:xfrm>
              <a:off x="9819438" y="4815814"/>
              <a:ext cx="1378093" cy="1050023"/>
            </a:xfrm>
            <a:custGeom>
              <a:avLst/>
              <a:gdLst>
                <a:gd name="connsiteX0" fmla="*/ 804600 w 1378093"/>
                <a:gd name="connsiteY0" fmla="*/ 0 h 1050023"/>
                <a:gd name="connsiteX1" fmla="*/ 1373538 w 1378093"/>
                <a:gd name="connsiteY1" fmla="*/ 235662 h 1050023"/>
                <a:gd name="connsiteX2" fmla="*/ 1378093 w 1378093"/>
                <a:gd name="connsiteY2" fmla="*/ 241183 h 1050023"/>
                <a:gd name="connsiteX3" fmla="*/ 1226992 w 1378093"/>
                <a:gd name="connsiteY3" fmla="*/ 407436 h 1050023"/>
                <a:gd name="connsiteX4" fmla="*/ 258619 w 1378093"/>
                <a:gd name="connsiteY4" fmla="*/ 993406 h 1050023"/>
                <a:gd name="connsiteX5" fmla="*/ 38428 w 1378093"/>
                <a:gd name="connsiteY5" fmla="*/ 1050023 h 1050023"/>
                <a:gd name="connsiteX6" fmla="*/ 36173 w 1378093"/>
                <a:gd name="connsiteY6" fmla="*/ 1043863 h 1050023"/>
                <a:gd name="connsiteX7" fmla="*/ 0 w 1378093"/>
                <a:gd name="connsiteY7" fmla="*/ 804600 h 1050023"/>
                <a:gd name="connsiteX8" fmla="*/ 804600 w 1378093"/>
                <a:gd name="connsiteY8" fmla="*/ 0 h 105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8093" h="1050023">
                  <a:moveTo>
                    <a:pt x="804600" y="0"/>
                  </a:moveTo>
                  <a:cubicBezTo>
                    <a:pt x="1026784" y="0"/>
                    <a:pt x="1227934" y="90058"/>
                    <a:pt x="1373538" y="235662"/>
                  </a:cubicBezTo>
                  <a:lnTo>
                    <a:pt x="1378093" y="241183"/>
                  </a:lnTo>
                  <a:lnTo>
                    <a:pt x="1226992" y="407436"/>
                  </a:lnTo>
                  <a:cubicBezTo>
                    <a:pt x="959685" y="674744"/>
                    <a:pt x="628644" y="878317"/>
                    <a:pt x="258619" y="993406"/>
                  </a:cubicBezTo>
                  <a:lnTo>
                    <a:pt x="38428" y="1050023"/>
                  </a:lnTo>
                  <a:lnTo>
                    <a:pt x="36173" y="1043863"/>
                  </a:lnTo>
                  <a:cubicBezTo>
                    <a:pt x="12664" y="968280"/>
                    <a:pt x="0" y="887919"/>
                    <a:pt x="0" y="804600"/>
                  </a:cubicBezTo>
                  <a:cubicBezTo>
                    <a:pt x="0" y="360232"/>
                    <a:pt x="360232" y="0"/>
                    <a:pt x="80460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ext Placeholder 15">
            <a:extLst>
              <a:ext uri="{FF2B5EF4-FFF2-40B4-BE49-F238E27FC236}">
                <a16:creationId xmlns:a16="http://schemas.microsoft.com/office/drawing/2014/main" id="{68A0B679-42AA-AF96-7F0A-2D37C72D842E}"/>
              </a:ext>
            </a:extLst>
          </p:cNvPr>
          <p:cNvSpPr>
            <a:spLocks noGrp="1"/>
          </p:cNvSpPr>
          <p:nvPr>
            <p:ph type="body" sz="quarter" idx="15" hasCustomPrompt="1"/>
          </p:nvPr>
        </p:nvSpPr>
        <p:spPr>
          <a:xfrm>
            <a:off x="9819436" y="4813186"/>
            <a:ext cx="1609200" cy="1609200"/>
          </a:xfrm>
          <a:blipFill>
            <a:blip r:embed="rId13">
              <a:extLst>
                <a:ext uri="{96DAC541-7B7A-43D3-8B79-37D633B846F1}">
                  <asvg:svgBlip xmlns:asvg="http://schemas.microsoft.com/office/drawing/2016/SVG/main" r:embed="rId14"/>
                </a:ext>
              </a:extLst>
            </a:blip>
            <a:stretch>
              <a:fillRect/>
            </a:stretch>
          </a:blipFill>
        </p:spPr>
        <p:txBody>
          <a:bodyPr/>
          <a:lstStyle>
            <a:lvl1pPr>
              <a:defRPr>
                <a:solidFill>
                  <a:schemeClr val="tx1">
                    <a:alpha val="0"/>
                  </a:schemeClr>
                </a:solidFill>
              </a:defRPr>
            </a:lvl1pPr>
          </a:lstStyle>
          <a:p>
            <a:pPr lvl="0"/>
            <a:r>
              <a:rPr lang="en-US"/>
              <a:t> </a:t>
            </a:r>
          </a:p>
        </p:txBody>
      </p:sp>
      <p:sp>
        <p:nvSpPr>
          <p:cNvPr id="9" name="TextBox 8">
            <a:extLst>
              <a:ext uri="{FF2B5EF4-FFF2-40B4-BE49-F238E27FC236}">
                <a16:creationId xmlns:a16="http://schemas.microsoft.com/office/drawing/2014/main" id="{C1C6560A-EBD1-F1B3-1795-E69860CE93D4}"/>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rgbClr val="C7E5FF"/>
                </a:solidFill>
                <a:latin typeface="Clarika Grotesque" pitchFamily="2" charset="77"/>
              </a:rPr>
              <a:t>© Dayforce</a:t>
            </a:r>
          </a:p>
        </p:txBody>
      </p:sp>
    </p:spTree>
    <p:extLst>
      <p:ext uri="{BB962C8B-B14F-4D97-AF65-F5344CB8AC3E}">
        <p14:creationId xmlns:p14="http://schemas.microsoft.com/office/powerpoint/2010/main" val="32306936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4_Title_Slide_1">
    <p:bg>
      <p:bgPr>
        <a:solidFill>
          <a:srgbClr val="CFF7FF"/>
        </a:solidFill>
        <a:effectLst/>
      </p:bgPr>
    </p:bg>
    <p:spTree>
      <p:nvGrpSpPr>
        <p:cNvPr id="1" name=""/>
        <p:cNvGrpSpPr/>
        <p:nvPr/>
      </p:nvGrpSpPr>
      <p:grpSpPr>
        <a:xfrm>
          <a:off x="0" y="0"/>
          <a:ext cx="0" cy="0"/>
          <a:chOff x="0" y="0"/>
          <a:chExt cx="0" cy="0"/>
        </a:xfrm>
      </p:grpSpPr>
      <p:pic>
        <p:nvPicPr>
          <p:cNvPr id="4" name="Graphic 3">
            <a:extLst>
              <a:ext uri="{FF2B5EF4-FFF2-40B4-BE49-F238E27FC236}">
                <a16:creationId xmlns:a16="http://schemas.microsoft.com/office/drawing/2014/main" id="{5F7BD706-27CB-7E6B-D582-827440282CAE}"/>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a:fillRect/>
          </a:stretch>
        </p:blipFill>
        <p:spPr>
          <a:xfrm rot="1304002">
            <a:off x="6923805" y="-1511311"/>
            <a:ext cx="7421612" cy="7421612"/>
          </a:xfrm>
          <a:custGeom>
            <a:avLst/>
            <a:gdLst>
              <a:gd name="connsiteX0" fmla="*/ 0 w 7421612"/>
              <a:gd name="connsiteY0" fmla="*/ 2822214 h 7421612"/>
              <a:gd name="connsiteX1" fmla="*/ 4343045 w 7421612"/>
              <a:gd name="connsiteY1" fmla="*/ 1090976 h 7421612"/>
              <a:gd name="connsiteX2" fmla="*/ 6700735 w 7421612"/>
              <a:gd name="connsiteY2" fmla="*/ 7005560 h 7421612"/>
              <a:gd name="connsiteX3" fmla="*/ 7421612 w 7421612"/>
              <a:gd name="connsiteY3" fmla="*/ 6718201 h 7421612"/>
              <a:gd name="connsiteX4" fmla="*/ 7421612 w 7421612"/>
              <a:gd name="connsiteY4" fmla="*/ 7421612 h 7421612"/>
              <a:gd name="connsiteX5" fmla="*/ 0 w 7421612"/>
              <a:gd name="connsiteY5" fmla="*/ 7421612 h 7421612"/>
              <a:gd name="connsiteX6" fmla="*/ 6996383 w 7421612"/>
              <a:gd name="connsiteY6" fmla="*/ 0 h 7421612"/>
              <a:gd name="connsiteX7" fmla="*/ 7421612 w 7421612"/>
              <a:gd name="connsiteY7" fmla="*/ 0 h 7421612"/>
              <a:gd name="connsiteX8" fmla="*/ 7421612 w 7421612"/>
              <a:gd name="connsiteY8" fmla="*/ 1066744 h 7421612"/>
              <a:gd name="connsiteX9" fmla="*/ 6402864 w 7421612"/>
              <a:gd name="connsiteY9" fmla="*/ 0 h 7421612"/>
              <a:gd name="connsiteX10" fmla="*/ 6408074 w 7421612"/>
              <a:gd name="connsiteY10" fmla="*/ 0 h 7421612"/>
              <a:gd name="connsiteX11" fmla="*/ 6403579 w 7421612"/>
              <a:gd name="connsiteY11" fmla="*/ 1792 h 7421612"/>
              <a:gd name="connsiteX12" fmla="*/ 0 w 7421612"/>
              <a:gd name="connsiteY12" fmla="*/ 0 h 7421612"/>
              <a:gd name="connsiteX13" fmla="*/ 1233166 w 7421612"/>
              <a:gd name="connsiteY13" fmla="*/ 0 h 7421612"/>
              <a:gd name="connsiteX14" fmla="*/ 0 w 7421612"/>
              <a:gd name="connsiteY14" fmla="*/ 491568 h 7421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421612" h="7421612">
                <a:moveTo>
                  <a:pt x="0" y="2822214"/>
                </a:moveTo>
                <a:lnTo>
                  <a:pt x="4343045" y="1090976"/>
                </a:lnTo>
                <a:lnTo>
                  <a:pt x="6700735" y="7005560"/>
                </a:lnTo>
                <a:lnTo>
                  <a:pt x="7421612" y="6718201"/>
                </a:lnTo>
                <a:lnTo>
                  <a:pt x="7421612" y="7421612"/>
                </a:lnTo>
                <a:lnTo>
                  <a:pt x="0" y="7421612"/>
                </a:lnTo>
                <a:close/>
                <a:moveTo>
                  <a:pt x="6996383" y="0"/>
                </a:moveTo>
                <a:lnTo>
                  <a:pt x="7421612" y="0"/>
                </a:lnTo>
                <a:lnTo>
                  <a:pt x="7421612" y="1066744"/>
                </a:lnTo>
                <a:close/>
                <a:moveTo>
                  <a:pt x="6402864" y="0"/>
                </a:moveTo>
                <a:lnTo>
                  <a:pt x="6408074" y="0"/>
                </a:lnTo>
                <a:lnTo>
                  <a:pt x="6403579" y="1792"/>
                </a:lnTo>
                <a:close/>
                <a:moveTo>
                  <a:pt x="0" y="0"/>
                </a:moveTo>
                <a:lnTo>
                  <a:pt x="1233166" y="0"/>
                </a:lnTo>
                <a:lnTo>
                  <a:pt x="0" y="491568"/>
                </a:lnTo>
                <a:close/>
              </a:path>
            </a:pathLst>
          </a:custGeom>
        </p:spPr>
      </p:pic>
      <p:pic>
        <p:nvPicPr>
          <p:cNvPr id="27" name="Graphic 26">
            <a:extLst>
              <a:ext uri="{FF2B5EF4-FFF2-40B4-BE49-F238E27FC236}">
                <a16:creationId xmlns:a16="http://schemas.microsoft.com/office/drawing/2014/main" id="{5AEDC071-EA0B-1969-8CB4-A21A72CB277C}"/>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7467486" y="0"/>
            <a:ext cx="4724514" cy="5963731"/>
          </a:xfrm>
          <a:prstGeom prst="rect">
            <a:avLst/>
          </a:prstGeom>
        </p:spPr>
      </p:pic>
      <p:pic>
        <p:nvPicPr>
          <p:cNvPr id="11" name="Graphic 10">
            <a:extLst>
              <a:ext uri="{FF2B5EF4-FFF2-40B4-BE49-F238E27FC236}">
                <a16:creationId xmlns:a16="http://schemas.microsoft.com/office/drawing/2014/main" id="{F691F33E-EAF3-D879-5AB7-30B34CC5FA0B}"/>
              </a:ext>
            </a:extLst>
          </p:cNvPr>
          <p:cNvPicPr>
            <a:picLocks noChangeAspect="1"/>
          </p:cNvPicPr>
          <p:nvPr userDrawn="1"/>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713796" y="588232"/>
            <a:ext cx="1841631" cy="440138"/>
          </a:xfrm>
          <a:prstGeom prst="rect">
            <a:avLst/>
          </a:prstGeom>
        </p:spPr>
      </p:pic>
      <p:graphicFrame>
        <p:nvGraphicFramePr>
          <p:cNvPr id="5" name="Object 4" hidden="1">
            <a:extLst>
              <a:ext uri="{FF2B5EF4-FFF2-40B4-BE49-F238E27FC236}">
                <a16:creationId xmlns:a16="http://schemas.microsoft.com/office/drawing/2014/main" id="{1E2C42FE-8438-4ECE-4770-0A931CA3F82C}"/>
              </a:ext>
            </a:extLst>
          </p:cNvPr>
          <p:cNvGraphicFramePr>
            <a:graphicFrameLocks noChangeAspect="1"/>
          </p:cNvGraphicFramePr>
          <p:nvPr userDrawn="1">
            <p:custDataLst>
              <p:tags r:id="rId1"/>
            </p:custDataLst>
            <p:extLst>
              <p:ext uri="{D42A27DB-BD31-4B8C-83A1-F6EECF244321}">
                <p14:modId xmlns:p14="http://schemas.microsoft.com/office/powerpoint/2010/main" val="7920542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347" imgH="348" progId="TCLayout.ActiveDocument.1">
                  <p:embed/>
                </p:oleObj>
              </mc:Choice>
              <mc:Fallback>
                <p:oleObj name="think-cell Slide" r:id="rId9" imgW="347" imgH="348" progId="TCLayout.ActiveDocument.1">
                  <p:embed/>
                  <p:pic>
                    <p:nvPicPr>
                      <p:cNvPr id="5" name="Object 4" hidden="1">
                        <a:extLst>
                          <a:ext uri="{FF2B5EF4-FFF2-40B4-BE49-F238E27FC236}">
                            <a16:creationId xmlns:a16="http://schemas.microsoft.com/office/drawing/2014/main" id="{1E2C42FE-8438-4ECE-4770-0A931CA3F82C}"/>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6" name="Subtitle 2">
            <a:extLst>
              <a:ext uri="{FF2B5EF4-FFF2-40B4-BE49-F238E27FC236}">
                <a16:creationId xmlns:a16="http://schemas.microsoft.com/office/drawing/2014/main" id="{75AD1E75-B5FA-55FD-AE40-1219E6705E78}"/>
              </a:ext>
            </a:extLst>
          </p:cNvPr>
          <p:cNvSpPr>
            <a:spLocks noGrp="1"/>
          </p:cNvSpPr>
          <p:nvPr>
            <p:ph type="subTitle" idx="1" hasCustomPrompt="1"/>
          </p:nvPr>
        </p:nvSpPr>
        <p:spPr>
          <a:xfrm>
            <a:off x="595743" y="4130894"/>
            <a:ext cx="5943600" cy="988945"/>
          </a:xfrm>
          <a:prstGeom prst="rect">
            <a:avLst/>
          </a:prstGeom>
        </p:spPr>
        <p:txBody>
          <a:bodyPr lIns="0" anchor="t">
            <a:noAutofit/>
          </a:bodyPr>
          <a:lstStyle>
            <a:lvl1pPr marL="0" indent="0" algn="l">
              <a:lnSpc>
                <a:spcPct val="90000"/>
              </a:lnSpc>
              <a:buNone/>
              <a:defRPr sz="3200" b="0" i="0">
                <a:solidFill>
                  <a:schemeClr val="tx1"/>
                </a:solidFill>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goes here</a:t>
            </a:r>
          </a:p>
        </p:txBody>
      </p:sp>
      <p:sp>
        <p:nvSpPr>
          <p:cNvPr id="7" name="Title 10">
            <a:extLst>
              <a:ext uri="{FF2B5EF4-FFF2-40B4-BE49-F238E27FC236}">
                <a16:creationId xmlns:a16="http://schemas.microsoft.com/office/drawing/2014/main" id="{F67D4929-1EDA-28A3-103C-54FBF891E363}"/>
              </a:ext>
            </a:extLst>
          </p:cNvPr>
          <p:cNvSpPr>
            <a:spLocks noGrp="1"/>
          </p:cNvSpPr>
          <p:nvPr>
            <p:ph type="title" hasCustomPrompt="1"/>
          </p:nvPr>
        </p:nvSpPr>
        <p:spPr>
          <a:xfrm>
            <a:off x="595743" y="1871239"/>
            <a:ext cx="5943600" cy="2099268"/>
          </a:xfrm>
          <a:prstGeom prst="rect">
            <a:avLst/>
          </a:prstGeom>
        </p:spPr>
        <p:txBody>
          <a:bodyPr vert="horz" lIns="0" anchor="b">
            <a:normAutofit/>
          </a:bodyPr>
          <a:lstStyle>
            <a:lvl1pPr algn="l">
              <a:defRPr sz="5400" b="1" i="0" baseline="0">
                <a:solidFill>
                  <a:schemeClr val="tx1"/>
                </a:solidFill>
                <a:latin typeface="Clarika Geometric DemiBold" pitchFamily="2" charset="77"/>
                <a:cs typeface="Arial" panose="020B0604020202020204" pitchFamily="34" charset="0"/>
              </a:defRPr>
            </a:lvl1pPr>
          </a:lstStyle>
          <a:p>
            <a:r>
              <a:rPr lang="en-US"/>
              <a:t>Insert title here</a:t>
            </a:r>
          </a:p>
        </p:txBody>
      </p:sp>
      <p:sp>
        <p:nvSpPr>
          <p:cNvPr id="19" name="Text Placeholder 3">
            <a:extLst>
              <a:ext uri="{FF2B5EF4-FFF2-40B4-BE49-F238E27FC236}">
                <a16:creationId xmlns:a16="http://schemas.microsoft.com/office/drawing/2014/main" id="{DB378CF3-E538-1323-9DAD-74622D9C8BE4}"/>
              </a:ext>
            </a:extLst>
          </p:cNvPr>
          <p:cNvSpPr>
            <a:spLocks noGrp="1"/>
          </p:cNvSpPr>
          <p:nvPr>
            <p:ph type="body" sz="quarter" idx="13" hasCustomPrompt="1"/>
          </p:nvPr>
        </p:nvSpPr>
        <p:spPr>
          <a:xfrm>
            <a:off x="595743" y="5972141"/>
            <a:ext cx="4103255" cy="230832"/>
          </a:xfrm>
          <a:prstGeom prst="rect">
            <a:avLst/>
          </a:prstGeom>
        </p:spPr>
        <p:txBody>
          <a:bodyPr lIns="0" rIns="0">
            <a:noAutofit/>
          </a:bodyPr>
          <a:lstStyle>
            <a:lvl1pPr marL="0" indent="0" algn="l">
              <a:buNone/>
              <a:defRPr lang="en-US" sz="1600" b="0" i="0" u="none" strike="noStrike" cap="none" spc="0" baseline="0" dirty="0">
                <a:solidFill>
                  <a:schemeClr val="tx1"/>
                </a:solidFill>
                <a:uFillTx/>
                <a:latin typeface="+mn-lt"/>
                <a:ea typeface="Helvetica Neue"/>
                <a:cs typeface="Arial" panose="020B0604020202020204" pitchFamily="34" charset="0"/>
                <a:sym typeface="Helvetica Neue"/>
              </a:defRPr>
            </a:lvl1pPr>
          </a:lstStyle>
          <a:p>
            <a:pPr marL="457200" marR="0" lvl="0" indent="-457200" algn="l" defTabSz="412750" rtl="0" latinLnBrk="0">
              <a:lnSpc>
                <a:spcPct val="100000"/>
              </a:lnSpc>
              <a:spcBef>
                <a:spcPts val="0"/>
              </a:spcBef>
              <a:spcAft>
                <a:spcPts val="0"/>
              </a:spcAft>
              <a:buClrTx/>
              <a:buSzTx/>
              <a:tabLst/>
            </a:pPr>
            <a:r>
              <a:rPr lang="en-US"/>
              <a:t>Month Day, Year</a:t>
            </a:r>
          </a:p>
        </p:txBody>
      </p:sp>
      <p:sp>
        <p:nvSpPr>
          <p:cNvPr id="22" name="Picture Placeholder 21">
            <a:extLst>
              <a:ext uri="{FF2B5EF4-FFF2-40B4-BE49-F238E27FC236}">
                <a16:creationId xmlns:a16="http://schemas.microsoft.com/office/drawing/2014/main" id="{03EFB985-459A-B97F-6C7A-F51143485F5A}"/>
              </a:ext>
            </a:extLst>
          </p:cNvPr>
          <p:cNvSpPr>
            <a:spLocks noGrp="1"/>
          </p:cNvSpPr>
          <p:nvPr>
            <p:ph type="pic" sz="quarter" idx="14"/>
          </p:nvPr>
        </p:nvSpPr>
        <p:spPr>
          <a:xfrm>
            <a:off x="7014139" y="1189342"/>
            <a:ext cx="4724514" cy="4726131"/>
          </a:xfrm>
          <a:prstGeom prst="ellipse">
            <a:avLst/>
          </a:prstGeom>
        </p:spPr>
        <p:txBody>
          <a:bodyPr/>
          <a:lstStyle/>
          <a:p>
            <a:endParaRPr lang="en-US"/>
          </a:p>
        </p:txBody>
      </p:sp>
      <p:grpSp>
        <p:nvGrpSpPr>
          <p:cNvPr id="2" name="Group 1">
            <a:extLst>
              <a:ext uri="{FF2B5EF4-FFF2-40B4-BE49-F238E27FC236}">
                <a16:creationId xmlns:a16="http://schemas.microsoft.com/office/drawing/2014/main" id="{69DE1F1E-0135-5C46-8EF0-DBABC98F7CB8}"/>
              </a:ext>
            </a:extLst>
          </p:cNvPr>
          <p:cNvGrpSpPr/>
          <p:nvPr userDrawn="1"/>
        </p:nvGrpSpPr>
        <p:grpSpPr>
          <a:xfrm>
            <a:off x="9819437" y="4815814"/>
            <a:ext cx="1609200" cy="1609200"/>
            <a:chOff x="9819437" y="4815814"/>
            <a:chExt cx="1609200" cy="1609200"/>
          </a:xfrm>
        </p:grpSpPr>
        <p:sp>
          <p:nvSpPr>
            <p:cNvPr id="3" name="Oval 2">
              <a:extLst>
                <a:ext uri="{FF2B5EF4-FFF2-40B4-BE49-F238E27FC236}">
                  <a16:creationId xmlns:a16="http://schemas.microsoft.com/office/drawing/2014/main" id="{208BB6A0-3809-A779-C7F3-A9E9024AA9B1}"/>
                </a:ext>
              </a:extLst>
            </p:cNvPr>
            <p:cNvSpPr>
              <a:spLocks noChangeAspect="1"/>
            </p:cNvSpPr>
            <p:nvPr/>
          </p:nvSpPr>
          <p:spPr>
            <a:xfrm>
              <a:off x="9819437" y="4815814"/>
              <a:ext cx="1609200" cy="16092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a:extLst>
                <a:ext uri="{FF2B5EF4-FFF2-40B4-BE49-F238E27FC236}">
                  <a16:creationId xmlns:a16="http://schemas.microsoft.com/office/drawing/2014/main" id="{2423FA3F-4F74-AC48-97B1-BF209866359A}"/>
                </a:ext>
              </a:extLst>
            </p:cNvPr>
            <p:cNvSpPr>
              <a:spLocks noChangeAspect="1"/>
            </p:cNvSpPr>
            <p:nvPr/>
          </p:nvSpPr>
          <p:spPr>
            <a:xfrm>
              <a:off x="9819438" y="4815814"/>
              <a:ext cx="1378093" cy="1050023"/>
            </a:xfrm>
            <a:custGeom>
              <a:avLst/>
              <a:gdLst>
                <a:gd name="connsiteX0" fmla="*/ 804600 w 1378093"/>
                <a:gd name="connsiteY0" fmla="*/ 0 h 1050023"/>
                <a:gd name="connsiteX1" fmla="*/ 1373538 w 1378093"/>
                <a:gd name="connsiteY1" fmla="*/ 235662 h 1050023"/>
                <a:gd name="connsiteX2" fmla="*/ 1378093 w 1378093"/>
                <a:gd name="connsiteY2" fmla="*/ 241183 h 1050023"/>
                <a:gd name="connsiteX3" fmla="*/ 1226992 w 1378093"/>
                <a:gd name="connsiteY3" fmla="*/ 407436 h 1050023"/>
                <a:gd name="connsiteX4" fmla="*/ 258619 w 1378093"/>
                <a:gd name="connsiteY4" fmla="*/ 993406 h 1050023"/>
                <a:gd name="connsiteX5" fmla="*/ 38428 w 1378093"/>
                <a:gd name="connsiteY5" fmla="*/ 1050023 h 1050023"/>
                <a:gd name="connsiteX6" fmla="*/ 36173 w 1378093"/>
                <a:gd name="connsiteY6" fmla="*/ 1043863 h 1050023"/>
                <a:gd name="connsiteX7" fmla="*/ 0 w 1378093"/>
                <a:gd name="connsiteY7" fmla="*/ 804600 h 1050023"/>
                <a:gd name="connsiteX8" fmla="*/ 804600 w 1378093"/>
                <a:gd name="connsiteY8" fmla="*/ 0 h 105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8093" h="1050023">
                  <a:moveTo>
                    <a:pt x="804600" y="0"/>
                  </a:moveTo>
                  <a:cubicBezTo>
                    <a:pt x="1026784" y="0"/>
                    <a:pt x="1227934" y="90058"/>
                    <a:pt x="1373538" y="235662"/>
                  </a:cubicBezTo>
                  <a:lnTo>
                    <a:pt x="1378093" y="241183"/>
                  </a:lnTo>
                  <a:lnTo>
                    <a:pt x="1226992" y="407436"/>
                  </a:lnTo>
                  <a:cubicBezTo>
                    <a:pt x="959685" y="674744"/>
                    <a:pt x="628644" y="878317"/>
                    <a:pt x="258619" y="993406"/>
                  </a:cubicBezTo>
                  <a:lnTo>
                    <a:pt x="38428" y="1050023"/>
                  </a:lnTo>
                  <a:lnTo>
                    <a:pt x="36173" y="1043863"/>
                  </a:lnTo>
                  <a:cubicBezTo>
                    <a:pt x="12664" y="968280"/>
                    <a:pt x="0" y="887919"/>
                    <a:pt x="0" y="804600"/>
                  </a:cubicBezTo>
                  <a:cubicBezTo>
                    <a:pt x="0" y="360232"/>
                    <a:pt x="360232" y="0"/>
                    <a:pt x="804600"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9" name="Text Placeholder 15">
            <a:extLst>
              <a:ext uri="{FF2B5EF4-FFF2-40B4-BE49-F238E27FC236}">
                <a16:creationId xmlns:a16="http://schemas.microsoft.com/office/drawing/2014/main" id="{6099861A-134D-0288-C210-61A70FBA1412}"/>
              </a:ext>
            </a:extLst>
          </p:cNvPr>
          <p:cNvSpPr>
            <a:spLocks noGrp="1"/>
          </p:cNvSpPr>
          <p:nvPr>
            <p:ph type="body" sz="quarter" idx="15" hasCustomPrompt="1"/>
          </p:nvPr>
        </p:nvSpPr>
        <p:spPr>
          <a:xfrm>
            <a:off x="9830011" y="4815814"/>
            <a:ext cx="1609200" cy="1609200"/>
          </a:xfrm>
          <a:blipFill>
            <a:blip r:embed="rId11">
              <a:extLst>
                <a:ext uri="{96DAC541-7B7A-43D3-8B79-37D633B846F1}">
                  <asvg:svgBlip xmlns:asvg="http://schemas.microsoft.com/office/drawing/2016/SVG/main" r:embed="rId12"/>
                </a:ext>
              </a:extLst>
            </a:blip>
            <a:stretch>
              <a:fillRect/>
            </a:stretch>
          </a:blipFill>
        </p:spPr>
        <p:txBody>
          <a:bodyPr/>
          <a:lstStyle>
            <a:lvl1pPr>
              <a:defRPr>
                <a:solidFill>
                  <a:schemeClr val="tx1">
                    <a:alpha val="0"/>
                  </a:schemeClr>
                </a:solidFill>
              </a:defRPr>
            </a:lvl1pPr>
          </a:lstStyle>
          <a:p>
            <a:pPr lvl="0"/>
            <a:r>
              <a:rPr lang="en-US"/>
              <a:t> </a:t>
            </a:r>
          </a:p>
        </p:txBody>
      </p:sp>
      <p:sp>
        <p:nvSpPr>
          <p:cNvPr id="10" name="Text Placeholder 15">
            <a:extLst>
              <a:ext uri="{FF2B5EF4-FFF2-40B4-BE49-F238E27FC236}">
                <a16:creationId xmlns:a16="http://schemas.microsoft.com/office/drawing/2014/main" id="{A618F021-EA42-B6DA-3039-2EC0376E6FCF}"/>
              </a:ext>
            </a:extLst>
          </p:cNvPr>
          <p:cNvSpPr>
            <a:spLocks noGrp="1"/>
          </p:cNvSpPr>
          <p:nvPr>
            <p:ph type="body" sz="quarter" idx="16" hasCustomPrompt="1"/>
          </p:nvPr>
        </p:nvSpPr>
        <p:spPr>
          <a:xfrm>
            <a:off x="9819436" y="4815814"/>
            <a:ext cx="1609200" cy="1609200"/>
          </a:xfrm>
          <a:blipFill>
            <a:blip r:embed="rId11">
              <a:extLst>
                <a:ext uri="{96DAC541-7B7A-43D3-8B79-37D633B846F1}">
                  <asvg:svgBlip xmlns:asvg="http://schemas.microsoft.com/office/drawing/2016/SVG/main" r:embed="rId12"/>
                </a:ext>
              </a:extLst>
            </a:blip>
            <a:stretch>
              <a:fillRect/>
            </a:stretch>
          </a:blipFill>
        </p:spPr>
        <p:txBody>
          <a:bodyPr/>
          <a:lstStyle>
            <a:lvl1pPr>
              <a:defRPr>
                <a:solidFill>
                  <a:schemeClr val="tx1">
                    <a:alpha val="0"/>
                  </a:schemeClr>
                </a:solidFill>
              </a:defRPr>
            </a:lvl1pPr>
          </a:lstStyle>
          <a:p>
            <a:pPr lvl="0"/>
            <a:r>
              <a:rPr lang="en-US"/>
              <a:t> </a:t>
            </a:r>
          </a:p>
        </p:txBody>
      </p:sp>
      <p:sp>
        <p:nvSpPr>
          <p:cNvPr id="15" name="TextBox 14">
            <a:extLst>
              <a:ext uri="{FF2B5EF4-FFF2-40B4-BE49-F238E27FC236}">
                <a16:creationId xmlns:a16="http://schemas.microsoft.com/office/drawing/2014/main" id="{5EE0901B-9B4B-E7A6-7337-BEFAC8FAE1B4}"/>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323851327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1_Title_Slide_1">
    <p:bg>
      <p:bgPr>
        <a:solidFill>
          <a:srgbClr val="DEF3FF"/>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81EC9E08-E9A2-8482-BE9B-3F6BA7973B35}"/>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a:fillRect/>
          </a:stretch>
        </p:blipFill>
        <p:spPr>
          <a:xfrm rot="1304002">
            <a:off x="6923805" y="-1511311"/>
            <a:ext cx="7421612" cy="7421612"/>
          </a:xfrm>
          <a:custGeom>
            <a:avLst/>
            <a:gdLst>
              <a:gd name="connsiteX0" fmla="*/ 0 w 7421612"/>
              <a:gd name="connsiteY0" fmla="*/ 2822213 h 7421612"/>
              <a:gd name="connsiteX1" fmla="*/ 4343045 w 7421612"/>
              <a:gd name="connsiteY1" fmla="*/ 1090976 h 7421612"/>
              <a:gd name="connsiteX2" fmla="*/ 6700735 w 7421612"/>
              <a:gd name="connsiteY2" fmla="*/ 7005560 h 7421612"/>
              <a:gd name="connsiteX3" fmla="*/ 7421612 w 7421612"/>
              <a:gd name="connsiteY3" fmla="*/ 6718201 h 7421612"/>
              <a:gd name="connsiteX4" fmla="*/ 7421612 w 7421612"/>
              <a:gd name="connsiteY4" fmla="*/ 7421612 h 7421612"/>
              <a:gd name="connsiteX5" fmla="*/ 0 w 7421612"/>
              <a:gd name="connsiteY5" fmla="*/ 7421612 h 7421612"/>
              <a:gd name="connsiteX6" fmla="*/ 6996383 w 7421612"/>
              <a:gd name="connsiteY6" fmla="*/ 0 h 7421612"/>
              <a:gd name="connsiteX7" fmla="*/ 7421612 w 7421612"/>
              <a:gd name="connsiteY7" fmla="*/ 0 h 7421612"/>
              <a:gd name="connsiteX8" fmla="*/ 7421612 w 7421612"/>
              <a:gd name="connsiteY8" fmla="*/ 1066744 h 7421612"/>
              <a:gd name="connsiteX9" fmla="*/ 6402864 w 7421612"/>
              <a:gd name="connsiteY9" fmla="*/ 0 h 7421612"/>
              <a:gd name="connsiteX10" fmla="*/ 6408074 w 7421612"/>
              <a:gd name="connsiteY10" fmla="*/ 0 h 7421612"/>
              <a:gd name="connsiteX11" fmla="*/ 6403579 w 7421612"/>
              <a:gd name="connsiteY11" fmla="*/ 1792 h 7421612"/>
              <a:gd name="connsiteX12" fmla="*/ 0 w 7421612"/>
              <a:gd name="connsiteY12" fmla="*/ 0 h 7421612"/>
              <a:gd name="connsiteX13" fmla="*/ 1233166 w 7421612"/>
              <a:gd name="connsiteY13" fmla="*/ 0 h 7421612"/>
              <a:gd name="connsiteX14" fmla="*/ 0 w 7421612"/>
              <a:gd name="connsiteY14" fmla="*/ 491568 h 7421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421612" h="7421612">
                <a:moveTo>
                  <a:pt x="0" y="2822213"/>
                </a:moveTo>
                <a:lnTo>
                  <a:pt x="4343045" y="1090976"/>
                </a:lnTo>
                <a:lnTo>
                  <a:pt x="6700735" y="7005560"/>
                </a:lnTo>
                <a:lnTo>
                  <a:pt x="7421612" y="6718201"/>
                </a:lnTo>
                <a:lnTo>
                  <a:pt x="7421612" y="7421612"/>
                </a:lnTo>
                <a:lnTo>
                  <a:pt x="0" y="7421612"/>
                </a:lnTo>
                <a:close/>
                <a:moveTo>
                  <a:pt x="6996383" y="0"/>
                </a:moveTo>
                <a:lnTo>
                  <a:pt x="7421612" y="0"/>
                </a:lnTo>
                <a:lnTo>
                  <a:pt x="7421612" y="1066744"/>
                </a:lnTo>
                <a:close/>
                <a:moveTo>
                  <a:pt x="6402864" y="0"/>
                </a:moveTo>
                <a:lnTo>
                  <a:pt x="6408074" y="0"/>
                </a:lnTo>
                <a:lnTo>
                  <a:pt x="6403579" y="1792"/>
                </a:lnTo>
                <a:close/>
                <a:moveTo>
                  <a:pt x="0" y="0"/>
                </a:moveTo>
                <a:lnTo>
                  <a:pt x="1233166" y="0"/>
                </a:lnTo>
                <a:lnTo>
                  <a:pt x="0" y="491568"/>
                </a:lnTo>
                <a:close/>
              </a:path>
            </a:pathLst>
          </a:custGeom>
        </p:spPr>
      </p:pic>
      <p:pic>
        <p:nvPicPr>
          <p:cNvPr id="27" name="Graphic 26">
            <a:extLst>
              <a:ext uri="{FF2B5EF4-FFF2-40B4-BE49-F238E27FC236}">
                <a16:creationId xmlns:a16="http://schemas.microsoft.com/office/drawing/2014/main" id="{5AEDC071-EA0B-1969-8CB4-A21A72CB277C}"/>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7467486" y="0"/>
            <a:ext cx="4724514" cy="5963731"/>
          </a:xfrm>
          <a:prstGeom prst="rect">
            <a:avLst/>
          </a:prstGeom>
        </p:spPr>
      </p:pic>
      <p:pic>
        <p:nvPicPr>
          <p:cNvPr id="11" name="Graphic 10">
            <a:extLst>
              <a:ext uri="{FF2B5EF4-FFF2-40B4-BE49-F238E27FC236}">
                <a16:creationId xmlns:a16="http://schemas.microsoft.com/office/drawing/2014/main" id="{F691F33E-EAF3-D879-5AB7-30B34CC5FA0B}"/>
              </a:ext>
            </a:extLst>
          </p:cNvPr>
          <p:cNvPicPr>
            <a:picLocks noChangeAspect="1"/>
          </p:cNvPicPr>
          <p:nvPr userDrawn="1"/>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713796" y="588232"/>
            <a:ext cx="1841631" cy="440138"/>
          </a:xfrm>
          <a:prstGeom prst="rect">
            <a:avLst/>
          </a:prstGeom>
        </p:spPr>
      </p:pic>
      <p:graphicFrame>
        <p:nvGraphicFramePr>
          <p:cNvPr id="5" name="Object 4" hidden="1">
            <a:extLst>
              <a:ext uri="{FF2B5EF4-FFF2-40B4-BE49-F238E27FC236}">
                <a16:creationId xmlns:a16="http://schemas.microsoft.com/office/drawing/2014/main" id="{1E2C42FE-8438-4ECE-4770-0A931CA3F82C}"/>
              </a:ext>
            </a:extLst>
          </p:cNvPr>
          <p:cNvGraphicFramePr>
            <a:graphicFrameLocks noChangeAspect="1"/>
          </p:cNvGraphicFramePr>
          <p:nvPr userDrawn="1">
            <p:custDataLst>
              <p:tags r:id="rId1"/>
            </p:custDataLst>
            <p:extLst>
              <p:ext uri="{D42A27DB-BD31-4B8C-83A1-F6EECF244321}">
                <p14:modId xmlns:p14="http://schemas.microsoft.com/office/powerpoint/2010/main" val="7920542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347" imgH="348" progId="TCLayout.ActiveDocument.1">
                  <p:embed/>
                </p:oleObj>
              </mc:Choice>
              <mc:Fallback>
                <p:oleObj name="think-cell Slide" r:id="rId9" imgW="347" imgH="348" progId="TCLayout.ActiveDocument.1">
                  <p:embed/>
                  <p:pic>
                    <p:nvPicPr>
                      <p:cNvPr id="5" name="Object 4" hidden="1">
                        <a:extLst>
                          <a:ext uri="{FF2B5EF4-FFF2-40B4-BE49-F238E27FC236}">
                            <a16:creationId xmlns:a16="http://schemas.microsoft.com/office/drawing/2014/main" id="{1E2C42FE-8438-4ECE-4770-0A931CA3F82C}"/>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6" name="Subtitle 2">
            <a:extLst>
              <a:ext uri="{FF2B5EF4-FFF2-40B4-BE49-F238E27FC236}">
                <a16:creationId xmlns:a16="http://schemas.microsoft.com/office/drawing/2014/main" id="{75AD1E75-B5FA-55FD-AE40-1219E6705E78}"/>
              </a:ext>
            </a:extLst>
          </p:cNvPr>
          <p:cNvSpPr>
            <a:spLocks noGrp="1"/>
          </p:cNvSpPr>
          <p:nvPr>
            <p:ph type="subTitle" idx="1" hasCustomPrompt="1"/>
          </p:nvPr>
        </p:nvSpPr>
        <p:spPr>
          <a:xfrm>
            <a:off x="595743" y="4130894"/>
            <a:ext cx="5943600" cy="988945"/>
          </a:xfrm>
          <a:prstGeom prst="rect">
            <a:avLst/>
          </a:prstGeom>
        </p:spPr>
        <p:txBody>
          <a:bodyPr lIns="0" anchor="t">
            <a:noAutofit/>
          </a:bodyPr>
          <a:lstStyle>
            <a:lvl1pPr marL="0" indent="0" algn="l">
              <a:lnSpc>
                <a:spcPct val="90000"/>
              </a:lnSpc>
              <a:buNone/>
              <a:defRPr sz="3200" b="0" i="0">
                <a:solidFill>
                  <a:schemeClr val="tx1"/>
                </a:solidFill>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goes here</a:t>
            </a:r>
          </a:p>
        </p:txBody>
      </p:sp>
      <p:sp>
        <p:nvSpPr>
          <p:cNvPr id="7" name="Title 10">
            <a:extLst>
              <a:ext uri="{FF2B5EF4-FFF2-40B4-BE49-F238E27FC236}">
                <a16:creationId xmlns:a16="http://schemas.microsoft.com/office/drawing/2014/main" id="{F67D4929-1EDA-28A3-103C-54FBF891E363}"/>
              </a:ext>
            </a:extLst>
          </p:cNvPr>
          <p:cNvSpPr>
            <a:spLocks noGrp="1"/>
          </p:cNvSpPr>
          <p:nvPr>
            <p:ph type="title" hasCustomPrompt="1"/>
          </p:nvPr>
        </p:nvSpPr>
        <p:spPr>
          <a:xfrm>
            <a:off x="595743" y="1871239"/>
            <a:ext cx="5943600" cy="2099268"/>
          </a:xfrm>
          <a:prstGeom prst="rect">
            <a:avLst/>
          </a:prstGeom>
        </p:spPr>
        <p:txBody>
          <a:bodyPr vert="horz" lIns="0" anchor="b">
            <a:normAutofit/>
          </a:bodyPr>
          <a:lstStyle>
            <a:lvl1pPr algn="l">
              <a:defRPr sz="5400" b="1" i="0" baseline="0">
                <a:solidFill>
                  <a:schemeClr val="tx1"/>
                </a:solidFill>
                <a:latin typeface="Clarika Geometric DemiBold" pitchFamily="2" charset="77"/>
                <a:cs typeface="Arial" panose="020B0604020202020204" pitchFamily="34" charset="0"/>
              </a:defRPr>
            </a:lvl1pPr>
          </a:lstStyle>
          <a:p>
            <a:r>
              <a:rPr lang="en-US"/>
              <a:t>Insert title here</a:t>
            </a:r>
          </a:p>
        </p:txBody>
      </p:sp>
      <p:sp>
        <p:nvSpPr>
          <p:cNvPr id="19" name="Text Placeholder 3">
            <a:extLst>
              <a:ext uri="{FF2B5EF4-FFF2-40B4-BE49-F238E27FC236}">
                <a16:creationId xmlns:a16="http://schemas.microsoft.com/office/drawing/2014/main" id="{DB378CF3-E538-1323-9DAD-74622D9C8BE4}"/>
              </a:ext>
            </a:extLst>
          </p:cNvPr>
          <p:cNvSpPr>
            <a:spLocks noGrp="1"/>
          </p:cNvSpPr>
          <p:nvPr>
            <p:ph type="body" sz="quarter" idx="13" hasCustomPrompt="1"/>
          </p:nvPr>
        </p:nvSpPr>
        <p:spPr>
          <a:xfrm>
            <a:off x="595743" y="5972141"/>
            <a:ext cx="4103255" cy="230832"/>
          </a:xfrm>
          <a:prstGeom prst="rect">
            <a:avLst/>
          </a:prstGeom>
        </p:spPr>
        <p:txBody>
          <a:bodyPr lIns="0" rIns="0">
            <a:noAutofit/>
          </a:bodyPr>
          <a:lstStyle>
            <a:lvl1pPr marL="0" indent="0" algn="l">
              <a:buNone/>
              <a:defRPr lang="en-US" sz="1600" b="0" i="0" u="none" strike="noStrike" cap="none" spc="0" baseline="0" dirty="0">
                <a:solidFill>
                  <a:schemeClr val="tx1"/>
                </a:solidFill>
                <a:uFillTx/>
                <a:latin typeface="+mn-lt"/>
                <a:ea typeface="Helvetica Neue"/>
                <a:cs typeface="Arial" panose="020B0604020202020204" pitchFamily="34" charset="0"/>
                <a:sym typeface="Helvetica Neue"/>
              </a:defRPr>
            </a:lvl1pPr>
          </a:lstStyle>
          <a:p>
            <a:pPr marL="457200" marR="0" lvl="0" indent="-457200" algn="l" defTabSz="412750" rtl="0" latinLnBrk="0">
              <a:lnSpc>
                <a:spcPct val="100000"/>
              </a:lnSpc>
              <a:spcBef>
                <a:spcPts val="0"/>
              </a:spcBef>
              <a:spcAft>
                <a:spcPts val="0"/>
              </a:spcAft>
              <a:buClrTx/>
              <a:buSzTx/>
              <a:tabLst/>
            </a:pPr>
            <a:r>
              <a:rPr lang="en-US"/>
              <a:t>Month Day, Year</a:t>
            </a:r>
          </a:p>
        </p:txBody>
      </p:sp>
      <p:sp>
        <p:nvSpPr>
          <p:cNvPr id="22" name="Picture Placeholder 21">
            <a:extLst>
              <a:ext uri="{FF2B5EF4-FFF2-40B4-BE49-F238E27FC236}">
                <a16:creationId xmlns:a16="http://schemas.microsoft.com/office/drawing/2014/main" id="{03EFB985-459A-B97F-6C7A-F51143485F5A}"/>
              </a:ext>
            </a:extLst>
          </p:cNvPr>
          <p:cNvSpPr>
            <a:spLocks noGrp="1"/>
          </p:cNvSpPr>
          <p:nvPr>
            <p:ph type="pic" sz="quarter" idx="14"/>
          </p:nvPr>
        </p:nvSpPr>
        <p:spPr>
          <a:xfrm>
            <a:off x="7014139" y="1189342"/>
            <a:ext cx="4724514" cy="4726131"/>
          </a:xfrm>
          <a:prstGeom prst="ellipse">
            <a:avLst/>
          </a:prstGeom>
        </p:spPr>
        <p:txBody>
          <a:bodyPr/>
          <a:lstStyle/>
          <a:p>
            <a:endParaRPr lang="en-US"/>
          </a:p>
        </p:txBody>
      </p:sp>
      <p:grpSp>
        <p:nvGrpSpPr>
          <p:cNvPr id="2" name="Group 1">
            <a:extLst>
              <a:ext uri="{FF2B5EF4-FFF2-40B4-BE49-F238E27FC236}">
                <a16:creationId xmlns:a16="http://schemas.microsoft.com/office/drawing/2014/main" id="{EB0864D8-3350-F716-35BC-DE003E1F78C2}"/>
              </a:ext>
            </a:extLst>
          </p:cNvPr>
          <p:cNvGrpSpPr/>
          <p:nvPr userDrawn="1"/>
        </p:nvGrpSpPr>
        <p:grpSpPr>
          <a:xfrm>
            <a:off x="9819437" y="4815814"/>
            <a:ext cx="1609200" cy="1609200"/>
            <a:chOff x="9819437" y="4815814"/>
            <a:chExt cx="1609200" cy="1609200"/>
          </a:xfrm>
        </p:grpSpPr>
        <p:sp>
          <p:nvSpPr>
            <p:cNvPr id="3" name="Oval 2">
              <a:extLst>
                <a:ext uri="{FF2B5EF4-FFF2-40B4-BE49-F238E27FC236}">
                  <a16:creationId xmlns:a16="http://schemas.microsoft.com/office/drawing/2014/main" id="{1E0503AF-4CDB-312C-3CE5-89D761812969}"/>
                </a:ext>
              </a:extLst>
            </p:cNvPr>
            <p:cNvSpPr>
              <a:spLocks noChangeAspect="1"/>
            </p:cNvSpPr>
            <p:nvPr/>
          </p:nvSpPr>
          <p:spPr>
            <a:xfrm>
              <a:off x="9819437" y="4815814"/>
              <a:ext cx="1609200" cy="16092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reeform 3">
              <a:extLst>
                <a:ext uri="{FF2B5EF4-FFF2-40B4-BE49-F238E27FC236}">
                  <a16:creationId xmlns:a16="http://schemas.microsoft.com/office/drawing/2014/main" id="{607FCFCE-5851-A1EB-DA04-1D0110BE48D1}"/>
                </a:ext>
              </a:extLst>
            </p:cNvPr>
            <p:cNvSpPr>
              <a:spLocks noChangeAspect="1"/>
            </p:cNvSpPr>
            <p:nvPr/>
          </p:nvSpPr>
          <p:spPr>
            <a:xfrm>
              <a:off x="9819438" y="4815814"/>
              <a:ext cx="1378093" cy="1050023"/>
            </a:xfrm>
            <a:custGeom>
              <a:avLst/>
              <a:gdLst>
                <a:gd name="connsiteX0" fmla="*/ 804600 w 1378093"/>
                <a:gd name="connsiteY0" fmla="*/ 0 h 1050023"/>
                <a:gd name="connsiteX1" fmla="*/ 1373538 w 1378093"/>
                <a:gd name="connsiteY1" fmla="*/ 235662 h 1050023"/>
                <a:gd name="connsiteX2" fmla="*/ 1378093 w 1378093"/>
                <a:gd name="connsiteY2" fmla="*/ 241183 h 1050023"/>
                <a:gd name="connsiteX3" fmla="*/ 1226992 w 1378093"/>
                <a:gd name="connsiteY3" fmla="*/ 407436 h 1050023"/>
                <a:gd name="connsiteX4" fmla="*/ 258619 w 1378093"/>
                <a:gd name="connsiteY4" fmla="*/ 993406 h 1050023"/>
                <a:gd name="connsiteX5" fmla="*/ 38428 w 1378093"/>
                <a:gd name="connsiteY5" fmla="*/ 1050023 h 1050023"/>
                <a:gd name="connsiteX6" fmla="*/ 36173 w 1378093"/>
                <a:gd name="connsiteY6" fmla="*/ 1043863 h 1050023"/>
                <a:gd name="connsiteX7" fmla="*/ 0 w 1378093"/>
                <a:gd name="connsiteY7" fmla="*/ 804600 h 1050023"/>
                <a:gd name="connsiteX8" fmla="*/ 804600 w 1378093"/>
                <a:gd name="connsiteY8" fmla="*/ 0 h 105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8093" h="1050023">
                  <a:moveTo>
                    <a:pt x="804600" y="0"/>
                  </a:moveTo>
                  <a:cubicBezTo>
                    <a:pt x="1026784" y="0"/>
                    <a:pt x="1227934" y="90058"/>
                    <a:pt x="1373538" y="235662"/>
                  </a:cubicBezTo>
                  <a:lnTo>
                    <a:pt x="1378093" y="241183"/>
                  </a:lnTo>
                  <a:lnTo>
                    <a:pt x="1226992" y="407436"/>
                  </a:lnTo>
                  <a:cubicBezTo>
                    <a:pt x="959685" y="674744"/>
                    <a:pt x="628644" y="878317"/>
                    <a:pt x="258619" y="993406"/>
                  </a:cubicBezTo>
                  <a:lnTo>
                    <a:pt x="38428" y="1050023"/>
                  </a:lnTo>
                  <a:lnTo>
                    <a:pt x="36173" y="1043863"/>
                  </a:lnTo>
                  <a:cubicBezTo>
                    <a:pt x="12664" y="968280"/>
                    <a:pt x="0" y="887919"/>
                    <a:pt x="0" y="804600"/>
                  </a:cubicBezTo>
                  <a:cubicBezTo>
                    <a:pt x="0" y="360232"/>
                    <a:pt x="360232" y="0"/>
                    <a:pt x="8046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9" name="Group 8">
            <a:extLst>
              <a:ext uri="{FF2B5EF4-FFF2-40B4-BE49-F238E27FC236}">
                <a16:creationId xmlns:a16="http://schemas.microsoft.com/office/drawing/2014/main" id="{B6D9D24F-3D8C-204C-E0E1-2A4A52F729AB}"/>
              </a:ext>
            </a:extLst>
          </p:cNvPr>
          <p:cNvGrpSpPr/>
          <p:nvPr userDrawn="1"/>
        </p:nvGrpSpPr>
        <p:grpSpPr>
          <a:xfrm>
            <a:off x="9819436" y="4815814"/>
            <a:ext cx="1609200" cy="1609200"/>
            <a:chOff x="9819437" y="4815814"/>
            <a:chExt cx="1609200" cy="1609200"/>
          </a:xfrm>
          <a:blipFill>
            <a:blip r:embed="rId11">
              <a:extLst>
                <a:ext uri="{96DAC541-7B7A-43D3-8B79-37D633B846F1}">
                  <asvg:svgBlip xmlns:asvg="http://schemas.microsoft.com/office/drawing/2016/SVG/main" r:embed="rId12"/>
                </a:ext>
              </a:extLst>
            </a:blip>
            <a:stretch>
              <a:fillRect/>
            </a:stretch>
          </a:blipFill>
        </p:grpSpPr>
        <p:sp>
          <p:nvSpPr>
            <p:cNvPr id="10" name="Oval 9">
              <a:extLst>
                <a:ext uri="{FF2B5EF4-FFF2-40B4-BE49-F238E27FC236}">
                  <a16:creationId xmlns:a16="http://schemas.microsoft.com/office/drawing/2014/main" id="{02F744C3-EC46-4197-0A2A-8A1D5AE98914}"/>
                </a:ext>
              </a:extLst>
            </p:cNvPr>
            <p:cNvSpPr>
              <a:spLocks noChangeAspect="1"/>
            </p:cNvSpPr>
            <p:nvPr/>
          </p:nvSpPr>
          <p:spPr>
            <a:xfrm>
              <a:off x="9819437" y="4815814"/>
              <a:ext cx="1609200" cy="1609200"/>
            </a:xfrm>
            <a:prstGeom prst="ellipse">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841C26E8-99D5-B9FB-E5D0-F1D3FF5A5FDA}"/>
                </a:ext>
              </a:extLst>
            </p:cNvPr>
            <p:cNvSpPr>
              <a:spLocks noChangeAspect="1"/>
            </p:cNvSpPr>
            <p:nvPr/>
          </p:nvSpPr>
          <p:spPr>
            <a:xfrm>
              <a:off x="9819438" y="4815814"/>
              <a:ext cx="1378093" cy="1050023"/>
            </a:xfrm>
            <a:custGeom>
              <a:avLst/>
              <a:gdLst>
                <a:gd name="connsiteX0" fmla="*/ 804600 w 1378093"/>
                <a:gd name="connsiteY0" fmla="*/ 0 h 1050023"/>
                <a:gd name="connsiteX1" fmla="*/ 1373538 w 1378093"/>
                <a:gd name="connsiteY1" fmla="*/ 235662 h 1050023"/>
                <a:gd name="connsiteX2" fmla="*/ 1378093 w 1378093"/>
                <a:gd name="connsiteY2" fmla="*/ 241183 h 1050023"/>
                <a:gd name="connsiteX3" fmla="*/ 1226992 w 1378093"/>
                <a:gd name="connsiteY3" fmla="*/ 407436 h 1050023"/>
                <a:gd name="connsiteX4" fmla="*/ 258619 w 1378093"/>
                <a:gd name="connsiteY4" fmla="*/ 993406 h 1050023"/>
                <a:gd name="connsiteX5" fmla="*/ 38428 w 1378093"/>
                <a:gd name="connsiteY5" fmla="*/ 1050023 h 1050023"/>
                <a:gd name="connsiteX6" fmla="*/ 36173 w 1378093"/>
                <a:gd name="connsiteY6" fmla="*/ 1043863 h 1050023"/>
                <a:gd name="connsiteX7" fmla="*/ 0 w 1378093"/>
                <a:gd name="connsiteY7" fmla="*/ 804600 h 1050023"/>
                <a:gd name="connsiteX8" fmla="*/ 804600 w 1378093"/>
                <a:gd name="connsiteY8" fmla="*/ 0 h 105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8093" h="1050023">
                  <a:moveTo>
                    <a:pt x="804600" y="0"/>
                  </a:moveTo>
                  <a:cubicBezTo>
                    <a:pt x="1026784" y="0"/>
                    <a:pt x="1227934" y="90058"/>
                    <a:pt x="1373538" y="235662"/>
                  </a:cubicBezTo>
                  <a:lnTo>
                    <a:pt x="1378093" y="241183"/>
                  </a:lnTo>
                  <a:lnTo>
                    <a:pt x="1226992" y="407436"/>
                  </a:lnTo>
                  <a:cubicBezTo>
                    <a:pt x="959685" y="674744"/>
                    <a:pt x="628644" y="878317"/>
                    <a:pt x="258619" y="993406"/>
                  </a:cubicBezTo>
                  <a:lnTo>
                    <a:pt x="38428" y="1050023"/>
                  </a:lnTo>
                  <a:lnTo>
                    <a:pt x="36173" y="1043863"/>
                  </a:lnTo>
                  <a:cubicBezTo>
                    <a:pt x="12664" y="968280"/>
                    <a:pt x="0" y="887919"/>
                    <a:pt x="0" y="804600"/>
                  </a:cubicBezTo>
                  <a:cubicBezTo>
                    <a:pt x="0" y="360232"/>
                    <a:pt x="360232" y="0"/>
                    <a:pt x="804600" y="0"/>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5" name="TextBox 14">
            <a:extLst>
              <a:ext uri="{FF2B5EF4-FFF2-40B4-BE49-F238E27FC236}">
                <a16:creationId xmlns:a16="http://schemas.microsoft.com/office/drawing/2014/main" id="{9783933E-0D72-22B2-A916-768359691EC0}"/>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689604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5_Title_Slide_1">
    <p:bg>
      <p:bgPr>
        <a:solidFill>
          <a:srgbClr val="DEF3FF"/>
        </a:solidFill>
        <a:effectLst/>
      </p:bgPr>
    </p:bg>
    <p:spTree>
      <p:nvGrpSpPr>
        <p:cNvPr id="1" name=""/>
        <p:cNvGrpSpPr/>
        <p:nvPr/>
      </p:nvGrpSpPr>
      <p:grpSpPr>
        <a:xfrm>
          <a:off x="0" y="0"/>
          <a:ext cx="0" cy="0"/>
          <a:chOff x="0" y="0"/>
          <a:chExt cx="0" cy="0"/>
        </a:xfrm>
      </p:grpSpPr>
      <p:pic>
        <p:nvPicPr>
          <p:cNvPr id="8" name="Graphic 7">
            <a:extLst>
              <a:ext uri="{FF2B5EF4-FFF2-40B4-BE49-F238E27FC236}">
                <a16:creationId xmlns:a16="http://schemas.microsoft.com/office/drawing/2014/main" id="{B92A3194-0136-5B44-9A24-59C53F74689C}"/>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a:fillRect/>
          </a:stretch>
        </p:blipFill>
        <p:spPr>
          <a:xfrm rot="1304002">
            <a:off x="6917081" y="-1504587"/>
            <a:ext cx="7421612" cy="7421612"/>
          </a:xfrm>
          <a:custGeom>
            <a:avLst/>
            <a:gdLst>
              <a:gd name="connsiteX0" fmla="*/ 0 w 7421612"/>
              <a:gd name="connsiteY0" fmla="*/ 2814975 h 7421612"/>
              <a:gd name="connsiteX1" fmla="*/ 4346802 w 7421612"/>
              <a:gd name="connsiteY1" fmla="*/ 1082240 h 7421612"/>
              <a:gd name="connsiteX2" fmla="*/ 6704491 w 7421612"/>
              <a:gd name="connsiteY2" fmla="*/ 6996824 h 7421612"/>
              <a:gd name="connsiteX3" fmla="*/ 7421612 w 7421612"/>
              <a:gd name="connsiteY3" fmla="*/ 6710963 h 7421612"/>
              <a:gd name="connsiteX4" fmla="*/ 7421612 w 7421612"/>
              <a:gd name="connsiteY4" fmla="*/ 7421612 h 7421612"/>
              <a:gd name="connsiteX5" fmla="*/ 0 w 7421612"/>
              <a:gd name="connsiteY5" fmla="*/ 7421612 h 7421612"/>
              <a:gd name="connsiteX6" fmla="*/ 7003622 w 7421612"/>
              <a:gd name="connsiteY6" fmla="*/ 0 h 7421612"/>
              <a:gd name="connsiteX7" fmla="*/ 7421612 w 7421612"/>
              <a:gd name="connsiteY7" fmla="*/ 0 h 7421612"/>
              <a:gd name="connsiteX8" fmla="*/ 7421612 w 7421612"/>
              <a:gd name="connsiteY8" fmla="*/ 1048585 h 7421612"/>
              <a:gd name="connsiteX9" fmla="*/ 0 w 7421612"/>
              <a:gd name="connsiteY9" fmla="*/ 0 h 7421612"/>
              <a:gd name="connsiteX10" fmla="*/ 1215007 w 7421612"/>
              <a:gd name="connsiteY10" fmla="*/ 0 h 7421612"/>
              <a:gd name="connsiteX11" fmla="*/ 0 w 7421612"/>
              <a:gd name="connsiteY11" fmla="*/ 484330 h 7421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21612" h="7421612">
                <a:moveTo>
                  <a:pt x="0" y="2814975"/>
                </a:moveTo>
                <a:lnTo>
                  <a:pt x="4346802" y="1082240"/>
                </a:lnTo>
                <a:lnTo>
                  <a:pt x="6704491" y="6996824"/>
                </a:lnTo>
                <a:lnTo>
                  <a:pt x="7421612" y="6710963"/>
                </a:lnTo>
                <a:lnTo>
                  <a:pt x="7421612" y="7421612"/>
                </a:lnTo>
                <a:lnTo>
                  <a:pt x="0" y="7421612"/>
                </a:lnTo>
                <a:close/>
                <a:moveTo>
                  <a:pt x="7003622" y="0"/>
                </a:moveTo>
                <a:lnTo>
                  <a:pt x="7421612" y="0"/>
                </a:lnTo>
                <a:lnTo>
                  <a:pt x="7421612" y="1048585"/>
                </a:lnTo>
                <a:close/>
                <a:moveTo>
                  <a:pt x="0" y="0"/>
                </a:moveTo>
                <a:lnTo>
                  <a:pt x="1215007" y="0"/>
                </a:lnTo>
                <a:lnTo>
                  <a:pt x="0" y="484330"/>
                </a:lnTo>
                <a:close/>
              </a:path>
            </a:pathLst>
          </a:custGeom>
        </p:spPr>
      </p:pic>
      <p:pic>
        <p:nvPicPr>
          <p:cNvPr id="27" name="Graphic 26">
            <a:extLst>
              <a:ext uri="{FF2B5EF4-FFF2-40B4-BE49-F238E27FC236}">
                <a16:creationId xmlns:a16="http://schemas.microsoft.com/office/drawing/2014/main" id="{5AEDC071-EA0B-1969-8CB4-A21A72CB277C}"/>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7467486" y="0"/>
            <a:ext cx="4724514" cy="5963731"/>
          </a:xfrm>
          <a:prstGeom prst="rect">
            <a:avLst/>
          </a:prstGeom>
        </p:spPr>
      </p:pic>
      <p:pic>
        <p:nvPicPr>
          <p:cNvPr id="11" name="Graphic 10">
            <a:extLst>
              <a:ext uri="{FF2B5EF4-FFF2-40B4-BE49-F238E27FC236}">
                <a16:creationId xmlns:a16="http://schemas.microsoft.com/office/drawing/2014/main" id="{F691F33E-EAF3-D879-5AB7-30B34CC5FA0B}"/>
              </a:ext>
            </a:extLst>
          </p:cNvPr>
          <p:cNvPicPr>
            <a:picLocks noChangeAspect="1"/>
          </p:cNvPicPr>
          <p:nvPr userDrawn="1"/>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713796" y="588232"/>
            <a:ext cx="1841631" cy="440138"/>
          </a:xfrm>
          <a:prstGeom prst="rect">
            <a:avLst/>
          </a:prstGeom>
        </p:spPr>
      </p:pic>
      <p:graphicFrame>
        <p:nvGraphicFramePr>
          <p:cNvPr id="5" name="Object 4" hidden="1">
            <a:extLst>
              <a:ext uri="{FF2B5EF4-FFF2-40B4-BE49-F238E27FC236}">
                <a16:creationId xmlns:a16="http://schemas.microsoft.com/office/drawing/2014/main" id="{1E2C42FE-8438-4ECE-4770-0A931CA3F82C}"/>
              </a:ext>
            </a:extLst>
          </p:cNvPr>
          <p:cNvGraphicFramePr>
            <a:graphicFrameLocks noChangeAspect="1"/>
          </p:cNvGraphicFramePr>
          <p:nvPr userDrawn="1">
            <p:custDataLst>
              <p:tags r:id="rId1"/>
            </p:custDataLst>
            <p:extLst>
              <p:ext uri="{D42A27DB-BD31-4B8C-83A1-F6EECF244321}">
                <p14:modId xmlns:p14="http://schemas.microsoft.com/office/powerpoint/2010/main" val="7920542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347" imgH="348" progId="TCLayout.ActiveDocument.1">
                  <p:embed/>
                </p:oleObj>
              </mc:Choice>
              <mc:Fallback>
                <p:oleObj name="think-cell Slide" r:id="rId9" imgW="347" imgH="348" progId="TCLayout.ActiveDocument.1">
                  <p:embed/>
                  <p:pic>
                    <p:nvPicPr>
                      <p:cNvPr id="5" name="Object 4" hidden="1">
                        <a:extLst>
                          <a:ext uri="{FF2B5EF4-FFF2-40B4-BE49-F238E27FC236}">
                            <a16:creationId xmlns:a16="http://schemas.microsoft.com/office/drawing/2014/main" id="{1E2C42FE-8438-4ECE-4770-0A931CA3F82C}"/>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6" name="Subtitle 2">
            <a:extLst>
              <a:ext uri="{FF2B5EF4-FFF2-40B4-BE49-F238E27FC236}">
                <a16:creationId xmlns:a16="http://schemas.microsoft.com/office/drawing/2014/main" id="{75AD1E75-B5FA-55FD-AE40-1219E6705E78}"/>
              </a:ext>
            </a:extLst>
          </p:cNvPr>
          <p:cNvSpPr>
            <a:spLocks noGrp="1"/>
          </p:cNvSpPr>
          <p:nvPr>
            <p:ph type="subTitle" idx="1" hasCustomPrompt="1"/>
          </p:nvPr>
        </p:nvSpPr>
        <p:spPr>
          <a:xfrm>
            <a:off x="595743" y="4130894"/>
            <a:ext cx="5943600" cy="988945"/>
          </a:xfrm>
          <a:prstGeom prst="rect">
            <a:avLst/>
          </a:prstGeom>
        </p:spPr>
        <p:txBody>
          <a:bodyPr lIns="0" anchor="t">
            <a:noAutofit/>
          </a:bodyPr>
          <a:lstStyle>
            <a:lvl1pPr marL="0" indent="0" algn="l">
              <a:lnSpc>
                <a:spcPct val="90000"/>
              </a:lnSpc>
              <a:buNone/>
              <a:defRPr sz="3200" b="0" i="0">
                <a:solidFill>
                  <a:schemeClr val="tx1"/>
                </a:solidFill>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goes here</a:t>
            </a:r>
          </a:p>
        </p:txBody>
      </p:sp>
      <p:sp>
        <p:nvSpPr>
          <p:cNvPr id="7" name="Title 10">
            <a:extLst>
              <a:ext uri="{FF2B5EF4-FFF2-40B4-BE49-F238E27FC236}">
                <a16:creationId xmlns:a16="http://schemas.microsoft.com/office/drawing/2014/main" id="{F67D4929-1EDA-28A3-103C-54FBF891E363}"/>
              </a:ext>
            </a:extLst>
          </p:cNvPr>
          <p:cNvSpPr>
            <a:spLocks noGrp="1"/>
          </p:cNvSpPr>
          <p:nvPr>
            <p:ph type="title" hasCustomPrompt="1"/>
          </p:nvPr>
        </p:nvSpPr>
        <p:spPr>
          <a:xfrm>
            <a:off x="595743" y="1871239"/>
            <a:ext cx="5943600" cy="2099268"/>
          </a:xfrm>
          <a:prstGeom prst="rect">
            <a:avLst/>
          </a:prstGeom>
        </p:spPr>
        <p:txBody>
          <a:bodyPr vert="horz" lIns="0" anchor="b">
            <a:normAutofit/>
          </a:bodyPr>
          <a:lstStyle>
            <a:lvl1pPr algn="l">
              <a:defRPr sz="5400" b="1" i="0" baseline="0">
                <a:solidFill>
                  <a:schemeClr val="tx1"/>
                </a:solidFill>
                <a:latin typeface="Clarika Geometric DemiBold" pitchFamily="2" charset="77"/>
                <a:cs typeface="Arial" panose="020B0604020202020204" pitchFamily="34" charset="0"/>
              </a:defRPr>
            </a:lvl1pPr>
          </a:lstStyle>
          <a:p>
            <a:r>
              <a:rPr lang="en-US"/>
              <a:t>Insert title here</a:t>
            </a:r>
          </a:p>
        </p:txBody>
      </p:sp>
      <p:sp>
        <p:nvSpPr>
          <p:cNvPr id="19" name="Text Placeholder 3">
            <a:extLst>
              <a:ext uri="{FF2B5EF4-FFF2-40B4-BE49-F238E27FC236}">
                <a16:creationId xmlns:a16="http://schemas.microsoft.com/office/drawing/2014/main" id="{DB378CF3-E538-1323-9DAD-74622D9C8BE4}"/>
              </a:ext>
            </a:extLst>
          </p:cNvPr>
          <p:cNvSpPr>
            <a:spLocks noGrp="1"/>
          </p:cNvSpPr>
          <p:nvPr>
            <p:ph type="body" sz="quarter" idx="13" hasCustomPrompt="1"/>
          </p:nvPr>
        </p:nvSpPr>
        <p:spPr>
          <a:xfrm>
            <a:off x="595743" y="5972141"/>
            <a:ext cx="4103255" cy="230832"/>
          </a:xfrm>
          <a:prstGeom prst="rect">
            <a:avLst/>
          </a:prstGeom>
        </p:spPr>
        <p:txBody>
          <a:bodyPr lIns="0" rIns="0">
            <a:noAutofit/>
          </a:bodyPr>
          <a:lstStyle>
            <a:lvl1pPr marL="0" indent="0" algn="l">
              <a:buNone/>
              <a:defRPr lang="en-US" sz="1600" b="0" i="0" u="none" strike="noStrike" cap="none" spc="0" baseline="0" dirty="0">
                <a:solidFill>
                  <a:schemeClr val="tx1"/>
                </a:solidFill>
                <a:uFillTx/>
                <a:latin typeface="+mn-lt"/>
                <a:ea typeface="Helvetica Neue"/>
                <a:cs typeface="Arial" panose="020B0604020202020204" pitchFamily="34" charset="0"/>
                <a:sym typeface="Helvetica Neue"/>
              </a:defRPr>
            </a:lvl1pPr>
          </a:lstStyle>
          <a:p>
            <a:pPr marL="457200" marR="0" lvl="0" indent="-457200" algn="l" defTabSz="412750" rtl="0" latinLnBrk="0">
              <a:lnSpc>
                <a:spcPct val="100000"/>
              </a:lnSpc>
              <a:spcBef>
                <a:spcPts val="0"/>
              </a:spcBef>
              <a:spcAft>
                <a:spcPts val="0"/>
              </a:spcAft>
              <a:buClrTx/>
              <a:buSzTx/>
              <a:tabLst/>
            </a:pPr>
            <a:r>
              <a:rPr lang="en-US"/>
              <a:t>Month Day, Year</a:t>
            </a:r>
          </a:p>
        </p:txBody>
      </p:sp>
      <p:sp>
        <p:nvSpPr>
          <p:cNvPr id="22" name="Picture Placeholder 21">
            <a:extLst>
              <a:ext uri="{FF2B5EF4-FFF2-40B4-BE49-F238E27FC236}">
                <a16:creationId xmlns:a16="http://schemas.microsoft.com/office/drawing/2014/main" id="{03EFB985-459A-B97F-6C7A-F51143485F5A}"/>
              </a:ext>
            </a:extLst>
          </p:cNvPr>
          <p:cNvSpPr>
            <a:spLocks noGrp="1"/>
          </p:cNvSpPr>
          <p:nvPr>
            <p:ph type="pic" sz="quarter" idx="14"/>
          </p:nvPr>
        </p:nvSpPr>
        <p:spPr>
          <a:xfrm>
            <a:off x="7014139" y="1189342"/>
            <a:ext cx="4724514" cy="4726131"/>
          </a:xfrm>
          <a:prstGeom prst="ellipse">
            <a:avLst/>
          </a:prstGeom>
        </p:spPr>
        <p:txBody>
          <a:bodyPr/>
          <a:lstStyle/>
          <a:p>
            <a:endParaRPr lang="en-US"/>
          </a:p>
        </p:txBody>
      </p:sp>
      <p:grpSp>
        <p:nvGrpSpPr>
          <p:cNvPr id="2" name="Group 1">
            <a:extLst>
              <a:ext uri="{FF2B5EF4-FFF2-40B4-BE49-F238E27FC236}">
                <a16:creationId xmlns:a16="http://schemas.microsoft.com/office/drawing/2014/main" id="{51A3C819-DB53-4B49-B0C1-4685D38821C6}"/>
              </a:ext>
            </a:extLst>
          </p:cNvPr>
          <p:cNvGrpSpPr/>
          <p:nvPr userDrawn="1"/>
        </p:nvGrpSpPr>
        <p:grpSpPr>
          <a:xfrm>
            <a:off x="9819437" y="4815814"/>
            <a:ext cx="1609200" cy="1609200"/>
            <a:chOff x="9819437" y="4815814"/>
            <a:chExt cx="1609200" cy="1609200"/>
          </a:xfrm>
        </p:grpSpPr>
        <p:sp>
          <p:nvSpPr>
            <p:cNvPr id="3" name="Oval 2">
              <a:extLst>
                <a:ext uri="{FF2B5EF4-FFF2-40B4-BE49-F238E27FC236}">
                  <a16:creationId xmlns:a16="http://schemas.microsoft.com/office/drawing/2014/main" id="{C1A4D3EA-6EB7-0D2B-D318-F0F8234E532C}"/>
                </a:ext>
              </a:extLst>
            </p:cNvPr>
            <p:cNvSpPr>
              <a:spLocks noChangeAspect="1"/>
            </p:cNvSpPr>
            <p:nvPr/>
          </p:nvSpPr>
          <p:spPr>
            <a:xfrm>
              <a:off x="9819437" y="4815814"/>
              <a:ext cx="1609200" cy="16092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reeform 3">
              <a:extLst>
                <a:ext uri="{FF2B5EF4-FFF2-40B4-BE49-F238E27FC236}">
                  <a16:creationId xmlns:a16="http://schemas.microsoft.com/office/drawing/2014/main" id="{BE8834E6-AF5A-2E05-210B-267B56899C80}"/>
                </a:ext>
              </a:extLst>
            </p:cNvPr>
            <p:cNvSpPr>
              <a:spLocks noChangeAspect="1"/>
            </p:cNvSpPr>
            <p:nvPr/>
          </p:nvSpPr>
          <p:spPr>
            <a:xfrm>
              <a:off x="9819438" y="4815814"/>
              <a:ext cx="1378093" cy="1050023"/>
            </a:xfrm>
            <a:custGeom>
              <a:avLst/>
              <a:gdLst>
                <a:gd name="connsiteX0" fmla="*/ 804600 w 1378093"/>
                <a:gd name="connsiteY0" fmla="*/ 0 h 1050023"/>
                <a:gd name="connsiteX1" fmla="*/ 1373538 w 1378093"/>
                <a:gd name="connsiteY1" fmla="*/ 235662 h 1050023"/>
                <a:gd name="connsiteX2" fmla="*/ 1378093 w 1378093"/>
                <a:gd name="connsiteY2" fmla="*/ 241183 h 1050023"/>
                <a:gd name="connsiteX3" fmla="*/ 1226992 w 1378093"/>
                <a:gd name="connsiteY3" fmla="*/ 407436 h 1050023"/>
                <a:gd name="connsiteX4" fmla="*/ 258619 w 1378093"/>
                <a:gd name="connsiteY4" fmla="*/ 993406 h 1050023"/>
                <a:gd name="connsiteX5" fmla="*/ 38428 w 1378093"/>
                <a:gd name="connsiteY5" fmla="*/ 1050023 h 1050023"/>
                <a:gd name="connsiteX6" fmla="*/ 36173 w 1378093"/>
                <a:gd name="connsiteY6" fmla="*/ 1043863 h 1050023"/>
                <a:gd name="connsiteX7" fmla="*/ 0 w 1378093"/>
                <a:gd name="connsiteY7" fmla="*/ 804600 h 1050023"/>
                <a:gd name="connsiteX8" fmla="*/ 804600 w 1378093"/>
                <a:gd name="connsiteY8" fmla="*/ 0 h 105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8093" h="1050023">
                  <a:moveTo>
                    <a:pt x="804600" y="0"/>
                  </a:moveTo>
                  <a:cubicBezTo>
                    <a:pt x="1026784" y="0"/>
                    <a:pt x="1227934" y="90058"/>
                    <a:pt x="1373538" y="235662"/>
                  </a:cubicBezTo>
                  <a:lnTo>
                    <a:pt x="1378093" y="241183"/>
                  </a:lnTo>
                  <a:lnTo>
                    <a:pt x="1226992" y="407436"/>
                  </a:lnTo>
                  <a:cubicBezTo>
                    <a:pt x="959685" y="674744"/>
                    <a:pt x="628644" y="878317"/>
                    <a:pt x="258619" y="993406"/>
                  </a:cubicBezTo>
                  <a:lnTo>
                    <a:pt x="38428" y="1050023"/>
                  </a:lnTo>
                  <a:lnTo>
                    <a:pt x="36173" y="1043863"/>
                  </a:lnTo>
                  <a:cubicBezTo>
                    <a:pt x="12664" y="968280"/>
                    <a:pt x="0" y="887919"/>
                    <a:pt x="0" y="804600"/>
                  </a:cubicBezTo>
                  <a:cubicBezTo>
                    <a:pt x="0" y="360232"/>
                    <a:pt x="360232" y="0"/>
                    <a:pt x="8046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grpSp>
        <p:nvGrpSpPr>
          <p:cNvPr id="9" name="Group 8">
            <a:extLst>
              <a:ext uri="{FF2B5EF4-FFF2-40B4-BE49-F238E27FC236}">
                <a16:creationId xmlns:a16="http://schemas.microsoft.com/office/drawing/2014/main" id="{F04DBABE-8CFB-C573-85B5-11E2F31E9802}"/>
              </a:ext>
            </a:extLst>
          </p:cNvPr>
          <p:cNvGrpSpPr/>
          <p:nvPr userDrawn="1"/>
        </p:nvGrpSpPr>
        <p:grpSpPr>
          <a:xfrm>
            <a:off x="9815005" y="4815814"/>
            <a:ext cx="1609200" cy="1609200"/>
            <a:chOff x="9819437" y="4815814"/>
            <a:chExt cx="1609200" cy="1609200"/>
          </a:xfrm>
        </p:grpSpPr>
        <p:sp>
          <p:nvSpPr>
            <p:cNvPr id="10" name="Oval 9">
              <a:extLst>
                <a:ext uri="{FF2B5EF4-FFF2-40B4-BE49-F238E27FC236}">
                  <a16:creationId xmlns:a16="http://schemas.microsoft.com/office/drawing/2014/main" id="{C49A7DA3-346B-C033-29B0-3388BC796098}"/>
                </a:ext>
              </a:extLst>
            </p:cNvPr>
            <p:cNvSpPr>
              <a:spLocks noChangeAspect="1"/>
            </p:cNvSpPr>
            <p:nvPr/>
          </p:nvSpPr>
          <p:spPr>
            <a:xfrm>
              <a:off x="9819437" y="4815814"/>
              <a:ext cx="1609200" cy="1609200"/>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11">
              <a:extLst>
                <a:ext uri="{FF2B5EF4-FFF2-40B4-BE49-F238E27FC236}">
                  <a16:creationId xmlns:a16="http://schemas.microsoft.com/office/drawing/2014/main" id="{66C40BC3-CFA0-69AB-6EE1-A69F69D3FFE5}"/>
                </a:ext>
              </a:extLst>
            </p:cNvPr>
            <p:cNvSpPr>
              <a:spLocks noChangeAspect="1"/>
            </p:cNvSpPr>
            <p:nvPr/>
          </p:nvSpPr>
          <p:spPr>
            <a:xfrm>
              <a:off x="9819438" y="4815814"/>
              <a:ext cx="1378093" cy="1050023"/>
            </a:xfrm>
            <a:custGeom>
              <a:avLst/>
              <a:gdLst>
                <a:gd name="connsiteX0" fmla="*/ 804600 w 1378093"/>
                <a:gd name="connsiteY0" fmla="*/ 0 h 1050023"/>
                <a:gd name="connsiteX1" fmla="*/ 1373538 w 1378093"/>
                <a:gd name="connsiteY1" fmla="*/ 235662 h 1050023"/>
                <a:gd name="connsiteX2" fmla="*/ 1378093 w 1378093"/>
                <a:gd name="connsiteY2" fmla="*/ 241183 h 1050023"/>
                <a:gd name="connsiteX3" fmla="*/ 1226992 w 1378093"/>
                <a:gd name="connsiteY3" fmla="*/ 407436 h 1050023"/>
                <a:gd name="connsiteX4" fmla="*/ 258619 w 1378093"/>
                <a:gd name="connsiteY4" fmla="*/ 993406 h 1050023"/>
                <a:gd name="connsiteX5" fmla="*/ 38428 w 1378093"/>
                <a:gd name="connsiteY5" fmla="*/ 1050023 h 1050023"/>
                <a:gd name="connsiteX6" fmla="*/ 36173 w 1378093"/>
                <a:gd name="connsiteY6" fmla="*/ 1043863 h 1050023"/>
                <a:gd name="connsiteX7" fmla="*/ 0 w 1378093"/>
                <a:gd name="connsiteY7" fmla="*/ 804600 h 1050023"/>
                <a:gd name="connsiteX8" fmla="*/ 804600 w 1378093"/>
                <a:gd name="connsiteY8" fmla="*/ 0 h 105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8093" h="1050023">
                  <a:moveTo>
                    <a:pt x="804600" y="0"/>
                  </a:moveTo>
                  <a:cubicBezTo>
                    <a:pt x="1026784" y="0"/>
                    <a:pt x="1227934" y="90058"/>
                    <a:pt x="1373538" y="235662"/>
                  </a:cubicBezTo>
                  <a:lnTo>
                    <a:pt x="1378093" y="241183"/>
                  </a:lnTo>
                  <a:lnTo>
                    <a:pt x="1226992" y="407436"/>
                  </a:lnTo>
                  <a:cubicBezTo>
                    <a:pt x="959685" y="674744"/>
                    <a:pt x="628644" y="878317"/>
                    <a:pt x="258619" y="993406"/>
                  </a:cubicBezTo>
                  <a:lnTo>
                    <a:pt x="38428" y="1050023"/>
                  </a:lnTo>
                  <a:lnTo>
                    <a:pt x="36173" y="1043863"/>
                  </a:lnTo>
                  <a:cubicBezTo>
                    <a:pt x="12664" y="968280"/>
                    <a:pt x="0" y="887919"/>
                    <a:pt x="0" y="804600"/>
                  </a:cubicBezTo>
                  <a:cubicBezTo>
                    <a:pt x="0" y="360232"/>
                    <a:pt x="360232" y="0"/>
                    <a:pt x="804600"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5" name="TextBox 14">
            <a:extLst>
              <a:ext uri="{FF2B5EF4-FFF2-40B4-BE49-F238E27FC236}">
                <a16:creationId xmlns:a16="http://schemas.microsoft.com/office/drawing/2014/main" id="{88CE78C8-B124-B556-C8D9-883F6A687D77}"/>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1417391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Title_Slide_3">
    <p:bg>
      <p:bgPr>
        <a:solidFill>
          <a:schemeClr val="tx2"/>
        </a:solidFill>
        <a:effectLst/>
      </p:bgPr>
    </p:bg>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818D0686-9A7F-9CF6-D927-47A6C41DD8F8}"/>
              </a:ext>
            </a:extLst>
          </p:cNvPr>
          <p:cNvGrpSpPr/>
          <p:nvPr userDrawn="1"/>
        </p:nvGrpSpPr>
        <p:grpSpPr>
          <a:xfrm>
            <a:off x="-1110393" y="-540859"/>
            <a:ext cx="10880364" cy="11456870"/>
            <a:chOff x="-1110393" y="-540859"/>
            <a:chExt cx="10880364" cy="11456870"/>
          </a:xfrm>
        </p:grpSpPr>
        <p:pic>
          <p:nvPicPr>
            <p:cNvPr id="13" name="Graphic 12">
              <a:extLst>
                <a:ext uri="{FF2B5EF4-FFF2-40B4-BE49-F238E27FC236}">
                  <a16:creationId xmlns:a16="http://schemas.microsoft.com/office/drawing/2014/main" id="{F1C28DD0-F919-1061-7581-F5A44EAF8840}"/>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a:fillRect/>
            </a:stretch>
          </p:blipFill>
          <p:spPr>
            <a:xfrm rot="3752422">
              <a:off x="-1110394" y="-540858"/>
              <a:ext cx="9984195" cy="9984194"/>
            </a:xfrm>
            <a:custGeom>
              <a:avLst/>
              <a:gdLst>
                <a:gd name="connsiteX0" fmla="*/ 9948364 w 9984195"/>
                <a:gd name="connsiteY0" fmla="*/ 9984194 h 9984194"/>
                <a:gd name="connsiteX1" fmla="*/ 9984195 w 9984195"/>
                <a:gd name="connsiteY1" fmla="*/ 9915245 h 9984194"/>
                <a:gd name="connsiteX2" fmla="*/ 9984195 w 9984195"/>
                <a:gd name="connsiteY2" fmla="*/ 9984194 h 9984194"/>
                <a:gd name="connsiteX3" fmla="*/ 0 w 9984195"/>
                <a:gd name="connsiteY3" fmla="*/ 4945318 h 9984194"/>
                <a:gd name="connsiteX4" fmla="*/ 2569943 w 9984195"/>
                <a:gd name="connsiteY4" fmla="*/ 0 h 9984194"/>
                <a:gd name="connsiteX5" fmla="*/ 9984194 w 9984195"/>
                <a:gd name="connsiteY5" fmla="*/ 0 h 9984194"/>
                <a:gd name="connsiteX6" fmla="*/ 9984194 w 9984195"/>
                <a:gd name="connsiteY6" fmla="*/ 616073 h 9984194"/>
                <a:gd name="connsiteX7" fmla="*/ 5342210 w 9984195"/>
                <a:gd name="connsiteY7" fmla="*/ 9548600 h 9984194"/>
                <a:gd name="connsiteX8" fmla="*/ 0 w 9984195"/>
                <a:gd name="connsiteY8" fmla="*/ 6772403 h 9984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84195" h="9984194">
                  <a:moveTo>
                    <a:pt x="9948364" y="9984194"/>
                  </a:moveTo>
                  <a:lnTo>
                    <a:pt x="9984195" y="9915245"/>
                  </a:lnTo>
                  <a:lnTo>
                    <a:pt x="9984195" y="9984194"/>
                  </a:lnTo>
                  <a:close/>
                  <a:moveTo>
                    <a:pt x="0" y="4945318"/>
                  </a:moveTo>
                  <a:lnTo>
                    <a:pt x="2569943" y="0"/>
                  </a:lnTo>
                  <a:lnTo>
                    <a:pt x="9984194" y="0"/>
                  </a:lnTo>
                  <a:lnTo>
                    <a:pt x="9984194" y="616073"/>
                  </a:lnTo>
                  <a:lnTo>
                    <a:pt x="5342210" y="9548600"/>
                  </a:lnTo>
                  <a:lnTo>
                    <a:pt x="0" y="6772403"/>
                  </a:lnTo>
                  <a:close/>
                </a:path>
              </a:pathLst>
            </a:custGeom>
          </p:spPr>
        </p:pic>
        <p:pic>
          <p:nvPicPr>
            <p:cNvPr id="21" name="Graphic 20">
              <a:extLst>
                <a:ext uri="{FF2B5EF4-FFF2-40B4-BE49-F238E27FC236}">
                  <a16:creationId xmlns:a16="http://schemas.microsoft.com/office/drawing/2014/main" id="{4308D0F8-7BFF-5B3C-7D47-941ECE8410C5}"/>
                </a:ext>
              </a:extLst>
            </p:cNvPr>
            <p:cNvPicPr>
              <a:picLocks noChangeAspect="1"/>
            </p:cNvPicPr>
            <p:nvPr userDrawn="1"/>
          </p:nvPicPr>
          <p:blipFill>
            <a:blip r:embed="rId5">
              <a:extLst>
                <a:ext uri="{96DAC541-7B7A-43D3-8B79-37D633B846F1}">
                  <asvg:svgBlip xmlns:asvg="http://schemas.microsoft.com/office/drawing/2016/SVG/main" r:embed="rId6"/>
                </a:ext>
              </a:extLst>
            </a:blip>
            <a:srcRect l="1906"/>
            <a:stretch>
              <a:fillRect/>
            </a:stretch>
          </p:blipFill>
          <p:spPr>
            <a:xfrm rot="303486">
              <a:off x="-480615" y="466245"/>
              <a:ext cx="10250586" cy="10449766"/>
            </a:xfrm>
            <a:custGeom>
              <a:avLst/>
              <a:gdLst>
                <a:gd name="connsiteX0" fmla="*/ 8022353 w 10250586"/>
                <a:gd name="connsiteY0" fmla="*/ 10449766 h 10449766"/>
                <a:gd name="connsiteX1" fmla="*/ 10250585 w 10250586"/>
                <a:gd name="connsiteY1" fmla="*/ 10252544 h 10449766"/>
                <a:gd name="connsiteX2" fmla="*/ 10250585 w 10250586"/>
                <a:gd name="connsiteY2" fmla="*/ 10449766 h 10449766"/>
                <a:gd name="connsiteX3" fmla="*/ 0 w 10250586"/>
                <a:gd name="connsiteY3" fmla="*/ 0 h 10449766"/>
                <a:gd name="connsiteX4" fmla="*/ 10250585 w 10250586"/>
                <a:gd name="connsiteY4" fmla="*/ 0 h 10449766"/>
                <a:gd name="connsiteX5" fmla="*/ 10250586 w 10250586"/>
                <a:gd name="connsiteY5" fmla="*/ 5947712 h 10449766"/>
                <a:gd name="connsiteX6" fmla="*/ 602023 w 10250586"/>
                <a:gd name="connsiteY6" fmla="*/ 6801712 h 10449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50586" h="10449766">
                  <a:moveTo>
                    <a:pt x="8022353" y="10449766"/>
                  </a:moveTo>
                  <a:lnTo>
                    <a:pt x="10250585" y="10252544"/>
                  </a:lnTo>
                  <a:lnTo>
                    <a:pt x="10250585" y="10449766"/>
                  </a:lnTo>
                  <a:close/>
                  <a:moveTo>
                    <a:pt x="0" y="0"/>
                  </a:moveTo>
                  <a:lnTo>
                    <a:pt x="10250585" y="0"/>
                  </a:lnTo>
                  <a:lnTo>
                    <a:pt x="10250586" y="5947712"/>
                  </a:lnTo>
                  <a:lnTo>
                    <a:pt x="602023" y="6801712"/>
                  </a:lnTo>
                  <a:close/>
                </a:path>
              </a:pathLst>
            </a:custGeom>
          </p:spPr>
        </p:pic>
        <p:sp>
          <p:nvSpPr>
            <p:cNvPr id="25" name="Freeform 24">
              <a:extLst>
                <a:ext uri="{FF2B5EF4-FFF2-40B4-BE49-F238E27FC236}">
                  <a16:creationId xmlns:a16="http://schemas.microsoft.com/office/drawing/2014/main" id="{F3E8F80A-446E-176B-AB12-34FE8BAD946F}"/>
                </a:ext>
              </a:extLst>
            </p:cNvPr>
            <p:cNvSpPr/>
            <p:nvPr/>
          </p:nvSpPr>
          <p:spPr>
            <a:xfrm rot="303486">
              <a:off x="-111025" y="517700"/>
              <a:ext cx="9520099" cy="6743623"/>
            </a:xfrm>
            <a:custGeom>
              <a:avLst/>
              <a:gdLst>
                <a:gd name="connsiteX0" fmla="*/ 3680704 w 9520099"/>
                <a:gd name="connsiteY0" fmla="*/ 48420 h 6743623"/>
                <a:gd name="connsiteX1" fmla="*/ 7080259 w 9520099"/>
                <a:gd name="connsiteY1" fmla="*/ 178311 h 6743623"/>
                <a:gd name="connsiteX2" fmla="*/ 7368407 w 9520099"/>
                <a:gd name="connsiteY2" fmla="*/ 234445 h 6743623"/>
                <a:gd name="connsiteX3" fmla="*/ 7412400 w 9520099"/>
                <a:gd name="connsiteY3" fmla="*/ 245048 h 6743623"/>
                <a:gd name="connsiteX4" fmla="*/ 7586423 w 9520099"/>
                <a:gd name="connsiteY4" fmla="*/ 456363 h 6743623"/>
                <a:gd name="connsiteX5" fmla="*/ 9227824 w 9520099"/>
                <a:gd name="connsiteY5" fmla="*/ 3261949 h 6743623"/>
                <a:gd name="connsiteX6" fmla="*/ 9085863 w 9520099"/>
                <a:gd name="connsiteY6" fmla="*/ 5884248 h 6743623"/>
                <a:gd name="connsiteX7" fmla="*/ 9018231 w 9520099"/>
                <a:gd name="connsiteY7" fmla="*/ 5980048 h 6743623"/>
                <a:gd name="connsiteX8" fmla="*/ 391293 w 9520099"/>
                <a:gd name="connsiteY8" fmla="*/ 6743623 h 6743623"/>
                <a:gd name="connsiteX9" fmla="*/ 0 w 9520099"/>
                <a:gd name="connsiteY9" fmla="*/ 2322760 h 6743623"/>
                <a:gd name="connsiteX10" fmla="*/ 115780 w 9520099"/>
                <a:gd name="connsiteY10" fmla="*/ 2036517 h 6743623"/>
                <a:gd name="connsiteX11" fmla="*/ 588633 w 9520099"/>
                <a:gd name="connsiteY11" fmla="*/ 1292718 h 6743623"/>
                <a:gd name="connsiteX12" fmla="*/ 3680704 w 9520099"/>
                <a:gd name="connsiteY12" fmla="*/ 48420 h 6743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520099" h="6743623">
                  <a:moveTo>
                    <a:pt x="3680704" y="48420"/>
                  </a:moveTo>
                  <a:cubicBezTo>
                    <a:pt x="5214764" y="-95916"/>
                    <a:pt x="6724510" y="123121"/>
                    <a:pt x="7080259" y="178311"/>
                  </a:cubicBezTo>
                  <a:cubicBezTo>
                    <a:pt x="7168821" y="193956"/>
                    <a:pt x="7265693" y="211736"/>
                    <a:pt x="7368407" y="234445"/>
                  </a:cubicBezTo>
                  <a:lnTo>
                    <a:pt x="7412400" y="245048"/>
                  </a:lnTo>
                  <a:lnTo>
                    <a:pt x="7586423" y="456363"/>
                  </a:lnTo>
                  <a:cubicBezTo>
                    <a:pt x="8490617" y="1618157"/>
                    <a:pt x="9089570" y="2946992"/>
                    <a:pt x="9227824" y="3261949"/>
                  </a:cubicBezTo>
                  <a:cubicBezTo>
                    <a:pt x="9457993" y="3817653"/>
                    <a:pt x="9813025" y="4755183"/>
                    <a:pt x="9085863" y="5884248"/>
                  </a:cubicBezTo>
                  <a:lnTo>
                    <a:pt x="9018231" y="5980048"/>
                  </a:lnTo>
                  <a:lnTo>
                    <a:pt x="391293" y="6743623"/>
                  </a:lnTo>
                  <a:lnTo>
                    <a:pt x="0" y="2322760"/>
                  </a:lnTo>
                  <a:lnTo>
                    <a:pt x="115780" y="2036517"/>
                  </a:lnTo>
                  <a:cubicBezTo>
                    <a:pt x="242585" y="1756060"/>
                    <a:pt x="398790" y="1504441"/>
                    <a:pt x="588633" y="1292718"/>
                  </a:cubicBezTo>
                  <a:cubicBezTo>
                    <a:pt x="1279682" y="492760"/>
                    <a:pt x="2487546" y="160681"/>
                    <a:pt x="3680704" y="48420"/>
                  </a:cubicBezTo>
                  <a:close/>
                </a:path>
              </a:pathLst>
            </a:custGeom>
            <a:solidFill>
              <a:schemeClr val="bg1"/>
            </a:solidFill>
            <a:ln w="53653" cap="flat">
              <a:noFill/>
              <a:prstDash val="solid"/>
              <a:miter/>
            </a:ln>
          </p:spPr>
          <p:txBody>
            <a:bodyPr wrap="square" rtlCol="0" anchor="ctr">
              <a:noAutofit/>
            </a:bodyPr>
            <a:lstStyle/>
            <a:p>
              <a:endParaRPr lang="en-US"/>
            </a:p>
          </p:txBody>
        </p:sp>
      </p:grpSp>
      <p:pic>
        <p:nvPicPr>
          <p:cNvPr id="11" name="Graphic 10">
            <a:extLst>
              <a:ext uri="{FF2B5EF4-FFF2-40B4-BE49-F238E27FC236}">
                <a16:creationId xmlns:a16="http://schemas.microsoft.com/office/drawing/2014/main" id="{F691F33E-EAF3-D879-5AB7-30B34CC5FA0B}"/>
              </a:ext>
            </a:extLst>
          </p:cNvPr>
          <p:cNvPicPr>
            <a:picLocks noChangeAspect="1"/>
          </p:cNvPicPr>
          <p:nvPr userDrawn="1"/>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713796" y="588232"/>
            <a:ext cx="1841631" cy="440138"/>
          </a:xfrm>
          <a:prstGeom prst="rect">
            <a:avLst/>
          </a:prstGeom>
        </p:spPr>
      </p:pic>
      <p:graphicFrame>
        <p:nvGraphicFramePr>
          <p:cNvPr id="5" name="Object 4" hidden="1">
            <a:extLst>
              <a:ext uri="{FF2B5EF4-FFF2-40B4-BE49-F238E27FC236}">
                <a16:creationId xmlns:a16="http://schemas.microsoft.com/office/drawing/2014/main" id="{1E2C42FE-8438-4ECE-4770-0A931CA3F82C}"/>
              </a:ext>
            </a:extLst>
          </p:cNvPr>
          <p:cNvGraphicFramePr>
            <a:graphicFrameLocks noChangeAspect="1"/>
          </p:cNvGraphicFramePr>
          <p:nvPr userDrawn="1">
            <p:custDataLst>
              <p:tags r:id="rId1"/>
            </p:custDataLst>
            <p:extLst>
              <p:ext uri="{D42A27DB-BD31-4B8C-83A1-F6EECF244321}">
                <p14:modId xmlns:p14="http://schemas.microsoft.com/office/powerpoint/2010/main" val="7920542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347" imgH="348" progId="TCLayout.ActiveDocument.1">
                  <p:embed/>
                </p:oleObj>
              </mc:Choice>
              <mc:Fallback>
                <p:oleObj name="think-cell Slide" r:id="rId9" imgW="347" imgH="348" progId="TCLayout.ActiveDocument.1">
                  <p:embed/>
                  <p:pic>
                    <p:nvPicPr>
                      <p:cNvPr id="5" name="Object 4" hidden="1">
                        <a:extLst>
                          <a:ext uri="{FF2B5EF4-FFF2-40B4-BE49-F238E27FC236}">
                            <a16:creationId xmlns:a16="http://schemas.microsoft.com/office/drawing/2014/main" id="{1E2C42FE-8438-4ECE-4770-0A931CA3F82C}"/>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6" name="Subtitle 2">
            <a:extLst>
              <a:ext uri="{FF2B5EF4-FFF2-40B4-BE49-F238E27FC236}">
                <a16:creationId xmlns:a16="http://schemas.microsoft.com/office/drawing/2014/main" id="{75AD1E75-B5FA-55FD-AE40-1219E6705E78}"/>
              </a:ext>
            </a:extLst>
          </p:cNvPr>
          <p:cNvSpPr>
            <a:spLocks noGrp="1"/>
          </p:cNvSpPr>
          <p:nvPr userDrawn="1">
            <p:ph type="subTitle" idx="1" hasCustomPrompt="1"/>
          </p:nvPr>
        </p:nvSpPr>
        <p:spPr>
          <a:xfrm>
            <a:off x="595743" y="4130894"/>
            <a:ext cx="5943600" cy="988945"/>
          </a:xfrm>
          <a:prstGeom prst="rect">
            <a:avLst/>
          </a:prstGeom>
        </p:spPr>
        <p:txBody>
          <a:bodyPr lIns="0" anchor="t">
            <a:noAutofit/>
          </a:bodyPr>
          <a:lstStyle>
            <a:lvl1pPr marL="0" indent="0" algn="l">
              <a:lnSpc>
                <a:spcPct val="90000"/>
              </a:lnSpc>
              <a:buNone/>
              <a:defRPr sz="3200" b="0" i="0">
                <a:solidFill>
                  <a:schemeClr val="tx1"/>
                </a:solidFill>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goes here</a:t>
            </a:r>
          </a:p>
        </p:txBody>
      </p:sp>
      <p:sp>
        <p:nvSpPr>
          <p:cNvPr id="7" name="Title 10">
            <a:extLst>
              <a:ext uri="{FF2B5EF4-FFF2-40B4-BE49-F238E27FC236}">
                <a16:creationId xmlns:a16="http://schemas.microsoft.com/office/drawing/2014/main" id="{F67D4929-1EDA-28A3-103C-54FBF891E363}"/>
              </a:ext>
            </a:extLst>
          </p:cNvPr>
          <p:cNvSpPr>
            <a:spLocks noGrp="1"/>
          </p:cNvSpPr>
          <p:nvPr userDrawn="1">
            <p:ph type="title" hasCustomPrompt="1"/>
          </p:nvPr>
        </p:nvSpPr>
        <p:spPr>
          <a:xfrm>
            <a:off x="595743" y="1871239"/>
            <a:ext cx="5943600" cy="2099268"/>
          </a:xfrm>
          <a:prstGeom prst="rect">
            <a:avLst/>
          </a:prstGeom>
        </p:spPr>
        <p:txBody>
          <a:bodyPr vert="horz" lIns="0" anchor="b">
            <a:normAutofit/>
          </a:bodyPr>
          <a:lstStyle>
            <a:lvl1pPr algn="l">
              <a:defRPr sz="5400" b="1" i="0" baseline="0">
                <a:solidFill>
                  <a:schemeClr val="tx1"/>
                </a:solidFill>
                <a:latin typeface="Clarika Geometric DemiBold" pitchFamily="2" charset="77"/>
                <a:cs typeface="Arial" panose="020B0604020202020204" pitchFamily="34" charset="0"/>
              </a:defRPr>
            </a:lvl1pPr>
          </a:lstStyle>
          <a:p>
            <a:r>
              <a:rPr lang="en-US"/>
              <a:t>Insert title here</a:t>
            </a:r>
          </a:p>
        </p:txBody>
      </p:sp>
      <p:sp>
        <p:nvSpPr>
          <p:cNvPr id="19" name="Text Placeholder 3">
            <a:extLst>
              <a:ext uri="{FF2B5EF4-FFF2-40B4-BE49-F238E27FC236}">
                <a16:creationId xmlns:a16="http://schemas.microsoft.com/office/drawing/2014/main" id="{DB378CF3-E538-1323-9DAD-74622D9C8BE4}"/>
              </a:ext>
            </a:extLst>
          </p:cNvPr>
          <p:cNvSpPr>
            <a:spLocks noGrp="1"/>
          </p:cNvSpPr>
          <p:nvPr userDrawn="1">
            <p:ph type="body" sz="quarter" idx="13" hasCustomPrompt="1"/>
          </p:nvPr>
        </p:nvSpPr>
        <p:spPr>
          <a:xfrm>
            <a:off x="595743" y="5972141"/>
            <a:ext cx="4103255" cy="230832"/>
          </a:xfrm>
          <a:prstGeom prst="rect">
            <a:avLst/>
          </a:prstGeom>
        </p:spPr>
        <p:txBody>
          <a:bodyPr lIns="0" rIns="0">
            <a:noAutofit/>
          </a:bodyPr>
          <a:lstStyle>
            <a:lvl1pPr marL="0" indent="0" algn="l">
              <a:buNone/>
              <a:defRPr lang="en-US" sz="1600" b="0" i="0" u="none" strike="noStrike" cap="none" spc="0" baseline="0" dirty="0">
                <a:solidFill>
                  <a:schemeClr val="tx1"/>
                </a:solidFill>
                <a:uFillTx/>
                <a:latin typeface="+mn-lt"/>
                <a:ea typeface="Helvetica Neue"/>
                <a:cs typeface="Arial" panose="020B0604020202020204" pitchFamily="34" charset="0"/>
                <a:sym typeface="Helvetica Neue"/>
              </a:defRPr>
            </a:lvl1pPr>
          </a:lstStyle>
          <a:p>
            <a:pPr marL="457200" marR="0" lvl="0" indent="-457200" algn="l" defTabSz="412750" rtl="0" latinLnBrk="0">
              <a:lnSpc>
                <a:spcPct val="100000"/>
              </a:lnSpc>
              <a:spcBef>
                <a:spcPts val="0"/>
              </a:spcBef>
              <a:spcAft>
                <a:spcPts val="0"/>
              </a:spcAft>
              <a:buClrTx/>
              <a:buSzTx/>
              <a:tabLst/>
            </a:pPr>
            <a:r>
              <a:rPr lang="en-US"/>
              <a:t>Month Day, Year</a:t>
            </a:r>
          </a:p>
        </p:txBody>
      </p:sp>
      <p:sp>
        <p:nvSpPr>
          <p:cNvPr id="8" name="TextBox 7">
            <a:extLst>
              <a:ext uri="{FF2B5EF4-FFF2-40B4-BE49-F238E27FC236}">
                <a16:creationId xmlns:a16="http://schemas.microsoft.com/office/drawing/2014/main" id="{B63E1474-9CFE-C304-38C3-2D11F6E21463}"/>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rgbClr val="C7E5FF"/>
                </a:solidFill>
                <a:latin typeface="Clarika Grotesque" pitchFamily="2" charset="77"/>
              </a:rPr>
              <a:t>© Dayforce</a:t>
            </a:r>
          </a:p>
        </p:txBody>
      </p:sp>
    </p:spTree>
    <p:extLst>
      <p:ext uri="{BB962C8B-B14F-4D97-AF65-F5344CB8AC3E}">
        <p14:creationId xmlns:p14="http://schemas.microsoft.com/office/powerpoint/2010/main" val="30587013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_Slide_3">
    <p:bg>
      <p:bgPr>
        <a:solidFill>
          <a:schemeClr val="tx2"/>
        </a:solidFill>
        <a:effectLst/>
      </p:bgPr>
    </p:bg>
    <p:spTree>
      <p:nvGrpSpPr>
        <p:cNvPr id="1" name=""/>
        <p:cNvGrpSpPr/>
        <p:nvPr/>
      </p:nvGrpSpPr>
      <p:grpSpPr>
        <a:xfrm>
          <a:off x="0" y="0"/>
          <a:ext cx="0" cy="0"/>
          <a:chOff x="0" y="0"/>
          <a:chExt cx="0" cy="0"/>
        </a:xfrm>
      </p:grpSpPr>
      <p:grpSp>
        <p:nvGrpSpPr>
          <p:cNvPr id="27" name="Group 26">
            <a:extLst>
              <a:ext uri="{FF2B5EF4-FFF2-40B4-BE49-F238E27FC236}">
                <a16:creationId xmlns:a16="http://schemas.microsoft.com/office/drawing/2014/main" id="{818D0686-9A7F-9CF6-D927-47A6C41DD8F8}"/>
              </a:ext>
            </a:extLst>
          </p:cNvPr>
          <p:cNvGrpSpPr/>
          <p:nvPr userDrawn="1"/>
        </p:nvGrpSpPr>
        <p:grpSpPr>
          <a:xfrm>
            <a:off x="-1110393" y="-540859"/>
            <a:ext cx="10880364" cy="11456870"/>
            <a:chOff x="-1110393" y="-540859"/>
            <a:chExt cx="10880364" cy="11456870"/>
          </a:xfrm>
        </p:grpSpPr>
        <p:pic>
          <p:nvPicPr>
            <p:cNvPr id="13" name="Graphic 12">
              <a:extLst>
                <a:ext uri="{FF2B5EF4-FFF2-40B4-BE49-F238E27FC236}">
                  <a16:creationId xmlns:a16="http://schemas.microsoft.com/office/drawing/2014/main" id="{F1C28DD0-F919-1061-7581-F5A44EAF8840}"/>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a:fillRect/>
            </a:stretch>
          </p:blipFill>
          <p:spPr>
            <a:xfrm rot="3752422">
              <a:off x="-1110394" y="-540858"/>
              <a:ext cx="9984195" cy="9984194"/>
            </a:xfrm>
            <a:custGeom>
              <a:avLst/>
              <a:gdLst>
                <a:gd name="connsiteX0" fmla="*/ 9948364 w 9984195"/>
                <a:gd name="connsiteY0" fmla="*/ 9984194 h 9984194"/>
                <a:gd name="connsiteX1" fmla="*/ 9984195 w 9984195"/>
                <a:gd name="connsiteY1" fmla="*/ 9915245 h 9984194"/>
                <a:gd name="connsiteX2" fmla="*/ 9984195 w 9984195"/>
                <a:gd name="connsiteY2" fmla="*/ 9984194 h 9984194"/>
                <a:gd name="connsiteX3" fmla="*/ 0 w 9984195"/>
                <a:gd name="connsiteY3" fmla="*/ 4945318 h 9984194"/>
                <a:gd name="connsiteX4" fmla="*/ 2569943 w 9984195"/>
                <a:gd name="connsiteY4" fmla="*/ 0 h 9984194"/>
                <a:gd name="connsiteX5" fmla="*/ 9984194 w 9984195"/>
                <a:gd name="connsiteY5" fmla="*/ 0 h 9984194"/>
                <a:gd name="connsiteX6" fmla="*/ 9984194 w 9984195"/>
                <a:gd name="connsiteY6" fmla="*/ 616073 h 9984194"/>
                <a:gd name="connsiteX7" fmla="*/ 5342210 w 9984195"/>
                <a:gd name="connsiteY7" fmla="*/ 9548600 h 9984194"/>
                <a:gd name="connsiteX8" fmla="*/ 0 w 9984195"/>
                <a:gd name="connsiteY8" fmla="*/ 6772403 h 99841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984195" h="9984194">
                  <a:moveTo>
                    <a:pt x="9948364" y="9984194"/>
                  </a:moveTo>
                  <a:lnTo>
                    <a:pt x="9984195" y="9915245"/>
                  </a:lnTo>
                  <a:lnTo>
                    <a:pt x="9984195" y="9984194"/>
                  </a:lnTo>
                  <a:close/>
                  <a:moveTo>
                    <a:pt x="0" y="4945318"/>
                  </a:moveTo>
                  <a:lnTo>
                    <a:pt x="2569943" y="0"/>
                  </a:lnTo>
                  <a:lnTo>
                    <a:pt x="9984194" y="0"/>
                  </a:lnTo>
                  <a:lnTo>
                    <a:pt x="9984194" y="616073"/>
                  </a:lnTo>
                  <a:lnTo>
                    <a:pt x="5342210" y="9548600"/>
                  </a:lnTo>
                  <a:lnTo>
                    <a:pt x="0" y="6772403"/>
                  </a:lnTo>
                  <a:close/>
                </a:path>
              </a:pathLst>
            </a:custGeom>
          </p:spPr>
        </p:pic>
        <p:pic>
          <p:nvPicPr>
            <p:cNvPr id="21" name="Graphic 20">
              <a:extLst>
                <a:ext uri="{FF2B5EF4-FFF2-40B4-BE49-F238E27FC236}">
                  <a16:creationId xmlns:a16="http://schemas.microsoft.com/office/drawing/2014/main" id="{4308D0F8-7BFF-5B3C-7D47-941ECE8410C5}"/>
                </a:ext>
              </a:extLst>
            </p:cNvPr>
            <p:cNvPicPr>
              <a:picLocks noChangeAspect="1"/>
            </p:cNvPicPr>
            <p:nvPr userDrawn="1"/>
          </p:nvPicPr>
          <p:blipFill>
            <a:blip r:embed="rId5">
              <a:extLst>
                <a:ext uri="{96DAC541-7B7A-43D3-8B79-37D633B846F1}">
                  <asvg:svgBlip xmlns:asvg="http://schemas.microsoft.com/office/drawing/2016/SVG/main" r:embed="rId6"/>
                </a:ext>
              </a:extLst>
            </a:blip>
            <a:srcRect l="1906"/>
            <a:stretch>
              <a:fillRect/>
            </a:stretch>
          </p:blipFill>
          <p:spPr>
            <a:xfrm rot="303486">
              <a:off x="-480615" y="466245"/>
              <a:ext cx="10250586" cy="10449766"/>
            </a:xfrm>
            <a:custGeom>
              <a:avLst/>
              <a:gdLst>
                <a:gd name="connsiteX0" fmla="*/ 8022353 w 10250586"/>
                <a:gd name="connsiteY0" fmla="*/ 10449766 h 10449766"/>
                <a:gd name="connsiteX1" fmla="*/ 10250585 w 10250586"/>
                <a:gd name="connsiteY1" fmla="*/ 10252544 h 10449766"/>
                <a:gd name="connsiteX2" fmla="*/ 10250585 w 10250586"/>
                <a:gd name="connsiteY2" fmla="*/ 10449766 h 10449766"/>
                <a:gd name="connsiteX3" fmla="*/ 0 w 10250586"/>
                <a:gd name="connsiteY3" fmla="*/ 0 h 10449766"/>
                <a:gd name="connsiteX4" fmla="*/ 10250585 w 10250586"/>
                <a:gd name="connsiteY4" fmla="*/ 0 h 10449766"/>
                <a:gd name="connsiteX5" fmla="*/ 10250586 w 10250586"/>
                <a:gd name="connsiteY5" fmla="*/ 5947712 h 10449766"/>
                <a:gd name="connsiteX6" fmla="*/ 602023 w 10250586"/>
                <a:gd name="connsiteY6" fmla="*/ 6801712 h 10449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250586" h="10449766">
                  <a:moveTo>
                    <a:pt x="8022353" y="10449766"/>
                  </a:moveTo>
                  <a:lnTo>
                    <a:pt x="10250585" y="10252544"/>
                  </a:lnTo>
                  <a:lnTo>
                    <a:pt x="10250585" y="10449766"/>
                  </a:lnTo>
                  <a:close/>
                  <a:moveTo>
                    <a:pt x="0" y="0"/>
                  </a:moveTo>
                  <a:lnTo>
                    <a:pt x="10250585" y="0"/>
                  </a:lnTo>
                  <a:lnTo>
                    <a:pt x="10250586" y="5947712"/>
                  </a:lnTo>
                  <a:lnTo>
                    <a:pt x="602023" y="6801712"/>
                  </a:lnTo>
                  <a:close/>
                </a:path>
              </a:pathLst>
            </a:custGeom>
          </p:spPr>
        </p:pic>
        <p:sp>
          <p:nvSpPr>
            <p:cNvPr id="25" name="Freeform 24">
              <a:extLst>
                <a:ext uri="{FF2B5EF4-FFF2-40B4-BE49-F238E27FC236}">
                  <a16:creationId xmlns:a16="http://schemas.microsoft.com/office/drawing/2014/main" id="{F3E8F80A-446E-176B-AB12-34FE8BAD946F}"/>
                </a:ext>
              </a:extLst>
            </p:cNvPr>
            <p:cNvSpPr/>
            <p:nvPr/>
          </p:nvSpPr>
          <p:spPr>
            <a:xfrm rot="303486">
              <a:off x="-111025" y="517700"/>
              <a:ext cx="9520099" cy="6743623"/>
            </a:xfrm>
            <a:custGeom>
              <a:avLst/>
              <a:gdLst>
                <a:gd name="connsiteX0" fmla="*/ 3680704 w 9520099"/>
                <a:gd name="connsiteY0" fmla="*/ 48420 h 6743623"/>
                <a:gd name="connsiteX1" fmla="*/ 7080259 w 9520099"/>
                <a:gd name="connsiteY1" fmla="*/ 178311 h 6743623"/>
                <a:gd name="connsiteX2" fmla="*/ 7368407 w 9520099"/>
                <a:gd name="connsiteY2" fmla="*/ 234445 h 6743623"/>
                <a:gd name="connsiteX3" fmla="*/ 7412400 w 9520099"/>
                <a:gd name="connsiteY3" fmla="*/ 245048 h 6743623"/>
                <a:gd name="connsiteX4" fmla="*/ 7586423 w 9520099"/>
                <a:gd name="connsiteY4" fmla="*/ 456363 h 6743623"/>
                <a:gd name="connsiteX5" fmla="*/ 9227824 w 9520099"/>
                <a:gd name="connsiteY5" fmla="*/ 3261949 h 6743623"/>
                <a:gd name="connsiteX6" fmla="*/ 9085863 w 9520099"/>
                <a:gd name="connsiteY6" fmla="*/ 5884248 h 6743623"/>
                <a:gd name="connsiteX7" fmla="*/ 9018231 w 9520099"/>
                <a:gd name="connsiteY7" fmla="*/ 5980048 h 6743623"/>
                <a:gd name="connsiteX8" fmla="*/ 391293 w 9520099"/>
                <a:gd name="connsiteY8" fmla="*/ 6743623 h 6743623"/>
                <a:gd name="connsiteX9" fmla="*/ 0 w 9520099"/>
                <a:gd name="connsiteY9" fmla="*/ 2322760 h 6743623"/>
                <a:gd name="connsiteX10" fmla="*/ 115780 w 9520099"/>
                <a:gd name="connsiteY10" fmla="*/ 2036517 h 6743623"/>
                <a:gd name="connsiteX11" fmla="*/ 588633 w 9520099"/>
                <a:gd name="connsiteY11" fmla="*/ 1292718 h 6743623"/>
                <a:gd name="connsiteX12" fmla="*/ 3680704 w 9520099"/>
                <a:gd name="connsiteY12" fmla="*/ 48420 h 67436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520099" h="6743623">
                  <a:moveTo>
                    <a:pt x="3680704" y="48420"/>
                  </a:moveTo>
                  <a:cubicBezTo>
                    <a:pt x="5214764" y="-95916"/>
                    <a:pt x="6724510" y="123121"/>
                    <a:pt x="7080259" y="178311"/>
                  </a:cubicBezTo>
                  <a:cubicBezTo>
                    <a:pt x="7168821" y="193956"/>
                    <a:pt x="7265693" y="211736"/>
                    <a:pt x="7368407" y="234445"/>
                  </a:cubicBezTo>
                  <a:lnTo>
                    <a:pt x="7412400" y="245048"/>
                  </a:lnTo>
                  <a:lnTo>
                    <a:pt x="7586423" y="456363"/>
                  </a:lnTo>
                  <a:cubicBezTo>
                    <a:pt x="8490617" y="1618157"/>
                    <a:pt x="9089570" y="2946992"/>
                    <a:pt x="9227824" y="3261949"/>
                  </a:cubicBezTo>
                  <a:cubicBezTo>
                    <a:pt x="9457993" y="3817653"/>
                    <a:pt x="9813025" y="4755183"/>
                    <a:pt x="9085863" y="5884248"/>
                  </a:cubicBezTo>
                  <a:lnTo>
                    <a:pt x="9018231" y="5980048"/>
                  </a:lnTo>
                  <a:lnTo>
                    <a:pt x="391293" y="6743623"/>
                  </a:lnTo>
                  <a:lnTo>
                    <a:pt x="0" y="2322760"/>
                  </a:lnTo>
                  <a:lnTo>
                    <a:pt x="115780" y="2036517"/>
                  </a:lnTo>
                  <a:cubicBezTo>
                    <a:pt x="242585" y="1756060"/>
                    <a:pt x="398790" y="1504441"/>
                    <a:pt x="588633" y="1292718"/>
                  </a:cubicBezTo>
                  <a:cubicBezTo>
                    <a:pt x="1279682" y="492760"/>
                    <a:pt x="2487546" y="160681"/>
                    <a:pt x="3680704" y="48420"/>
                  </a:cubicBezTo>
                  <a:close/>
                </a:path>
              </a:pathLst>
            </a:custGeom>
            <a:solidFill>
              <a:srgbClr val="9EF5EF"/>
            </a:solidFill>
            <a:ln w="53653" cap="flat">
              <a:noFill/>
              <a:prstDash val="solid"/>
              <a:miter/>
            </a:ln>
          </p:spPr>
          <p:txBody>
            <a:bodyPr wrap="square" rtlCol="0" anchor="ctr">
              <a:noAutofit/>
            </a:bodyPr>
            <a:lstStyle/>
            <a:p>
              <a:endParaRPr lang="en-US"/>
            </a:p>
          </p:txBody>
        </p:sp>
      </p:grpSp>
      <p:pic>
        <p:nvPicPr>
          <p:cNvPr id="11" name="Graphic 10">
            <a:extLst>
              <a:ext uri="{FF2B5EF4-FFF2-40B4-BE49-F238E27FC236}">
                <a16:creationId xmlns:a16="http://schemas.microsoft.com/office/drawing/2014/main" id="{F691F33E-EAF3-D879-5AB7-30B34CC5FA0B}"/>
              </a:ext>
            </a:extLst>
          </p:cNvPr>
          <p:cNvPicPr>
            <a:picLocks noChangeAspect="1"/>
          </p:cNvPicPr>
          <p:nvPr userDrawn="1"/>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713796" y="588232"/>
            <a:ext cx="1841631" cy="440138"/>
          </a:xfrm>
          <a:prstGeom prst="rect">
            <a:avLst/>
          </a:prstGeom>
        </p:spPr>
      </p:pic>
      <p:graphicFrame>
        <p:nvGraphicFramePr>
          <p:cNvPr id="5" name="Object 4" hidden="1">
            <a:extLst>
              <a:ext uri="{FF2B5EF4-FFF2-40B4-BE49-F238E27FC236}">
                <a16:creationId xmlns:a16="http://schemas.microsoft.com/office/drawing/2014/main" id="{1E2C42FE-8438-4ECE-4770-0A931CA3F82C}"/>
              </a:ext>
            </a:extLst>
          </p:cNvPr>
          <p:cNvGraphicFramePr>
            <a:graphicFrameLocks noChangeAspect="1"/>
          </p:cNvGraphicFramePr>
          <p:nvPr userDrawn="1">
            <p:custDataLst>
              <p:tags r:id="rId1"/>
            </p:custDataLst>
            <p:extLst>
              <p:ext uri="{D42A27DB-BD31-4B8C-83A1-F6EECF244321}">
                <p14:modId xmlns:p14="http://schemas.microsoft.com/office/powerpoint/2010/main" val="7920542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347" imgH="348" progId="TCLayout.ActiveDocument.1">
                  <p:embed/>
                </p:oleObj>
              </mc:Choice>
              <mc:Fallback>
                <p:oleObj name="think-cell Slide" r:id="rId9" imgW="347" imgH="348" progId="TCLayout.ActiveDocument.1">
                  <p:embed/>
                  <p:pic>
                    <p:nvPicPr>
                      <p:cNvPr id="5" name="Object 4" hidden="1">
                        <a:extLst>
                          <a:ext uri="{FF2B5EF4-FFF2-40B4-BE49-F238E27FC236}">
                            <a16:creationId xmlns:a16="http://schemas.microsoft.com/office/drawing/2014/main" id="{1E2C42FE-8438-4ECE-4770-0A931CA3F82C}"/>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6" name="Subtitle 2">
            <a:extLst>
              <a:ext uri="{FF2B5EF4-FFF2-40B4-BE49-F238E27FC236}">
                <a16:creationId xmlns:a16="http://schemas.microsoft.com/office/drawing/2014/main" id="{75AD1E75-B5FA-55FD-AE40-1219E6705E78}"/>
              </a:ext>
            </a:extLst>
          </p:cNvPr>
          <p:cNvSpPr>
            <a:spLocks noGrp="1"/>
          </p:cNvSpPr>
          <p:nvPr userDrawn="1">
            <p:ph type="subTitle" idx="1" hasCustomPrompt="1"/>
          </p:nvPr>
        </p:nvSpPr>
        <p:spPr>
          <a:xfrm>
            <a:off x="595743" y="4130894"/>
            <a:ext cx="5943600" cy="988945"/>
          </a:xfrm>
          <a:prstGeom prst="rect">
            <a:avLst/>
          </a:prstGeom>
        </p:spPr>
        <p:txBody>
          <a:bodyPr lIns="0" anchor="t">
            <a:noAutofit/>
          </a:bodyPr>
          <a:lstStyle>
            <a:lvl1pPr marL="0" indent="0" algn="l">
              <a:lnSpc>
                <a:spcPct val="90000"/>
              </a:lnSpc>
              <a:buNone/>
              <a:defRPr sz="3200" b="0" i="0">
                <a:solidFill>
                  <a:schemeClr val="tx1"/>
                </a:solidFill>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goes here</a:t>
            </a:r>
          </a:p>
        </p:txBody>
      </p:sp>
      <p:sp>
        <p:nvSpPr>
          <p:cNvPr id="7" name="Title 10">
            <a:extLst>
              <a:ext uri="{FF2B5EF4-FFF2-40B4-BE49-F238E27FC236}">
                <a16:creationId xmlns:a16="http://schemas.microsoft.com/office/drawing/2014/main" id="{F67D4929-1EDA-28A3-103C-54FBF891E363}"/>
              </a:ext>
            </a:extLst>
          </p:cNvPr>
          <p:cNvSpPr>
            <a:spLocks noGrp="1"/>
          </p:cNvSpPr>
          <p:nvPr userDrawn="1">
            <p:ph type="title" hasCustomPrompt="1"/>
          </p:nvPr>
        </p:nvSpPr>
        <p:spPr>
          <a:xfrm>
            <a:off x="595743" y="1871239"/>
            <a:ext cx="5943600" cy="2099268"/>
          </a:xfrm>
          <a:prstGeom prst="rect">
            <a:avLst/>
          </a:prstGeom>
        </p:spPr>
        <p:txBody>
          <a:bodyPr vert="horz" lIns="0" anchor="b">
            <a:normAutofit/>
          </a:bodyPr>
          <a:lstStyle>
            <a:lvl1pPr algn="l">
              <a:defRPr sz="5400" b="1" i="0" baseline="0">
                <a:solidFill>
                  <a:schemeClr val="tx1"/>
                </a:solidFill>
                <a:latin typeface="Clarika Geometric DemiBold" pitchFamily="2" charset="77"/>
                <a:cs typeface="Arial" panose="020B0604020202020204" pitchFamily="34" charset="0"/>
              </a:defRPr>
            </a:lvl1pPr>
          </a:lstStyle>
          <a:p>
            <a:r>
              <a:rPr lang="en-US"/>
              <a:t>Insert title here</a:t>
            </a:r>
          </a:p>
        </p:txBody>
      </p:sp>
      <p:sp>
        <p:nvSpPr>
          <p:cNvPr id="19" name="Text Placeholder 3">
            <a:extLst>
              <a:ext uri="{FF2B5EF4-FFF2-40B4-BE49-F238E27FC236}">
                <a16:creationId xmlns:a16="http://schemas.microsoft.com/office/drawing/2014/main" id="{DB378CF3-E538-1323-9DAD-74622D9C8BE4}"/>
              </a:ext>
            </a:extLst>
          </p:cNvPr>
          <p:cNvSpPr>
            <a:spLocks noGrp="1"/>
          </p:cNvSpPr>
          <p:nvPr userDrawn="1">
            <p:ph type="body" sz="quarter" idx="13" hasCustomPrompt="1"/>
          </p:nvPr>
        </p:nvSpPr>
        <p:spPr>
          <a:xfrm>
            <a:off x="595743" y="5972141"/>
            <a:ext cx="4103255" cy="230832"/>
          </a:xfrm>
          <a:prstGeom prst="rect">
            <a:avLst/>
          </a:prstGeom>
        </p:spPr>
        <p:txBody>
          <a:bodyPr lIns="0" rIns="0">
            <a:noAutofit/>
          </a:bodyPr>
          <a:lstStyle>
            <a:lvl1pPr marL="0" indent="0" algn="l">
              <a:buNone/>
              <a:defRPr lang="en-US" sz="1600" b="0" i="0" u="none" strike="noStrike" cap="none" spc="0" baseline="0" dirty="0">
                <a:solidFill>
                  <a:schemeClr val="tx1"/>
                </a:solidFill>
                <a:uFillTx/>
                <a:latin typeface="+mn-lt"/>
                <a:ea typeface="Helvetica Neue"/>
                <a:cs typeface="Arial" panose="020B0604020202020204" pitchFamily="34" charset="0"/>
                <a:sym typeface="Helvetica Neue"/>
              </a:defRPr>
            </a:lvl1pPr>
          </a:lstStyle>
          <a:p>
            <a:pPr marL="457200" marR="0" lvl="0" indent="-457200" algn="l" defTabSz="412750" rtl="0" latinLnBrk="0">
              <a:lnSpc>
                <a:spcPct val="100000"/>
              </a:lnSpc>
              <a:spcBef>
                <a:spcPts val="0"/>
              </a:spcBef>
              <a:spcAft>
                <a:spcPts val="0"/>
              </a:spcAft>
              <a:buClrTx/>
              <a:buSzTx/>
              <a:tabLst/>
            </a:pPr>
            <a:r>
              <a:rPr lang="en-US"/>
              <a:t>Month Day, Year</a:t>
            </a:r>
          </a:p>
        </p:txBody>
      </p:sp>
      <p:sp>
        <p:nvSpPr>
          <p:cNvPr id="2" name="TextBox 1">
            <a:extLst>
              <a:ext uri="{FF2B5EF4-FFF2-40B4-BE49-F238E27FC236}">
                <a16:creationId xmlns:a16="http://schemas.microsoft.com/office/drawing/2014/main" id="{D5F3409D-E57F-A30B-E60A-68EB6803DC5D}"/>
              </a:ext>
            </a:extLst>
          </p:cNvPr>
          <p:cNvSpPr txBox="1"/>
          <p:nvPr userDrawn="1"/>
        </p:nvSpPr>
        <p:spPr>
          <a:xfrm>
            <a:off x="595743" y="6280658"/>
            <a:ext cx="2589909" cy="230832"/>
          </a:xfrm>
          <a:prstGeom prst="rect">
            <a:avLst/>
          </a:prstGeom>
          <a:noFill/>
        </p:spPr>
        <p:txBody>
          <a:bodyPr wrap="square" lIns="0" tIns="0" rIns="0" bIns="0" rtlCol="0" anchor="b" anchorCtr="0">
            <a:noAutofit/>
          </a:bodyPr>
          <a:lstStyle/>
          <a:p>
            <a:pPr algn="l"/>
            <a:r>
              <a:rPr lang="en-US" sz="800" b="0" dirty="0">
                <a:solidFill>
                  <a:schemeClr val="tx1"/>
                </a:solidFill>
                <a:latin typeface="Clarika Grotesque" pitchFamily="2" charset="77"/>
              </a:rPr>
              <a:t>© Dayforce</a:t>
            </a:r>
          </a:p>
        </p:txBody>
      </p:sp>
      <p:sp>
        <p:nvSpPr>
          <p:cNvPr id="4" name="TextBox 3">
            <a:extLst>
              <a:ext uri="{FF2B5EF4-FFF2-40B4-BE49-F238E27FC236}">
                <a16:creationId xmlns:a16="http://schemas.microsoft.com/office/drawing/2014/main" id="{B32ACE17-6E22-1C96-1567-872CD8DD2E74}"/>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rgbClr val="C7E5FF"/>
                </a:solidFill>
                <a:latin typeface="Clarika Grotesque" pitchFamily="2" charset="77"/>
              </a:rPr>
              <a:t>© Dayforce</a:t>
            </a:r>
          </a:p>
        </p:txBody>
      </p:sp>
    </p:spTree>
    <p:extLst>
      <p:ext uri="{BB962C8B-B14F-4D97-AF65-F5344CB8AC3E}">
        <p14:creationId xmlns:p14="http://schemas.microsoft.com/office/powerpoint/2010/main" val="28520633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Title_Slide_4">
    <p:bg>
      <p:bgPr>
        <a:solidFill>
          <a:schemeClr val="tx2"/>
        </a:solidFill>
        <a:effectLst/>
      </p:bgPr>
    </p:bg>
    <p:spTree>
      <p:nvGrpSpPr>
        <p:cNvPr id="1" name=""/>
        <p:cNvGrpSpPr/>
        <p:nvPr/>
      </p:nvGrpSpPr>
      <p:grpSpPr>
        <a:xfrm>
          <a:off x="0" y="0"/>
          <a:ext cx="0" cy="0"/>
          <a:chOff x="0" y="0"/>
          <a:chExt cx="0" cy="0"/>
        </a:xfrm>
      </p:grpSpPr>
      <p:grpSp>
        <p:nvGrpSpPr>
          <p:cNvPr id="18" name="Group 17">
            <a:extLst>
              <a:ext uri="{FF2B5EF4-FFF2-40B4-BE49-F238E27FC236}">
                <a16:creationId xmlns:a16="http://schemas.microsoft.com/office/drawing/2014/main" id="{264B28CD-1C80-3834-8073-C42E09415CF9}"/>
              </a:ext>
            </a:extLst>
          </p:cNvPr>
          <p:cNvGrpSpPr/>
          <p:nvPr userDrawn="1"/>
        </p:nvGrpSpPr>
        <p:grpSpPr>
          <a:xfrm>
            <a:off x="7143321" y="0"/>
            <a:ext cx="5048678" cy="6335689"/>
            <a:chOff x="7143321" y="0"/>
            <a:chExt cx="5048678" cy="6335689"/>
          </a:xfrm>
        </p:grpSpPr>
        <p:sp>
          <p:nvSpPr>
            <p:cNvPr id="17" name="Freeform 16">
              <a:extLst>
                <a:ext uri="{FF2B5EF4-FFF2-40B4-BE49-F238E27FC236}">
                  <a16:creationId xmlns:a16="http://schemas.microsoft.com/office/drawing/2014/main" id="{DE59AEBE-AB2C-1A81-20D0-360FE01D3D45}"/>
                </a:ext>
              </a:extLst>
            </p:cNvPr>
            <p:cNvSpPr/>
            <p:nvPr userDrawn="1"/>
          </p:nvSpPr>
          <p:spPr>
            <a:xfrm rot="5400000">
              <a:off x="6991376" y="1135067"/>
              <a:ext cx="6335689" cy="4065556"/>
            </a:xfrm>
            <a:custGeom>
              <a:avLst/>
              <a:gdLst>
                <a:gd name="connsiteX0" fmla="*/ 0 w 6335689"/>
                <a:gd name="connsiteY0" fmla="*/ 3705213 h 4065556"/>
                <a:gd name="connsiteX1" fmla="*/ 0 w 6335689"/>
                <a:gd name="connsiteY1" fmla="*/ 0 h 4065556"/>
                <a:gd name="connsiteX2" fmla="*/ 6331170 w 6335689"/>
                <a:gd name="connsiteY2" fmla="*/ 0 h 4065556"/>
                <a:gd name="connsiteX3" fmla="*/ 6335280 w 6335689"/>
                <a:gd name="connsiteY3" fmla="*/ 146340 h 4065556"/>
                <a:gd name="connsiteX4" fmla="*/ 6166175 w 6335689"/>
                <a:gd name="connsiteY4" fmla="*/ 1665583 h 4065556"/>
                <a:gd name="connsiteX5" fmla="*/ 3664069 w 6335689"/>
                <a:gd name="connsiteY5" fmla="*/ 3973737 h 4065556"/>
                <a:gd name="connsiteX6" fmla="*/ 3641084 w 6335689"/>
                <a:gd name="connsiteY6" fmla="*/ 3976394 h 4065556"/>
                <a:gd name="connsiteX7" fmla="*/ 3641083 w 6335689"/>
                <a:gd name="connsiteY7" fmla="*/ 3976395 h 4065556"/>
                <a:gd name="connsiteX8" fmla="*/ 3481093 w 6335689"/>
                <a:gd name="connsiteY8" fmla="*/ 3994894 h 4065556"/>
                <a:gd name="connsiteX9" fmla="*/ 2427187 w 6335689"/>
                <a:gd name="connsiteY9" fmla="*/ 4065494 h 4065556"/>
                <a:gd name="connsiteX10" fmla="*/ 94193 w 6335689"/>
                <a:gd name="connsiteY10" fmla="*/ 3748701 h 406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35689" h="4065556">
                  <a:moveTo>
                    <a:pt x="0" y="3705213"/>
                  </a:moveTo>
                  <a:lnTo>
                    <a:pt x="0" y="0"/>
                  </a:lnTo>
                  <a:lnTo>
                    <a:pt x="6331170" y="0"/>
                  </a:lnTo>
                  <a:lnTo>
                    <a:pt x="6335280" y="146340"/>
                  </a:lnTo>
                  <a:cubicBezTo>
                    <a:pt x="6341157" y="674049"/>
                    <a:pt x="6283791" y="1174864"/>
                    <a:pt x="6166175" y="1665583"/>
                  </a:cubicBezTo>
                  <a:cubicBezTo>
                    <a:pt x="5785780" y="3252431"/>
                    <a:pt x="5212007" y="3778045"/>
                    <a:pt x="3664069" y="3973737"/>
                  </a:cubicBezTo>
                  <a:lnTo>
                    <a:pt x="3641084" y="3976394"/>
                  </a:lnTo>
                  <a:lnTo>
                    <a:pt x="3641083" y="3976395"/>
                  </a:lnTo>
                  <a:lnTo>
                    <a:pt x="3481093" y="3994894"/>
                  </a:lnTo>
                  <a:cubicBezTo>
                    <a:pt x="3168779" y="4027855"/>
                    <a:pt x="2819328" y="4049655"/>
                    <a:pt x="2427187" y="4065494"/>
                  </a:cubicBezTo>
                  <a:cubicBezTo>
                    <a:pt x="1395053" y="4068354"/>
                    <a:pt x="647680" y="3973083"/>
                    <a:pt x="94193" y="3748701"/>
                  </a:cubicBezTo>
                  <a:close/>
                </a:path>
              </a:pathLst>
            </a:custGeom>
            <a:solidFill>
              <a:schemeClr val="accent4"/>
            </a:solidFill>
            <a:ln w="41377" cap="flat">
              <a:noFill/>
              <a:prstDash val="solid"/>
              <a:miter/>
            </a:ln>
          </p:spPr>
          <p:txBody>
            <a:bodyPr wrap="square" rtlCol="0" anchor="ctr">
              <a:noAutofit/>
            </a:bodyPr>
            <a:lstStyle/>
            <a:p>
              <a:endParaRPr lang="en-US"/>
            </a:p>
          </p:txBody>
        </p:sp>
        <p:sp>
          <p:nvSpPr>
            <p:cNvPr id="9" name="Freeform 8">
              <a:extLst>
                <a:ext uri="{FF2B5EF4-FFF2-40B4-BE49-F238E27FC236}">
                  <a16:creationId xmlns:a16="http://schemas.microsoft.com/office/drawing/2014/main" id="{C61674E2-03DA-8396-B0AC-9269471DB26A}"/>
                </a:ext>
              </a:extLst>
            </p:cNvPr>
            <p:cNvSpPr/>
            <p:nvPr userDrawn="1"/>
          </p:nvSpPr>
          <p:spPr>
            <a:xfrm rot="5400000">
              <a:off x="6738640" y="404681"/>
              <a:ext cx="5858040" cy="5048678"/>
            </a:xfrm>
            <a:custGeom>
              <a:avLst/>
              <a:gdLst>
                <a:gd name="connsiteX0" fmla="*/ 0 w 5858040"/>
                <a:gd name="connsiteY0" fmla="*/ 4823926 h 5048678"/>
                <a:gd name="connsiteX1" fmla="*/ 0 w 5858040"/>
                <a:gd name="connsiteY1" fmla="*/ 0 h 5048678"/>
                <a:gd name="connsiteX2" fmla="*/ 5636169 w 5858040"/>
                <a:gd name="connsiteY2" fmla="*/ 0 h 5048678"/>
                <a:gd name="connsiteX3" fmla="*/ 5682365 w 5858040"/>
                <a:gd name="connsiteY3" fmla="*/ 144997 h 5048678"/>
                <a:gd name="connsiteX4" fmla="*/ 3823454 w 5858040"/>
                <a:gd name="connsiteY4" fmla="*/ 3849003 h 5048678"/>
                <a:gd name="connsiteX5" fmla="*/ 3641084 w 5858040"/>
                <a:gd name="connsiteY5" fmla="*/ 3976396 h 5048678"/>
                <a:gd name="connsiteX6" fmla="*/ 3641082 w 5858040"/>
                <a:gd name="connsiteY6" fmla="*/ 3976396 h 5048678"/>
                <a:gd name="connsiteX7" fmla="*/ 3627175 w 5858040"/>
                <a:gd name="connsiteY7" fmla="*/ 3986111 h 5048678"/>
                <a:gd name="connsiteX8" fmla="*/ 210697 w 5858040"/>
                <a:gd name="connsiteY8" fmla="*/ 4914539 h 5048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58040" h="5048678">
                  <a:moveTo>
                    <a:pt x="0" y="4823926"/>
                  </a:moveTo>
                  <a:lnTo>
                    <a:pt x="0" y="0"/>
                  </a:lnTo>
                  <a:lnTo>
                    <a:pt x="5636169" y="0"/>
                  </a:lnTo>
                  <a:lnTo>
                    <a:pt x="5682365" y="144997"/>
                  </a:lnTo>
                  <a:cubicBezTo>
                    <a:pt x="6167977" y="1807444"/>
                    <a:pt x="5677816" y="2541113"/>
                    <a:pt x="3823454" y="3849003"/>
                  </a:cubicBezTo>
                  <a:lnTo>
                    <a:pt x="3641084" y="3976396"/>
                  </a:lnTo>
                  <a:lnTo>
                    <a:pt x="3641082" y="3976396"/>
                  </a:lnTo>
                  <a:lnTo>
                    <a:pt x="3627175" y="3986111"/>
                  </a:lnTo>
                  <a:cubicBezTo>
                    <a:pt x="2077408" y="4975042"/>
                    <a:pt x="1101432" y="5245242"/>
                    <a:pt x="210697" y="4914539"/>
                  </a:cubicBezTo>
                  <a:close/>
                </a:path>
              </a:pathLst>
            </a:custGeom>
            <a:solidFill>
              <a:schemeClr val="accent6"/>
            </a:solidFill>
            <a:ln w="41377" cap="flat">
              <a:noFill/>
              <a:prstDash val="solid"/>
              <a:miter/>
            </a:ln>
          </p:spPr>
          <p:txBody>
            <a:bodyPr wrap="square" rtlCol="0" anchor="ctr">
              <a:noAutofit/>
            </a:bodyPr>
            <a:lstStyle/>
            <a:p>
              <a:endParaRPr lang="en-US"/>
            </a:p>
          </p:txBody>
        </p:sp>
        <p:sp>
          <p:nvSpPr>
            <p:cNvPr id="14" name="Freeform 13">
              <a:extLst>
                <a:ext uri="{FF2B5EF4-FFF2-40B4-BE49-F238E27FC236}">
                  <a16:creationId xmlns:a16="http://schemas.microsoft.com/office/drawing/2014/main" id="{D07A6B3B-C4E0-13D2-8F43-6060A54663F5}"/>
                </a:ext>
              </a:extLst>
            </p:cNvPr>
            <p:cNvSpPr/>
            <p:nvPr userDrawn="1"/>
          </p:nvSpPr>
          <p:spPr>
            <a:xfrm rot="5400000">
              <a:off x="7230200" y="896242"/>
              <a:ext cx="5858040" cy="4065556"/>
            </a:xfrm>
            <a:custGeom>
              <a:avLst/>
              <a:gdLst>
                <a:gd name="connsiteX0" fmla="*/ 0 w 5858040"/>
                <a:gd name="connsiteY0" fmla="*/ 3705213 h 4065556"/>
                <a:gd name="connsiteX1" fmla="*/ 0 w 5858040"/>
                <a:gd name="connsiteY1" fmla="*/ 0 h 4065556"/>
                <a:gd name="connsiteX2" fmla="*/ 5636170 w 5858040"/>
                <a:gd name="connsiteY2" fmla="*/ 0 h 4065556"/>
                <a:gd name="connsiteX3" fmla="*/ 5682365 w 5858040"/>
                <a:gd name="connsiteY3" fmla="*/ 144995 h 4065556"/>
                <a:gd name="connsiteX4" fmla="*/ 3823454 w 5858040"/>
                <a:gd name="connsiteY4" fmla="*/ 3849002 h 4065556"/>
                <a:gd name="connsiteX5" fmla="*/ 3641084 w 5858040"/>
                <a:gd name="connsiteY5" fmla="*/ 3976395 h 4065556"/>
                <a:gd name="connsiteX6" fmla="*/ 3481094 w 5858040"/>
                <a:gd name="connsiteY6" fmla="*/ 3994894 h 4065556"/>
                <a:gd name="connsiteX7" fmla="*/ 2427189 w 5858040"/>
                <a:gd name="connsiteY7" fmla="*/ 4065494 h 4065556"/>
                <a:gd name="connsiteX8" fmla="*/ 94194 w 5858040"/>
                <a:gd name="connsiteY8" fmla="*/ 3748701 h 406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58040" h="4065556">
                  <a:moveTo>
                    <a:pt x="0" y="3705213"/>
                  </a:moveTo>
                  <a:lnTo>
                    <a:pt x="0" y="0"/>
                  </a:lnTo>
                  <a:lnTo>
                    <a:pt x="5636170" y="0"/>
                  </a:lnTo>
                  <a:lnTo>
                    <a:pt x="5682365" y="144995"/>
                  </a:lnTo>
                  <a:cubicBezTo>
                    <a:pt x="6167977" y="1807443"/>
                    <a:pt x="5677816" y="2541112"/>
                    <a:pt x="3823454" y="3849002"/>
                  </a:cubicBezTo>
                  <a:lnTo>
                    <a:pt x="3641084" y="3976395"/>
                  </a:lnTo>
                  <a:lnTo>
                    <a:pt x="3481094" y="3994894"/>
                  </a:lnTo>
                  <a:cubicBezTo>
                    <a:pt x="3168781" y="4027855"/>
                    <a:pt x="2819330" y="4049655"/>
                    <a:pt x="2427189" y="4065494"/>
                  </a:cubicBezTo>
                  <a:cubicBezTo>
                    <a:pt x="1395054" y="4068354"/>
                    <a:pt x="647681" y="3973083"/>
                    <a:pt x="94194" y="3748701"/>
                  </a:cubicBezTo>
                  <a:close/>
                </a:path>
              </a:pathLst>
            </a:custGeom>
            <a:solidFill>
              <a:schemeClr val="accent1"/>
            </a:solidFill>
            <a:ln w="41377" cap="flat">
              <a:noFill/>
              <a:prstDash val="solid"/>
              <a:miter/>
            </a:ln>
          </p:spPr>
          <p:txBody>
            <a:bodyPr wrap="square" rtlCol="0" anchor="ctr">
              <a:noAutofit/>
            </a:bodyPr>
            <a:lstStyle/>
            <a:p>
              <a:endParaRPr lang="en-US"/>
            </a:p>
          </p:txBody>
        </p:sp>
      </p:grpSp>
      <p:pic>
        <p:nvPicPr>
          <p:cNvPr id="11" name="Graphic 10">
            <a:extLst>
              <a:ext uri="{FF2B5EF4-FFF2-40B4-BE49-F238E27FC236}">
                <a16:creationId xmlns:a16="http://schemas.microsoft.com/office/drawing/2014/main" id="{F691F33E-EAF3-D879-5AB7-30B34CC5FA0B}"/>
              </a:ext>
            </a:extLst>
          </p:cNvPr>
          <p:cNvPicPr>
            <a:picLocks noChangeAspect="1"/>
          </p:cNvPicPr>
          <p:nvPr userDrawn="1"/>
        </p:nvPicPr>
        <p:blipFill>
          <a:blip r:embed="rId3" cstate="print">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713796" y="588232"/>
            <a:ext cx="1841631" cy="440138"/>
          </a:xfrm>
          <a:prstGeom prst="rect">
            <a:avLst/>
          </a:prstGeom>
        </p:spPr>
      </p:pic>
      <p:graphicFrame>
        <p:nvGraphicFramePr>
          <p:cNvPr id="5" name="Object 4" hidden="1">
            <a:extLst>
              <a:ext uri="{FF2B5EF4-FFF2-40B4-BE49-F238E27FC236}">
                <a16:creationId xmlns:a16="http://schemas.microsoft.com/office/drawing/2014/main" id="{1E2C42FE-8438-4ECE-4770-0A931CA3F82C}"/>
              </a:ext>
            </a:extLst>
          </p:cNvPr>
          <p:cNvGraphicFramePr>
            <a:graphicFrameLocks noChangeAspect="1"/>
          </p:cNvGraphicFramePr>
          <p:nvPr userDrawn="1">
            <p:custDataLst>
              <p:tags r:id="rId1"/>
            </p:custDataLst>
            <p:extLst>
              <p:ext uri="{D42A27DB-BD31-4B8C-83A1-F6EECF244321}">
                <p14:modId xmlns:p14="http://schemas.microsoft.com/office/powerpoint/2010/main" val="7920542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47" imgH="348" progId="TCLayout.ActiveDocument.1">
                  <p:embed/>
                </p:oleObj>
              </mc:Choice>
              <mc:Fallback>
                <p:oleObj name="think-cell Slide" r:id="rId5" imgW="347" imgH="348" progId="TCLayout.ActiveDocument.1">
                  <p:embed/>
                  <p:pic>
                    <p:nvPicPr>
                      <p:cNvPr id="5" name="Object 4" hidden="1">
                        <a:extLst>
                          <a:ext uri="{FF2B5EF4-FFF2-40B4-BE49-F238E27FC236}">
                            <a16:creationId xmlns:a16="http://schemas.microsoft.com/office/drawing/2014/main" id="{1E2C42FE-8438-4ECE-4770-0A931CA3F82C}"/>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6" name="Subtitle 2">
            <a:extLst>
              <a:ext uri="{FF2B5EF4-FFF2-40B4-BE49-F238E27FC236}">
                <a16:creationId xmlns:a16="http://schemas.microsoft.com/office/drawing/2014/main" id="{75AD1E75-B5FA-55FD-AE40-1219E6705E78}"/>
              </a:ext>
            </a:extLst>
          </p:cNvPr>
          <p:cNvSpPr>
            <a:spLocks noGrp="1"/>
          </p:cNvSpPr>
          <p:nvPr>
            <p:ph type="subTitle" idx="1" hasCustomPrompt="1"/>
          </p:nvPr>
        </p:nvSpPr>
        <p:spPr>
          <a:xfrm>
            <a:off x="595743" y="4130894"/>
            <a:ext cx="5943600" cy="988945"/>
          </a:xfrm>
          <a:prstGeom prst="rect">
            <a:avLst/>
          </a:prstGeom>
        </p:spPr>
        <p:txBody>
          <a:bodyPr lIns="0" anchor="t">
            <a:noAutofit/>
          </a:bodyPr>
          <a:lstStyle>
            <a:lvl1pPr marL="0" indent="0" algn="l">
              <a:lnSpc>
                <a:spcPct val="90000"/>
              </a:lnSpc>
              <a:buNone/>
              <a:defRPr sz="3200" b="0" i="0">
                <a:solidFill>
                  <a:schemeClr val="bg2"/>
                </a:solidFill>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goes here</a:t>
            </a:r>
          </a:p>
        </p:txBody>
      </p:sp>
      <p:sp>
        <p:nvSpPr>
          <p:cNvPr id="7" name="Title 10">
            <a:extLst>
              <a:ext uri="{FF2B5EF4-FFF2-40B4-BE49-F238E27FC236}">
                <a16:creationId xmlns:a16="http://schemas.microsoft.com/office/drawing/2014/main" id="{F67D4929-1EDA-28A3-103C-54FBF891E363}"/>
              </a:ext>
            </a:extLst>
          </p:cNvPr>
          <p:cNvSpPr>
            <a:spLocks noGrp="1"/>
          </p:cNvSpPr>
          <p:nvPr>
            <p:ph type="title" hasCustomPrompt="1"/>
          </p:nvPr>
        </p:nvSpPr>
        <p:spPr>
          <a:xfrm>
            <a:off x="595743" y="1871239"/>
            <a:ext cx="5943600" cy="2099268"/>
          </a:xfrm>
          <a:prstGeom prst="rect">
            <a:avLst/>
          </a:prstGeom>
        </p:spPr>
        <p:txBody>
          <a:bodyPr vert="horz" lIns="0" anchor="b">
            <a:normAutofit/>
          </a:bodyPr>
          <a:lstStyle>
            <a:lvl1pPr algn="l">
              <a:defRPr sz="5400" b="1" i="0" baseline="0">
                <a:solidFill>
                  <a:schemeClr val="bg2"/>
                </a:solidFill>
                <a:latin typeface="Clarika Geometric DemiBold" pitchFamily="2" charset="77"/>
                <a:cs typeface="Arial" panose="020B0604020202020204" pitchFamily="34" charset="0"/>
              </a:defRPr>
            </a:lvl1pPr>
          </a:lstStyle>
          <a:p>
            <a:r>
              <a:rPr lang="en-US"/>
              <a:t>Insert title here</a:t>
            </a:r>
          </a:p>
        </p:txBody>
      </p:sp>
      <p:sp>
        <p:nvSpPr>
          <p:cNvPr id="19" name="Text Placeholder 3">
            <a:extLst>
              <a:ext uri="{FF2B5EF4-FFF2-40B4-BE49-F238E27FC236}">
                <a16:creationId xmlns:a16="http://schemas.microsoft.com/office/drawing/2014/main" id="{DB378CF3-E538-1323-9DAD-74622D9C8BE4}"/>
              </a:ext>
            </a:extLst>
          </p:cNvPr>
          <p:cNvSpPr>
            <a:spLocks noGrp="1"/>
          </p:cNvSpPr>
          <p:nvPr>
            <p:ph type="body" sz="quarter" idx="13" hasCustomPrompt="1"/>
          </p:nvPr>
        </p:nvSpPr>
        <p:spPr>
          <a:xfrm>
            <a:off x="595743" y="5972141"/>
            <a:ext cx="4103255" cy="230832"/>
          </a:xfrm>
          <a:prstGeom prst="rect">
            <a:avLst/>
          </a:prstGeom>
        </p:spPr>
        <p:txBody>
          <a:bodyPr lIns="0" rIns="0">
            <a:noAutofit/>
          </a:bodyPr>
          <a:lstStyle>
            <a:lvl1pPr marL="0" indent="0" algn="l">
              <a:buNone/>
              <a:defRPr lang="en-US" sz="1600" b="0" i="0" u="none" strike="noStrike" cap="none" spc="0" baseline="0" dirty="0">
                <a:solidFill>
                  <a:schemeClr val="bg2"/>
                </a:solidFill>
                <a:uFillTx/>
                <a:latin typeface="+mn-lt"/>
                <a:ea typeface="Helvetica Neue"/>
                <a:cs typeface="Arial" panose="020B0604020202020204" pitchFamily="34" charset="0"/>
                <a:sym typeface="Helvetica Neue"/>
              </a:defRPr>
            </a:lvl1pPr>
          </a:lstStyle>
          <a:p>
            <a:pPr marL="457200" marR="0" lvl="0" indent="-457200" algn="l" defTabSz="412750" rtl="0" latinLnBrk="0">
              <a:lnSpc>
                <a:spcPct val="100000"/>
              </a:lnSpc>
              <a:spcBef>
                <a:spcPts val="0"/>
              </a:spcBef>
              <a:spcAft>
                <a:spcPts val="0"/>
              </a:spcAft>
              <a:buClrTx/>
              <a:buSzTx/>
              <a:tabLst/>
            </a:pPr>
            <a:r>
              <a:rPr lang="en-US"/>
              <a:t>Month Day, Year</a:t>
            </a:r>
          </a:p>
        </p:txBody>
      </p:sp>
      <p:sp>
        <p:nvSpPr>
          <p:cNvPr id="3" name="TextBox 2">
            <a:extLst>
              <a:ext uri="{FF2B5EF4-FFF2-40B4-BE49-F238E27FC236}">
                <a16:creationId xmlns:a16="http://schemas.microsoft.com/office/drawing/2014/main" id="{030F0B71-65E1-3867-9919-D567BC2082CA}"/>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rgbClr val="C7E5FF"/>
                </a:solidFill>
                <a:latin typeface="Clarika Grotesque" pitchFamily="2" charset="77"/>
              </a:rPr>
              <a:t>© Dayforce</a:t>
            </a:r>
          </a:p>
        </p:txBody>
      </p:sp>
    </p:spTree>
    <p:extLst>
      <p:ext uri="{BB962C8B-B14F-4D97-AF65-F5344CB8AC3E}">
        <p14:creationId xmlns:p14="http://schemas.microsoft.com/office/powerpoint/2010/main" val="1000935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External_Co_Partner_Title_Slide">
    <p:bg>
      <p:bgPr>
        <a:solidFill>
          <a:schemeClr val="tx2"/>
        </a:solidFill>
        <a:effectLst/>
      </p:bgPr>
    </p:bg>
    <p:spTree>
      <p:nvGrpSpPr>
        <p:cNvPr id="1" name=""/>
        <p:cNvGrpSpPr/>
        <p:nvPr/>
      </p:nvGrpSpPr>
      <p:grpSpPr>
        <a:xfrm>
          <a:off x="0" y="0"/>
          <a:ext cx="0" cy="0"/>
          <a:chOff x="0" y="0"/>
          <a:chExt cx="0" cy="0"/>
        </a:xfrm>
      </p:grpSpPr>
      <p:pic>
        <p:nvPicPr>
          <p:cNvPr id="10" name="Graphic 9">
            <a:extLst>
              <a:ext uri="{FF2B5EF4-FFF2-40B4-BE49-F238E27FC236}">
                <a16:creationId xmlns:a16="http://schemas.microsoft.com/office/drawing/2014/main" id="{F3E97286-7F1B-004D-02BF-9C66122A2AEE}"/>
              </a:ext>
            </a:extLst>
          </p:cNvPr>
          <p:cNvPicPr>
            <a:picLocks noChangeAspect="1"/>
          </p:cNvPicPr>
          <p:nvPr userDrawn="1"/>
        </p:nvPicPr>
        <p:blipFill>
          <a:blip r:embed="rId3">
            <a:extLst>
              <a:ext uri="{96DAC541-7B7A-43D3-8B79-37D633B846F1}">
                <asvg:svgBlip xmlns:asvg="http://schemas.microsoft.com/office/drawing/2016/SVG/main" r:embed="rId4"/>
              </a:ext>
            </a:extLst>
          </a:blip>
          <a:srcRect/>
          <a:stretch>
            <a:fillRect/>
          </a:stretch>
        </p:blipFill>
        <p:spPr>
          <a:xfrm rot="1304002">
            <a:off x="6923805" y="-1511311"/>
            <a:ext cx="7421612" cy="7421612"/>
          </a:xfrm>
          <a:custGeom>
            <a:avLst/>
            <a:gdLst>
              <a:gd name="connsiteX0" fmla="*/ 0 w 7421612"/>
              <a:gd name="connsiteY0" fmla="*/ 2822213 h 7421612"/>
              <a:gd name="connsiteX1" fmla="*/ 4343045 w 7421612"/>
              <a:gd name="connsiteY1" fmla="*/ 1090976 h 7421612"/>
              <a:gd name="connsiteX2" fmla="*/ 6703225 w 7421612"/>
              <a:gd name="connsiteY2" fmla="*/ 7011806 h 7421612"/>
              <a:gd name="connsiteX3" fmla="*/ 7421612 w 7421612"/>
              <a:gd name="connsiteY3" fmla="*/ 6725440 h 7421612"/>
              <a:gd name="connsiteX4" fmla="*/ 7421612 w 7421612"/>
              <a:gd name="connsiteY4" fmla="*/ 7421612 h 7421612"/>
              <a:gd name="connsiteX5" fmla="*/ 0 w 7421612"/>
              <a:gd name="connsiteY5" fmla="*/ 7421612 h 7421612"/>
              <a:gd name="connsiteX6" fmla="*/ 6931241 w 7421612"/>
              <a:gd name="connsiteY6" fmla="*/ 0 h 7421612"/>
              <a:gd name="connsiteX7" fmla="*/ 7421612 w 7421612"/>
              <a:gd name="connsiteY7" fmla="*/ 0 h 7421612"/>
              <a:gd name="connsiteX8" fmla="*/ 7421612 w 7421612"/>
              <a:gd name="connsiteY8" fmla="*/ 1230162 h 7421612"/>
              <a:gd name="connsiteX9" fmla="*/ 6207438 w 7421612"/>
              <a:gd name="connsiteY9" fmla="*/ 0 h 7421612"/>
              <a:gd name="connsiteX10" fmla="*/ 6244656 w 7421612"/>
              <a:gd name="connsiteY10" fmla="*/ 0 h 7421612"/>
              <a:gd name="connsiteX11" fmla="*/ 6212541 w 7421612"/>
              <a:gd name="connsiteY11" fmla="*/ 12802 h 7421612"/>
              <a:gd name="connsiteX12" fmla="*/ 0 w 7421612"/>
              <a:gd name="connsiteY12" fmla="*/ 0 h 7421612"/>
              <a:gd name="connsiteX13" fmla="*/ 851854 w 7421612"/>
              <a:gd name="connsiteY13" fmla="*/ 0 h 7421612"/>
              <a:gd name="connsiteX14" fmla="*/ 0 w 7421612"/>
              <a:gd name="connsiteY14" fmla="*/ 339569 h 7421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421612" h="7421612">
                <a:moveTo>
                  <a:pt x="0" y="2822213"/>
                </a:moveTo>
                <a:lnTo>
                  <a:pt x="4343045" y="1090976"/>
                </a:lnTo>
                <a:lnTo>
                  <a:pt x="6703225" y="7011806"/>
                </a:lnTo>
                <a:lnTo>
                  <a:pt x="7421612" y="6725440"/>
                </a:lnTo>
                <a:lnTo>
                  <a:pt x="7421612" y="7421612"/>
                </a:lnTo>
                <a:lnTo>
                  <a:pt x="0" y="7421612"/>
                </a:lnTo>
                <a:close/>
                <a:moveTo>
                  <a:pt x="6931241" y="0"/>
                </a:moveTo>
                <a:lnTo>
                  <a:pt x="7421612" y="0"/>
                </a:lnTo>
                <a:lnTo>
                  <a:pt x="7421612" y="1230162"/>
                </a:lnTo>
                <a:close/>
                <a:moveTo>
                  <a:pt x="6207438" y="0"/>
                </a:moveTo>
                <a:lnTo>
                  <a:pt x="6244656" y="0"/>
                </a:lnTo>
                <a:lnTo>
                  <a:pt x="6212541" y="12802"/>
                </a:lnTo>
                <a:close/>
                <a:moveTo>
                  <a:pt x="0" y="0"/>
                </a:moveTo>
                <a:lnTo>
                  <a:pt x="851854" y="0"/>
                </a:lnTo>
                <a:lnTo>
                  <a:pt x="0" y="339569"/>
                </a:lnTo>
                <a:close/>
              </a:path>
            </a:pathLst>
          </a:custGeom>
        </p:spPr>
      </p:pic>
      <p:pic>
        <p:nvPicPr>
          <p:cNvPr id="27" name="Graphic 26">
            <a:extLst>
              <a:ext uri="{FF2B5EF4-FFF2-40B4-BE49-F238E27FC236}">
                <a16:creationId xmlns:a16="http://schemas.microsoft.com/office/drawing/2014/main" id="{5AEDC071-EA0B-1969-8CB4-A21A72CB277C}"/>
              </a:ext>
            </a:extLst>
          </p:cNvPr>
          <p:cNvPicPr>
            <a:picLocks noChangeAspect="1"/>
          </p:cNvPicPr>
          <p:nvPr userDrawn="1"/>
        </p:nvPicPr>
        <p:blipFill>
          <a:blip r:embed="rId5">
            <a:extLst>
              <a:ext uri="{96DAC541-7B7A-43D3-8B79-37D633B846F1}">
                <asvg:svgBlip xmlns:asvg="http://schemas.microsoft.com/office/drawing/2016/SVG/main" r:embed="rId6"/>
              </a:ext>
            </a:extLst>
          </a:blip>
          <a:stretch>
            <a:fillRect/>
          </a:stretch>
        </p:blipFill>
        <p:spPr>
          <a:xfrm>
            <a:off x="7467486" y="0"/>
            <a:ext cx="4724514" cy="5963731"/>
          </a:xfrm>
          <a:prstGeom prst="rect">
            <a:avLst/>
          </a:prstGeom>
        </p:spPr>
      </p:pic>
      <p:pic>
        <p:nvPicPr>
          <p:cNvPr id="11" name="Graphic 10">
            <a:extLst>
              <a:ext uri="{FF2B5EF4-FFF2-40B4-BE49-F238E27FC236}">
                <a16:creationId xmlns:a16="http://schemas.microsoft.com/office/drawing/2014/main" id="{F691F33E-EAF3-D879-5AB7-30B34CC5FA0B}"/>
              </a:ext>
            </a:extLst>
          </p:cNvPr>
          <p:cNvPicPr>
            <a:picLocks noChangeAspect="1"/>
          </p:cNvPicPr>
          <p:nvPr userDrawn="1"/>
        </p:nvPicPr>
        <p:blipFill>
          <a:blip r:embed="rId7" cstate="print">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713796" y="588232"/>
            <a:ext cx="1841631" cy="440138"/>
          </a:xfrm>
          <a:prstGeom prst="rect">
            <a:avLst/>
          </a:prstGeom>
        </p:spPr>
      </p:pic>
      <p:graphicFrame>
        <p:nvGraphicFramePr>
          <p:cNvPr id="5" name="Object 4" hidden="1">
            <a:extLst>
              <a:ext uri="{FF2B5EF4-FFF2-40B4-BE49-F238E27FC236}">
                <a16:creationId xmlns:a16="http://schemas.microsoft.com/office/drawing/2014/main" id="{1E2C42FE-8438-4ECE-4770-0A931CA3F82C}"/>
              </a:ext>
            </a:extLst>
          </p:cNvPr>
          <p:cNvGraphicFramePr>
            <a:graphicFrameLocks noChangeAspect="1"/>
          </p:cNvGraphicFramePr>
          <p:nvPr userDrawn="1">
            <p:custDataLst>
              <p:tags r:id="rId1"/>
            </p:custDataLst>
            <p:extLst>
              <p:ext uri="{D42A27DB-BD31-4B8C-83A1-F6EECF244321}">
                <p14:modId xmlns:p14="http://schemas.microsoft.com/office/powerpoint/2010/main" val="7920542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9" imgW="347" imgH="348" progId="TCLayout.ActiveDocument.1">
                  <p:embed/>
                </p:oleObj>
              </mc:Choice>
              <mc:Fallback>
                <p:oleObj name="think-cell Slide" r:id="rId9" imgW="347" imgH="348" progId="TCLayout.ActiveDocument.1">
                  <p:embed/>
                  <p:pic>
                    <p:nvPicPr>
                      <p:cNvPr id="5" name="Object 4" hidden="1">
                        <a:extLst>
                          <a:ext uri="{FF2B5EF4-FFF2-40B4-BE49-F238E27FC236}">
                            <a16:creationId xmlns:a16="http://schemas.microsoft.com/office/drawing/2014/main" id="{1E2C42FE-8438-4ECE-4770-0A931CA3F82C}"/>
                          </a:ext>
                        </a:extLst>
                      </p:cNvPr>
                      <p:cNvPicPr/>
                      <p:nvPr/>
                    </p:nvPicPr>
                    <p:blipFill>
                      <a:blip r:embed="rId10"/>
                      <a:stretch>
                        <a:fillRect/>
                      </a:stretch>
                    </p:blipFill>
                    <p:spPr>
                      <a:xfrm>
                        <a:off x="1588" y="1588"/>
                        <a:ext cx="1588" cy="1588"/>
                      </a:xfrm>
                      <a:prstGeom prst="rect">
                        <a:avLst/>
                      </a:prstGeom>
                    </p:spPr>
                  </p:pic>
                </p:oleObj>
              </mc:Fallback>
            </mc:AlternateContent>
          </a:graphicData>
        </a:graphic>
      </p:graphicFrame>
      <p:sp>
        <p:nvSpPr>
          <p:cNvPr id="6" name="Subtitle 2">
            <a:extLst>
              <a:ext uri="{FF2B5EF4-FFF2-40B4-BE49-F238E27FC236}">
                <a16:creationId xmlns:a16="http://schemas.microsoft.com/office/drawing/2014/main" id="{75AD1E75-B5FA-55FD-AE40-1219E6705E78}"/>
              </a:ext>
            </a:extLst>
          </p:cNvPr>
          <p:cNvSpPr>
            <a:spLocks noGrp="1"/>
          </p:cNvSpPr>
          <p:nvPr>
            <p:ph type="subTitle" idx="1" hasCustomPrompt="1"/>
          </p:nvPr>
        </p:nvSpPr>
        <p:spPr>
          <a:xfrm>
            <a:off x="595743" y="4130894"/>
            <a:ext cx="5943600" cy="988945"/>
          </a:xfrm>
          <a:prstGeom prst="rect">
            <a:avLst/>
          </a:prstGeom>
        </p:spPr>
        <p:txBody>
          <a:bodyPr lIns="0" anchor="t">
            <a:noAutofit/>
          </a:bodyPr>
          <a:lstStyle>
            <a:lvl1pPr marL="0" indent="0" algn="l">
              <a:lnSpc>
                <a:spcPct val="90000"/>
              </a:lnSpc>
              <a:buNone/>
              <a:defRPr sz="3200" b="0" i="0">
                <a:solidFill>
                  <a:schemeClr val="bg2"/>
                </a:solidFill>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goes here</a:t>
            </a:r>
          </a:p>
        </p:txBody>
      </p:sp>
      <p:sp>
        <p:nvSpPr>
          <p:cNvPr id="7" name="Title 10">
            <a:extLst>
              <a:ext uri="{FF2B5EF4-FFF2-40B4-BE49-F238E27FC236}">
                <a16:creationId xmlns:a16="http://schemas.microsoft.com/office/drawing/2014/main" id="{F67D4929-1EDA-28A3-103C-54FBF891E363}"/>
              </a:ext>
            </a:extLst>
          </p:cNvPr>
          <p:cNvSpPr>
            <a:spLocks noGrp="1"/>
          </p:cNvSpPr>
          <p:nvPr>
            <p:ph type="title" hasCustomPrompt="1"/>
          </p:nvPr>
        </p:nvSpPr>
        <p:spPr>
          <a:xfrm>
            <a:off x="595743" y="1871239"/>
            <a:ext cx="5943600" cy="2099268"/>
          </a:xfrm>
          <a:prstGeom prst="rect">
            <a:avLst/>
          </a:prstGeom>
        </p:spPr>
        <p:txBody>
          <a:bodyPr vert="horz" lIns="0" anchor="b">
            <a:normAutofit/>
          </a:bodyPr>
          <a:lstStyle>
            <a:lvl1pPr algn="l">
              <a:defRPr sz="5400" b="1" i="0" baseline="0">
                <a:solidFill>
                  <a:schemeClr val="bg2"/>
                </a:solidFill>
                <a:latin typeface="Clarika Geometric DemiBold" pitchFamily="2" charset="77"/>
                <a:cs typeface="Arial" panose="020B0604020202020204" pitchFamily="34" charset="0"/>
              </a:defRPr>
            </a:lvl1pPr>
          </a:lstStyle>
          <a:p>
            <a:r>
              <a:rPr lang="en-US"/>
              <a:t>Insert title here</a:t>
            </a:r>
          </a:p>
        </p:txBody>
      </p:sp>
      <p:sp>
        <p:nvSpPr>
          <p:cNvPr id="19" name="Text Placeholder 3">
            <a:extLst>
              <a:ext uri="{FF2B5EF4-FFF2-40B4-BE49-F238E27FC236}">
                <a16:creationId xmlns:a16="http://schemas.microsoft.com/office/drawing/2014/main" id="{DB378CF3-E538-1323-9DAD-74622D9C8BE4}"/>
              </a:ext>
            </a:extLst>
          </p:cNvPr>
          <p:cNvSpPr>
            <a:spLocks noGrp="1"/>
          </p:cNvSpPr>
          <p:nvPr>
            <p:ph type="body" sz="quarter" idx="13" hasCustomPrompt="1"/>
          </p:nvPr>
        </p:nvSpPr>
        <p:spPr>
          <a:xfrm>
            <a:off x="595743" y="5972141"/>
            <a:ext cx="4103255" cy="230832"/>
          </a:xfrm>
          <a:prstGeom prst="rect">
            <a:avLst/>
          </a:prstGeom>
        </p:spPr>
        <p:txBody>
          <a:bodyPr lIns="0" rIns="0">
            <a:noAutofit/>
          </a:bodyPr>
          <a:lstStyle>
            <a:lvl1pPr marL="0" indent="0" algn="l">
              <a:buNone/>
              <a:defRPr lang="en-US" sz="1600" b="0" i="0" u="none" strike="noStrike" cap="none" spc="0" baseline="0" dirty="0">
                <a:solidFill>
                  <a:schemeClr val="bg2"/>
                </a:solidFill>
                <a:uFillTx/>
                <a:latin typeface="+mn-lt"/>
                <a:ea typeface="Helvetica Neue"/>
                <a:cs typeface="Arial" panose="020B0604020202020204" pitchFamily="34" charset="0"/>
                <a:sym typeface="Helvetica Neue"/>
              </a:defRPr>
            </a:lvl1pPr>
          </a:lstStyle>
          <a:p>
            <a:pPr marL="457200" marR="0" lvl="0" indent="-457200" algn="l" defTabSz="412750" rtl="0" latinLnBrk="0">
              <a:lnSpc>
                <a:spcPct val="100000"/>
              </a:lnSpc>
              <a:spcBef>
                <a:spcPts val="0"/>
              </a:spcBef>
              <a:spcAft>
                <a:spcPts val="0"/>
              </a:spcAft>
              <a:buClrTx/>
              <a:buSzTx/>
              <a:tabLst/>
            </a:pPr>
            <a:r>
              <a:rPr lang="en-US"/>
              <a:t>Month Day, Year</a:t>
            </a:r>
          </a:p>
        </p:txBody>
      </p:sp>
      <p:grpSp>
        <p:nvGrpSpPr>
          <p:cNvPr id="2" name="Group 1">
            <a:extLst>
              <a:ext uri="{FF2B5EF4-FFF2-40B4-BE49-F238E27FC236}">
                <a16:creationId xmlns:a16="http://schemas.microsoft.com/office/drawing/2014/main" id="{2E9516AE-C6F0-849E-789D-7569AFD2A0B0}"/>
              </a:ext>
            </a:extLst>
          </p:cNvPr>
          <p:cNvGrpSpPr/>
          <p:nvPr userDrawn="1"/>
        </p:nvGrpSpPr>
        <p:grpSpPr>
          <a:xfrm>
            <a:off x="9819437" y="4815814"/>
            <a:ext cx="1609200" cy="1609200"/>
            <a:chOff x="9819437" y="4815814"/>
            <a:chExt cx="1609200" cy="1609200"/>
          </a:xfrm>
        </p:grpSpPr>
        <p:sp>
          <p:nvSpPr>
            <p:cNvPr id="3" name="Oval 2">
              <a:extLst>
                <a:ext uri="{FF2B5EF4-FFF2-40B4-BE49-F238E27FC236}">
                  <a16:creationId xmlns:a16="http://schemas.microsoft.com/office/drawing/2014/main" id="{E990280B-5A58-5D4E-421E-7FDBCA47C197}"/>
                </a:ext>
              </a:extLst>
            </p:cNvPr>
            <p:cNvSpPr>
              <a:spLocks noChangeAspect="1"/>
            </p:cNvSpPr>
            <p:nvPr/>
          </p:nvSpPr>
          <p:spPr>
            <a:xfrm>
              <a:off x="9819437" y="4815814"/>
              <a:ext cx="1609200" cy="1609200"/>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Freeform 3">
              <a:extLst>
                <a:ext uri="{FF2B5EF4-FFF2-40B4-BE49-F238E27FC236}">
                  <a16:creationId xmlns:a16="http://schemas.microsoft.com/office/drawing/2014/main" id="{8D7F502A-30A6-006D-C5A4-B49A56EC1768}"/>
                </a:ext>
              </a:extLst>
            </p:cNvPr>
            <p:cNvSpPr>
              <a:spLocks noChangeAspect="1"/>
            </p:cNvSpPr>
            <p:nvPr/>
          </p:nvSpPr>
          <p:spPr>
            <a:xfrm>
              <a:off x="9819438" y="4815814"/>
              <a:ext cx="1378093" cy="1050023"/>
            </a:xfrm>
            <a:custGeom>
              <a:avLst/>
              <a:gdLst>
                <a:gd name="connsiteX0" fmla="*/ 804600 w 1378093"/>
                <a:gd name="connsiteY0" fmla="*/ 0 h 1050023"/>
                <a:gd name="connsiteX1" fmla="*/ 1373538 w 1378093"/>
                <a:gd name="connsiteY1" fmla="*/ 235662 h 1050023"/>
                <a:gd name="connsiteX2" fmla="*/ 1378093 w 1378093"/>
                <a:gd name="connsiteY2" fmla="*/ 241183 h 1050023"/>
                <a:gd name="connsiteX3" fmla="*/ 1226992 w 1378093"/>
                <a:gd name="connsiteY3" fmla="*/ 407436 h 1050023"/>
                <a:gd name="connsiteX4" fmla="*/ 258619 w 1378093"/>
                <a:gd name="connsiteY4" fmla="*/ 993406 h 1050023"/>
                <a:gd name="connsiteX5" fmla="*/ 38428 w 1378093"/>
                <a:gd name="connsiteY5" fmla="*/ 1050023 h 1050023"/>
                <a:gd name="connsiteX6" fmla="*/ 36173 w 1378093"/>
                <a:gd name="connsiteY6" fmla="*/ 1043863 h 1050023"/>
                <a:gd name="connsiteX7" fmla="*/ 0 w 1378093"/>
                <a:gd name="connsiteY7" fmla="*/ 804600 h 1050023"/>
                <a:gd name="connsiteX8" fmla="*/ 804600 w 1378093"/>
                <a:gd name="connsiteY8" fmla="*/ 0 h 1050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8093" h="1050023">
                  <a:moveTo>
                    <a:pt x="804600" y="0"/>
                  </a:moveTo>
                  <a:cubicBezTo>
                    <a:pt x="1026784" y="0"/>
                    <a:pt x="1227934" y="90058"/>
                    <a:pt x="1373538" y="235662"/>
                  </a:cubicBezTo>
                  <a:lnTo>
                    <a:pt x="1378093" y="241183"/>
                  </a:lnTo>
                  <a:lnTo>
                    <a:pt x="1226992" y="407436"/>
                  </a:lnTo>
                  <a:cubicBezTo>
                    <a:pt x="959685" y="674744"/>
                    <a:pt x="628644" y="878317"/>
                    <a:pt x="258619" y="993406"/>
                  </a:cubicBezTo>
                  <a:lnTo>
                    <a:pt x="38428" y="1050023"/>
                  </a:lnTo>
                  <a:lnTo>
                    <a:pt x="36173" y="1043863"/>
                  </a:lnTo>
                  <a:cubicBezTo>
                    <a:pt x="12664" y="968280"/>
                    <a:pt x="0" y="887919"/>
                    <a:pt x="0" y="804600"/>
                  </a:cubicBezTo>
                  <a:cubicBezTo>
                    <a:pt x="0" y="360232"/>
                    <a:pt x="360232" y="0"/>
                    <a:pt x="804600"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cxnSp>
        <p:nvCxnSpPr>
          <p:cNvPr id="8" name="Straight Connector 7">
            <a:extLst>
              <a:ext uri="{FF2B5EF4-FFF2-40B4-BE49-F238E27FC236}">
                <a16:creationId xmlns:a16="http://schemas.microsoft.com/office/drawing/2014/main" id="{6E6FCB3D-F416-50F9-44A3-0661318E0AD0}"/>
              </a:ext>
            </a:extLst>
          </p:cNvPr>
          <p:cNvCxnSpPr>
            <a:cxnSpLocks/>
          </p:cNvCxnSpPr>
          <p:nvPr userDrawn="1"/>
        </p:nvCxnSpPr>
        <p:spPr>
          <a:xfrm>
            <a:off x="9626364" y="1312454"/>
            <a:ext cx="2020824" cy="0"/>
          </a:xfrm>
          <a:prstGeom prst="line">
            <a:avLst/>
          </a:prstGeom>
          <a:ln w="9525">
            <a:solidFill>
              <a:schemeClr val="bg2"/>
            </a:solidFill>
          </a:ln>
        </p:spPr>
        <p:style>
          <a:lnRef idx="1">
            <a:schemeClr val="accent1"/>
          </a:lnRef>
          <a:fillRef idx="0">
            <a:schemeClr val="accent1"/>
          </a:fillRef>
          <a:effectRef idx="0">
            <a:schemeClr val="accent1"/>
          </a:effectRef>
          <a:fontRef idx="minor">
            <a:schemeClr val="tx1"/>
          </a:fontRef>
        </p:style>
      </p:cxnSp>
      <p:sp>
        <p:nvSpPr>
          <p:cNvPr id="9" name="Content Placeholder 25">
            <a:extLst>
              <a:ext uri="{FF2B5EF4-FFF2-40B4-BE49-F238E27FC236}">
                <a16:creationId xmlns:a16="http://schemas.microsoft.com/office/drawing/2014/main" id="{39641386-C96E-5240-7812-25A691D61F8D}"/>
              </a:ext>
            </a:extLst>
          </p:cNvPr>
          <p:cNvSpPr>
            <a:spLocks noGrp="1" noChangeAspect="1"/>
          </p:cNvSpPr>
          <p:nvPr>
            <p:ph sz="quarter" idx="14" hasCustomPrompt="1"/>
          </p:nvPr>
        </p:nvSpPr>
        <p:spPr>
          <a:xfrm>
            <a:off x="9626364" y="1628169"/>
            <a:ext cx="2020824" cy="1032758"/>
          </a:xfrm>
        </p:spPr>
        <p:txBody>
          <a:bodyPr anchor="ctr"/>
          <a:lstStyle>
            <a:lvl1pPr algn="ctr">
              <a:defRPr/>
            </a:lvl1pPr>
          </a:lstStyle>
          <a:p>
            <a:pPr lvl="0"/>
            <a:r>
              <a:rPr lang="en-US" dirty="0"/>
              <a:t>Drop logo here</a:t>
            </a:r>
          </a:p>
        </p:txBody>
      </p:sp>
      <p:sp>
        <p:nvSpPr>
          <p:cNvPr id="12" name="TextBox 11">
            <a:extLst>
              <a:ext uri="{FF2B5EF4-FFF2-40B4-BE49-F238E27FC236}">
                <a16:creationId xmlns:a16="http://schemas.microsoft.com/office/drawing/2014/main" id="{B53FD6BF-8AEA-662D-694D-863455069B4F}"/>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rgbClr val="C7E5FF"/>
                </a:solidFill>
                <a:latin typeface="Clarika Grotesque" pitchFamily="2" charset="77"/>
              </a:rPr>
              <a:t>© Dayforce</a:t>
            </a:r>
          </a:p>
        </p:txBody>
      </p:sp>
    </p:spTree>
    <p:extLst>
      <p:ext uri="{BB962C8B-B14F-4D97-AF65-F5344CB8AC3E}">
        <p14:creationId xmlns:p14="http://schemas.microsoft.com/office/powerpoint/2010/main" val="1663512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Title_Slide_5">
    <p:bg>
      <p:bgPr>
        <a:solidFill>
          <a:srgbClr val="ADF1FF"/>
        </a:solidFill>
        <a:effectLst/>
      </p:bgPr>
    </p:bg>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1E2C42FE-8438-4ECE-4770-0A931CA3F82C}"/>
              </a:ext>
            </a:extLst>
          </p:cNvPr>
          <p:cNvGraphicFramePr>
            <a:graphicFrameLocks noChangeAspect="1"/>
          </p:cNvGraphicFramePr>
          <p:nvPr userDrawn="1">
            <p:custDataLst>
              <p:tags r:id="rId1"/>
            </p:custDataLst>
            <p:extLst>
              <p:ext uri="{D42A27DB-BD31-4B8C-83A1-F6EECF244321}">
                <p14:modId xmlns:p14="http://schemas.microsoft.com/office/powerpoint/2010/main" val="792054207"/>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5" name="Object 4" hidden="1">
                        <a:extLst>
                          <a:ext uri="{FF2B5EF4-FFF2-40B4-BE49-F238E27FC236}">
                            <a16:creationId xmlns:a16="http://schemas.microsoft.com/office/drawing/2014/main" id="{1E2C42FE-8438-4ECE-4770-0A931CA3F82C}"/>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6" name="Subtitle 2">
            <a:extLst>
              <a:ext uri="{FF2B5EF4-FFF2-40B4-BE49-F238E27FC236}">
                <a16:creationId xmlns:a16="http://schemas.microsoft.com/office/drawing/2014/main" id="{75AD1E75-B5FA-55FD-AE40-1219E6705E78}"/>
              </a:ext>
            </a:extLst>
          </p:cNvPr>
          <p:cNvSpPr>
            <a:spLocks noGrp="1"/>
          </p:cNvSpPr>
          <p:nvPr>
            <p:ph type="subTitle" idx="1" hasCustomPrompt="1"/>
          </p:nvPr>
        </p:nvSpPr>
        <p:spPr>
          <a:xfrm>
            <a:off x="595743" y="4130894"/>
            <a:ext cx="5943600" cy="988945"/>
          </a:xfrm>
          <a:prstGeom prst="rect">
            <a:avLst/>
          </a:prstGeom>
        </p:spPr>
        <p:txBody>
          <a:bodyPr lIns="0" anchor="t">
            <a:noAutofit/>
          </a:bodyPr>
          <a:lstStyle>
            <a:lvl1pPr marL="0" indent="0" algn="l">
              <a:lnSpc>
                <a:spcPct val="90000"/>
              </a:lnSpc>
              <a:buNone/>
              <a:defRPr sz="3200" b="0" i="0">
                <a:solidFill>
                  <a:schemeClr val="tx1"/>
                </a:solidFill>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Subtitle goes here</a:t>
            </a:r>
          </a:p>
        </p:txBody>
      </p:sp>
      <p:sp>
        <p:nvSpPr>
          <p:cNvPr id="7" name="Title 10">
            <a:extLst>
              <a:ext uri="{FF2B5EF4-FFF2-40B4-BE49-F238E27FC236}">
                <a16:creationId xmlns:a16="http://schemas.microsoft.com/office/drawing/2014/main" id="{F67D4929-1EDA-28A3-103C-54FBF891E363}"/>
              </a:ext>
            </a:extLst>
          </p:cNvPr>
          <p:cNvSpPr>
            <a:spLocks noGrp="1"/>
          </p:cNvSpPr>
          <p:nvPr>
            <p:ph type="title" hasCustomPrompt="1"/>
          </p:nvPr>
        </p:nvSpPr>
        <p:spPr>
          <a:xfrm>
            <a:off x="595743" y="1871239"/>
            <a:ext cx="5943600" cy="2099268"/>
          </a:xfrm>
          <a:prstGeom prst="rect">
            <a:avLst/>
          </a:prstGeom>
        </p:spPr>
        <p:txBody>
          <a:bodyPr vert="horz" lIns="0" anchor="b">
            <a:normAutofit/>
          </a:bodyPr>
          <a:lstStyle>
            <a:lvl1pPr algn="l">
              <a:defRPr sz="5400" b="1" i="0" baseline="0">
                <a:solidFill>
                  <a:schemeClr val="tx1"/>
                </a:solidFill>
                <a:latin typeface="Clarika Geometric DemiBold" pitchFamily="2" charset="77"/>
                <a:cs typeface="Arial" panose="020B0604020202020204" pitchFamily="34" charset="0"/>
              </a:defRPr>
            </a:lvl1pPr>
          </a:lstStyle>
          <a:p>
            <a:r>
              <a:rPr lang="en-US"/>
              <a:t>Insert title here</a:t>
            </a:r>
          </a:p>
        </p:txBody>
      </p:sp>
      <p:sp>
        <p:nvSpPr>
          <p:cNvPr id="19" name="Text Placeholder 3">
            <a:extLst>
              <a:ext uri="{FF2B5EF4-FFF2-40B4-BE49-F238E27FC236}">
                <a16:creationId xmlns:a16="http://schemas.microsoft.com/office/drawing/2014/main" id="{DB378CF3-E538-1323-9DAD-74622D9C8BE4}"/>
              </a:ext>
            </a:extLst>
          </p:cNvPr>
          <p:cNvSpPr>
            <a:spLocks noGrp="1"/>
          </p:cNvSpPr>
          <p:nvPr>
            <p:ph type="body" sz="quarter" idx="13" hasCustomPrompt="1"/>
          </p:nvPr>
        </p:nvSpPr>
        <p:spPr>
          <a:xfrm>
            <a:off x="595743" y="5972141"/>
            <a:ext cx="4103255" cy="230832"/>
          </a:xfrm>
          <a:prstGeom prst="rect">
            <a:avLst/>
          </a:prstGeom>
        </p:spPr>
        <p:txBody>
          <a:bodyPr lIns="0" rIns="0">
            <a:noAutofit/>
          </a:bodyPr>
          <a:lstStyle>
            <a:lvl1pPr marL="0" indent="0" algn="l">
              <a:buNone/>
              <a:defRPr lang="en-US" sz="1600" b="0" i="0" u="none" strike="noStrike" cap="none" spc="0" baseline="0" dirty="0">
                <a:solidFill>
                  <a:schemeClr val="tx1"/>
                </a:solidFill>
                <a:uFillTx/>
                <a:latin typeface="+mn-lt"/>
                <a:ea typeface="Helvetica Neue"/>
                <a:cs typeface="Arial" panose="020B0604020202020204" pitchFamily="34" charset="0"/>
                <a:sym typeface="Helvetica Neue"/>
              </a:defRPr>
            </a:lvl1pPr>
          </a:lstStyle>
          <a:p>
            <a:pPr marL="457200" marR="0" lvl="0" indent="-457200" algn="l" defTabSz="412750" rtl="0" latinLnBrk="0">
              <a:lnSpc>
                <a:spcPct val="100000"/>
              </a:lnSpc>
              <a:spcBef>
                <a:spcPts val="0"/>
              </a:spcBef>
              <a:spcAft>
                <a:spcPts val="0"/>
              </a:spcAft>
              <a:buClrTx/>
              <a:buSzTx/>
              <a:tabLst/>
            </a:pPr>
            <a:r>
              <a:rPr lang="en-US"/>
              <a:t>Month Day, Year</a:t>
            </a:r>
          </a:p>
        </p:txBody>
      </p:sp>
      <p:grpSp>
        <p:nvGrpSpPr>
          <p:cNvPr id="27" name="Group 26">
            <a:extLst>
              <a:ext uri="{FF2B5EF4-FFF2-40B4-BE49-F238E27FC236}">
                <a16:creationId xmlns:a16="http://schemas.microsoft.com/office/drawing/2014/main" id="{9FF99E82-9D29-7D12-7583-8B96FD72FADD}"/>
              </a:ext>
            </a:extLst>
          </p:cNvPr>
          <p:cNvGrpSpPr/>
          <p:nvPr userDrawn="1"/>
        </p:nvGrpSpPr>
        <p:grpSpPr>
          <a:xfrm>
            <a:off x="7143321" y="0"/>
            <a:ext cx="5048678" cy="6335689"/>
            <a:chOff x="7143321" y="0"/>
            <a:chExt cx="5048678" cy="6335689"/>
          </a:xfrm>
        </p:grpSpPr>
        <p:sp>
          <p:nvSpPr>
            <p:cNvPr id="23" name="Freeform 22">
              <a:extLst>
                <a:ext uri="{FF2B5EF4-FFF2-40B4-BE49-F238E27FC236}">
                  <a16:creationId xmlns:a16="http://schemas.microsoft.com/office/drawing/2014/main" id="{06A94032-56EF-EC72-4ACC-7F7A6C1CC847}"/>
                </a:ext>
              </a:extLst>
            </p:cNvPr>
            <p:cNvSpPr/>
            <p:nvPr userDrawn="1"/>
          </p:nvSpPr>
          <p:spPr>
            <a:xfrm rot="5400000">
              <a:off x="6991376" y="1135067"/>
              <a:ext cx="6335689" cy="4065556"/>
            </a:xfrm>
            <a:custGeom>
              <a:avLst/>
              <a:gdLst>
                <a:gd name="connsiteX0" fmla="*/ 0 w 6335689"/>
                <a:gd name="connsiteY0" fmla="*/ 3705213 h 4065556"/>
                <a:gd name="connsiteX1" fmla="*/ 0 w 6335689"/>
                <a:gd name="connsiteY1" fmla="*/ 0 h 4065556"/>
                <a:gd name="connsiteX2" fmla="*/ 6331170 w 6335689"/>
                <a:gd name="connsiteY2" fmla="*/ 0 h 4065556"/>
                <a:gd name="connsiteX3" fmla="*/ 6335280 w 6335689"/>
                <a:gd name="connsiteY3" fmla="*/ 146340 h 4065556"/>
                <a:gd name="connsiteX4" fmla="*/ 6166175 w 6335689"/>
                <a:gd name="connsiteY4" fmla="*/ 1665583 h 4065556"/>
                <a:gd name="connsiteX5" fmla="*/ 3664069 w 6335689"/>
                <a:gd name="connsiteY5" fmla="*/ 3973737 h 4065556"/>
                <a:gd name="connsiteX6" fmla="*/ 3641084 w 6335689"/>
                <a:gd name="connsiteY6" fmla="*/ 3976394 h 4065556"/>
                <a:gd name="connsiteX7" fmla="*/ 3641083 w 6335689"/>
                <a:gd name="connsiteY7" fmla="*/ 3976395 h 4065556"/>
                <a:gd name="connsiteX8" fmla="*/ 3481093 w 6335689"/>
                <a:gd name="connsiteY8" fmla="*/ 3994894 h 4065556"/>
                <a:gd name="connsiteX9" fmla="*/ 2427187 w 6335689"/>
                <a:gd name="connsiteY9" fmla="*/ 4065494 h 4065556"/>
                <a:gd name="connsiteX10" fmla="*/ 94193 w 6335689"/>
                <a:gd name="connsiteY10" fmla="*/ 3748701 h 406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335689" h="4065556">
                  <a:moveTo>
                    <a:pt x="0" y="3705213"/>
                  </a:moveTo>
                  <a:lnTo>
                    <a:pt x="0" y="0"/>
                  </a:lnTo>
                  <a:lnTo>
                    <a:pt x="6331170" y="0"/>
                  </a:lnTo>
                  <a:lnTo>
                    <a:pt x="6335280" y="146340"/>
                  </a:lnTo>
                  <a:cubicBezTo>
                    <a:pt x="6341157" y="674049"/>
                    <a:pt x="6283791" y="1174864"/>
                    <a:pt x="6166175" y="1665583"/>
                  </a:cubicBezTo>
                  <a:cubicBezTo>
                    <a:pt x="5785780" y="3252431"/>
                    <a:pt x="5212007" y="3778045"/>
                    <a:pt x="3664069" y="3973737"/>
                  </a:cubicBezTo>
                  <a:lnTo>
                    <a:pt x="3641084" y="3976394"/>
                  </a:lnTo>
                  <a:lnTo>
                    <a:pt x="3641083" y="3976395"/>
                  </a:lnTo>
                  <a:lnTo>
                    <a:pt x="3481093" y="3994894"/>
                  </a:lnTo>
                  <a:cubicBezTo>
                    <a:pt x="3168779" y="4027855"/>
                    <a:pt x="2819328" y="4049655"/>
                    <a:pt x="2427187" y="4065494"/>
                  </a:cubicBezTo>
                  <a:cubicBezTo>
                    <a:pt x="1395053" y="4068354"/>
                    <a:pt x="647680" y="3973083"/>
                    <a:pt x="94193" y="3748701"/>
                  </a:cubicBezTo>
                  <a:close/>
                </a:path>
              </a:pathLst>
            </a:custGeom>
            <a:solidFill>
              <a:schemeClr val="accent6"/>
            </a:solidFill>
            <a:ln w="41377" cap="flat">
              <a:noFill/>
              <a:prstDash val="solid"/>
              <a:miter/>
            </a:ln>
          </p:spPr>
          <p:txBody>
            <a:bodyPr wrap="square" rtlCol="0" anchor="ctr">
              <a:noAutofit/>
            </a:bodyPr>
            <a:lstStyle/>
            <a:p>
              <a:endParaRPr lang="en-US"/>
            </a:p>
          </p:txBody>
        </p:sp>
        <p:sp>
          <p:nvSpPr>
            <p:cNvPr id="11" name="Freeform 10">
              <a:extLst>
                <a:ext uri="{FF2B5EF4-FFF2-40B4-BE49-F238E27FC236}">
                  <a16:creationId xmlns:a16="http://schemas.microsoft.com/office/drawing/2014/main" id="{64C5620A-9B9C-992E-59D4-1C70F5486236}"/>
                </a:ext>
              </a:extLst>
            </p:cNvPr>
            <p:cNvSpPr/>
            <p:nvPr userDrawn="1"/>
          </p:nvSpPr>
          <p:spPr>
            <a:xfrm rot="5400000">
              <a:off x="6738640" y="404682"/>
              <a:ext cx="5858040" cy="5048677"/>
            </a:xfrm>
            <a:custGeom>
              <a:avLst/>
              <a:gdLst>
                <a:gd name="connsiteX0" fmla="*/ 0 w 5858040"/>
                <a:gd name="connsiteY0" fmla="*/ 4823925 h 5048677"/>
                <a:gd name="connsiteX1" fmla="*/ 0 w 5858040"/>
                <a:gd name="connsiteY1" fmla="*/ 0 h 5048677"/>
                <a:gd name="connsiteX2" fmla="*/ 5636170 w 5858040"/>
                <a:gd name="connsiteY2" fmla="*/ 0 h 5048677"/>
                <a:gd name="connsiteX3" fmla="*/ 5682365 w 5858040"/>
                <a:gd name="connsiteY3" fmla="*/ 144996 h 5048677"/>
                <a:gd name="connsiteX4" fmla="*/ 3823454 w 5858040"/>
                <a:gd name="connsiteY4" fmla="*/ 3849002 h 5048677"/>
                <a:gd name="connsiteX5" fmla="*/ 3641084 w 5858040"/>
                <a:gd name="connsiteY5" fmla="*/ 3976395 h 5048677"/>
                <a:gd name="connsiteX6" fmla="*/ 3641082 w 5858040"/>
                <a:gd name="connsiteY6" fmla="*/ 3976395 h 5048677"/>
                <a:gd name="connsiteX7" fmla="*/ 3627175 w 5858040"/>
                <a:gd name="connsiteY7" fmla="*/ 3986110 h 5048677"/>
                <a:gd name="connsiteX8" fmla="*/ 210698 w 5858040"/>
                <a:gd name="connsiteY8" fmla="*/ 4914538 h 5048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58040" h="5048677">
                  <a:moveTo>
                    <a:pt x="0" y="4823925"/>
                  </a:moveTo>
                  <a:lnTo>
                    <a:pt x="0" y="0"/>
                  </a:lnTo>
                  <a:lnTo>
                    <a:pt x="5636170" y="0"/>
                  </a:lnTo>
                  <a:lnTo>
                    <a:pt x="5682365" y="144996"/>
                  </a:lnTo>
                  <a:cubicBezTo>
                    <a:pt x="6167977" y="1807443"/>
                    <a:pt x="5677816" y="2541112"/>
                    <a:pt x="3823454" y="3849002"/>
                  </a:cubicBezTo>
                  <a:lnTo>
                    <a:pt x="3641084" y="3976395"/>
                  </a:lnTo>
                  <a:lnTo>
                    <a:pt x="3641082" y="3976395"/>
                  </a:lnTo>
                  <a:lnTo>
                    <a:pt x="3627175" y="3986110"/>
                  </a:lnTo>
                  <a:cubicBezTo>
                    <a:pt x="2077408" y="4975041"/>
                    <a:pt x="1101432" y="5245241"/>
                    <a:pt x="210698" y="4914538"/>
                  </a:cubicBezTo>
                  <a:close/>
                </a:path>
              </a:pathLst>
            </a:custGeom>
            <a:solidFill>
              <a:schemeClr val="accent4"/>
            </a:solidFill>
            <a:ln w="41377" cap="flat">
              <a:noFill/>
              <a:prstDash val="solid"/>
              <a:miter/>
            </a:ln>
          </p:spPr>
          <p:txBody>
            <a:bodyPr wrap="square" rtlCol="0" anchor="ctr">
              <a:noAutofit/>
            </a:bodyPr>
            <a:lstStyle/>
            <a:p>
              <a:endParaRPr lang="en-US"/>
            </a:p>
          </p:txBody>
        </p:sp>
        <p:sp>
          <p:nvSpPr>
            <p:cNvPr id="14" name="Freeform 13">
              <a:extLst>
                <a:ext uri="{FF2B5EF4-FFF2-40B4-BE49-F238E27FC236}">
                  <a16:creationId xmlns:a16="http://schemas.microsoft.com/office/drawing/2014/main" id="{CAAC566F-FEA6-D9C7-BDD2-B16C2D7439BC}"/>
                </a:ext>
              </a:extLst>
            </p:cNvPr>
            <p:cNvSpPr/>
            <p:nvPr userDrawn="1"/>
          </p:nvSpPr>
          <p:spPr>
            <a:xfrm rot="5400000">
              <a:off x="7230200" y="896242"/>
              <a:ext cx="5858040" cy="4065556"/>
            </a:xfrm>
            <a:custGeom>
              <a:avLst/>
              <a:gdLst>
                <a:gd name="connsiteX0" fmla="*/ 0 w 5858040"/>
                <a:gd name="connsiteY0" fmla="*/ 3705213 h 4065556"/>
                <a:gd name="connsiteX1" fmla="*/ 0 w 5858040"/>
                <a:gd name="connsiteY1" fmla="*/ 0 h 4065556"/>
                <a:gd name="connsiteX2" fmla="*/ 5636170 w 5858040"/>
                <a:gd name="connsiteY2" fmla="*/ 0 h 4065556"/>
                <a:gd name="connsiteX3" fmla="*/ 5682365 w 5858040"/>
                <a:gd name="connsiteY3" fmla="*/ 144996 h 4065556"/>
                <a:gd name="connsiteX4" fmla="*/ 3823454 w 5858040"/>
                <a:gd name="connsiteY4" fmla="*/ 3849002 h 4065556"/>
                <a:gd name="connsiteX5" fmla="*/ 3641084 w 5858040"/>
                <a:gd name="connsiteY5" fmla="*/ 3976395 h 4065556"/>
                <a:gd name="connsiteX6" fmla="*/ 3481094 w 5858040"/>
                <a:gd name="connsiteY6" fmla="*/ 3994894 h 4065556"/>
                <a:gd name="connsiteX7" fmla="*/ 2427189 w 5858040"/>
                <a:gd name="connsiteY7" fmla="*/ 4065494 h 4065556"/>
                <a:gd name="connsiteX8" fmla="*/ 94194 w 5858040"/>
                <a:gd name="connsiteY8" fmla="*/ 3748701 h 4065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58040" h="4065556">
                  <a:moveTo>
                    <a:pt x="0" y="3705213"/>
                  </a:moveTo>
                  <a:lnTo>
                    <a:pt x="0" y="0"/>
                  </a:lnTo>
                  <a:lnTo>
                    <a:pt x="5636170" y="0"/>
                  </a:lnTo>
                  <a:lnTo>
                    <a:pt x="5682365" y="144996"/>
                  </a:lnTo>
                  <a:cubicBezTo>
                    <a:pt x="6167977" y="1807443"/>
                    <a:pt x="5677816" y="2541112"/>
                    <a:pt x="3823454" y="3849002"/>
                  </a:cubicBezTo>
                  <a:lnTo>
                    <a:pt x="3641084" y="3976395"/>
                  </a:lnTo>
                  <a:lnTo>
                    <a:pt x="3481094" y="3994894"/>
                  </a:lnTo>
                  <a:cubicBezTo>
                    <a:pt x="3168781" y="4027855"/>
                    <a:pt x="2819330" y="4049655"/>
                    <a:pt x="2427189" y="4065494"/>
                  </a:cubicBezTo>
                  <a:cubicBezTo>
                    <a:pt x="1395054" y="4068354"/>
                    <a:pt x="647681" y="3973083"/>
                    <a:pt x="94194" y="3748701"/>
                  </a:cubicBezTo>
                  <a:close/>
                </a:path>
              </a:pathLst>
            </a:custGeom>
            <a:solidFill>
              <a:schemeClr val="tx2"/>
            </a:solidFill>
            <a:ln w="41377" cap="flat">
              <a:noFill/>
              <a:prstDash val="solid"/>
              <a:miter/>
            </a:ln>
          </p:spPr>
          <p:txBody>
            <a:bodyPr wrap="square" rtlCol="0" anchor="ctr">
              <a:noAutofit/>
            </a:bodyPr>
            <a:lstStyle/>
            <a:p>
              <a:endParaRPr lang="en-US"/>
            </a:p>
          </p:txBody>
        </p:sp>
      </p:grpSp>
      <p:pic>
        <p:nvPicPr>
          <p:cNvPr id="18" name="Graphic 17">
            <a:extLst>
              <a:ext uri="{FF2B5EF4-FFF2-40B4-BE49-F238E27FC236}">
                <a16:creationId xmlns:a16="http://schemas.microsoft.com/office/drawing/2014/main" id="{7A2BE0CD-8B1F-7EC1-4DFD-C6E23C8A68C9}"/>
              </a:ext>
            </a:extLst>
          </p:cNvPr>
          <p:cNvPicPr>
            <a:picLocks noChangeAspect="1"/>
          </p:cNvPicPr>
          <p:nvPr userDrawn="1"/>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713796" y="588232"/>
            <a:ext cx="1841631" cy="440138"/>
          </a:xfrm>
          <a:prstGeom prst="rect">
            <a:avLst/>
          </a:prstGeom>
        </p:spPr>
      </p:pic>
      <p:sp>
        <p:nvSpPr>
          <p:cNvPr id="3" name="TextBox 2">
            <a:extLst>
              <a:ext uri="{FF2B5EF4-FFF2-40B4-BE49-F238E27FC236}">
                <a16:creationId xmlns:a16="http://schemas.microsoft.com/office/drawing/2014/main" id="{1A980436-F79A-D3D0-48F9-DF6D20566696}"/>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25429812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Headshots_1">
    <p:bg>
      <p:bgPr>
        <a:solidFill>
          <a:srgbClr val="C7E5FF"/>
        </a:solidFill>
        <a:effectLst/>
      </p:bgPr>
    </p:bg>
    <p:spTree>
      <p:nvGrpSpPr>
        <p:cNvPr id="1" name=""/>
        <p:cNvGrpSpPr/>
        <p:nvPr/>
      </p:nvGrpSpPr>
      <p:grpSpPr>
        <a:xfrm>
          <a:off x="0" y="0"/>
          <a:ext cx="0" cy="0"/>
          <a:chOff x="0" y="0"/>
          <a:chExt cx="0" cy="0"/>
        </a:xfrm>
      </p:grpSpPr>
      <p:pic>
        <p:nvPicPr>
          <p:cNvPr id="17" name="Graphic 16">
            <a:extLst>
              <a:ext uri="{FF2B5EF4-FFF2-40B4-BE49-F238E27FC236}">
                <a16:creationId xmlns:a16="http://schemas.microsoft.com/office/drawing/2014/main" id="{138E5B3F-9B82-F35A-3C16-DA74D153E81F}"/>
              </a:ext>
            </a:extLst>
          </p:cNvPr>
          <p:cNvPicPr>
            <a:picLocks noChangeAspect="1"/>
          </p:cNvPicPr>
          <p:nvPr userDrawn="1"/>
        </p:nvPicPr>
        <p:blipFill>
          <a:blip r:embed="rId2">
            <a:extLst>
              <a:ext uri="{96DAC541-7B7A-43D3-8B79-37D633B846F1}">
                <asvg:svgBlip xmlns:asvg="http://schemas.microsoft.com/office/drawing/2016/SVG/main" r:embed="rId3"/>
              </a:ext>
            </a:extLst>
          </a:blip>
          <a:srcRect t="14319" b="3103"/>
          <a:stretch>
            <a:fillRect/>
          </a:stretch>
        </p:blipFill>
        <p:spPr>
          <a:xfrm rot="21077095">
            <a:off x="1767104" y="-824157"/>
            <a:ext cx="10234452" cy="8451432"/>
          </a:xfrm>
          <a:custGeom>
            <a:avLst/>
            <a:gdLst>
              <a:gd name="connsiteX0" fmla="*/ 0 w 10234452"/>
              <a:gd name="connsiteY0" fmla="*/ 0 h 8451432"/>
              <a:gd name="connsiteX1" fmla="*/ 10234452 w 10234452"/>
              <a:gd name="connsiteY1" fmla="*/ 1568848 h 8451432"/>
              <a:gd name="connsiteX2" fmla="*/ 10234452 w 10234452"/>
              <a:gd name="connsiteY2" fmla="*/ 5872533 h 8451432"/>
              <a:gd name="connsiteX3" fmla="*/ 9839130 w 10234452"/>
              <a:gd name="connsiteY3" fmla="*/ 8451432 h 8451432"/>
              <a:gd name="connsiteX4" fmla="*/ 0 w 10234452"/>
              <a:gd name="connsiteY4" fmla="*/ 6943183 h 84514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234452" h="8451432">
                <a:moveTo>
                  <a:pt x="0" y="0"/>
                </a:moveTo>
                <a:lnTo>
                  <a:pt x="10234452" y="1568848"/>
                </a:lnTo>
                <a:lnTo>
                  <a:pt x="10234452" y="5872533"/>
                </a:lnTo>
                <a:lnTo>
                  <a:pt x="9839130" y="8451432"/>
                </a:lnTo>
                <a:lnTo>
                  <a:pt x="0" y="6943183"/>
                </a:lnTo>
                <a:close/>
              </a:path>
            </a:pathLst>
          </a:custGeom>
        </p:spPr>
      </p:pic>
      <p:pic>
        <p:nvPicPr>
          <p:cNvPr id="12" name="Graphic 11">
            <a:extLst>
              <a:ext uri="{FF2B5EF4-FFF2-40B4-BE49-F238E27FC236}">
                <a16:creationId xmlns:a16="http://schemas.microsoft.com/office/drawing/2014/main" id="{FA5E4152-902C-F0A1-7453-8D9E74B2251B}"/>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a:fillRect/>
          </a:stretch>
        </p:blipFill>
        <p:spPr>
          <a:xfrm rot="18696015">
            <a:off x="1680467" y="-2105026"/>
            <a:ext cx="10234452" cy="10234453"/>
          </a:xfrm>
          <a:custGeom>
            <a:avLst/>
            <a:gdLst>
              <a:gd name="connsiteX0" fmla="*/ 4602010 w 10234452"/>
              <a:gd name="connsiteY0" fmla="*/ 1 h 10234453"/>
              <a:gd name="connsiteX1" fmla="*/ 10234451 w 10234452"/>
              <a:gd name="connsiteY1" fmla="*/ 6343917 h 10234453"/>
              <a:gd name="connsiteX2" fmla="*/ 10234451 w 10234452"/>
              <a:gd name="connsiteY2" fmla="*/ 7787517 h 10234453"/>
              <a:gd name="connsiteX3" fmla="*/ 7478425 w 10234452"/>
              <a:gd name="connsiteY3" fmla="*/ 10234453 h 10234453"/>
              <a:gd name="connsiteX4" fmla="*/ 4510991 w 10234452"/>
              <a:gd name="connsiteY4" fmla="*/ 10234453 h 10234453"/>
              <a:gd name="connsiteX5" fmla="*/ 0 w 10234452"/>
              <a:gd name="connsiteY5" fmla="*/ 5153645 h 10234453"/>
              <a:gd name="connsiteX6" fmla="*/ 0 w 10234452"/>
              <a:gd name="connsiteY6" fmla="*/ 1 h 10234453"/>
              <a:gd name="connsiteX7" fmla="*/ 10234451 w 10234452"/>
              <a:gd name="connsiteY7" fmla="*/ 0 h 10234453"/>
              <a:gd name="connsiteX8" fmla="*/ 10234452 w 10234452"/>
              <a:gd name="connsiteY8" fmla="*/ 1320988 h 10234453"/>
              <a:gd name="connsiteX9" fmla="*/ 9061614 w 10234452"/>
              <a:gd name="connsiteY9" fmla="*/ 1 h 102344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0234452" h="10234453">
                <a:moveTo>
                  <a:pt x="4602010" y="1"/>
                </a:moveTo>
                <a:lnTo>
                  <a:pt x="10234451" y="6343917"/>
                </a:lnTo>
                <a:lnTo>
                  <a:pt x="10234451" y="7787517"/>
                </a:lnTo>
                <a:lnTo>
                  <a:pt x="7478425" y="10234453"/>
                </a:lnTo>
                <a:lnTo>
                  <a:pt x="4510991" y="10234453"/>
                </a:lnTo>
                <a:lnTo>
                  <a:pt x="0" y="5153645"/>
                </a:lnTo>
                <a:lnTo>
                  <a:pt x="0" y="1"/>
                </a:lnTo>
                <a:close/>
                <a:moveTo>
                  <a:pt x="10234451" y="0"/>
                </a:moveTo>
                <a:lnTo>
                  <a:pt x="10234452" y="1320988"/>
                </a:lnTo>
                <a:lnTo>
                  <a:pt x="9061614" y="1"/>
                </a:lnTo>
                <a:close/>
              </a:path>
            </a:pathLst>
          </a:custGeom>
        </p:spPr>
      </p:pic>
      <p:sp>
        <p:nvSpPr>
          <p:cNvPr id="7" name="Rectangle 6">
            <a:extLst>
              <a:ext uri="{FF2B5EF4-FFF2-40B4-BE49-F238E27FC236}">
                <a16:creationId xmlns:a16="http://schemas.microsoft.com/office/drawing/2014/main" id="{7D03E3E6-E9CE-3E8B-62E6-F3695AC2D0EF}"/>
              </a:ext>
            </a:extLst>
          </p:cNvPr>
          <p:cNvSpPr/>
          <p:nvPr userDrawn="1"/>
        </p:nvSpPr>
        <p:spPr>
          <a:xfrm>
            <a:off x="8631044" y="0"/>
            <a:ext cx="3560956" cy="6858000"/>
          </a:xfrm>
          <a:prstGeom prst="rect">
            <a:avLst/>
          </a:prstGeom>
          <a:solidFill>
            <a:srgbClr val="DFF3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ubtitle 2">
            <a:extLst>
              <a:ext uri="{FF2B5EF4-FFF2-40B4-BE49-F238E27FC236}">
                <a16:creationId xmlns:a16="http://schemas.microsoft.com/office/drawing/2014/main" id="{33A0DFAC-49BB-F07B-D5B7-A5C4D26A1BEB}"/>
              </a:ext>
            </a:extLst>
          </p:cNvPr>
          <p:cNvSpPr>
            <a:spLocks noGrp="1"/>
          </p:cNvSpPr>
          <p:nvPr>
            <p:ph type="subTitle" idx="1" hasCustomPrompt="1"/>
          </p:nvPr>
        </p:nvSpPr>
        <p:spPr>
          <a:xfrm>
            <a:off x="5687409" y="3501867"/>
            <a:ext cx="4400017" cy="481286"/>
          </a:xfrm>
          <a:prstGeom prst="rect">
            <a:avLst/>
          </a:prstGeom>
        </p:spPr>
        <p:txBody>
          <a:bodyPr lIns="0" anchor="t">
            <a:spAutoFit/>
          </a:bodyPr>
          <a:lstStyle>
            <a:lvl1pPr marL="0" indent="0" algn="l">
              <a:lnSpc>
                <a:spcPct val="120000"/>
              </a:lnSpc>
              <a:spcBef>
                <a:spcPts val="1200"/>
              </a:spcBef>
              <a:buNone/>
              <a:defRPr sz="2800" b="0" i="0">
                <a:solidFill>
                  <a:schemeClr val="tx1"/>
                </a:solidFill>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Insert Title</a:t>
            </a:r>
          </a:p>
        </p:txBody>
      </p:sp>
      <p:sp>
        <p:nvSpPr>
          <p:cNvPr id="6" name="Title 10">
            <a:extLst>
              <a:ext uri="{FF2B5EF4-FFF2-40B4-BE49-F238E27FC236}">
                <a16:creationId xmlns:a16="http://schemas.microsoft.com/office/drawing/2014/main" id="{493F0C0E-0861-0CBB-2300-C3E3AB69DE4E}"/>
              </a:ext>
            </a:extLst>
          </p:cNvPr>
          <p:cNvSpPr>
            <a:spLocks noGrp="1"/>
          </p:cNvSpPr>
          <p:nvPr>
            <p:ph type="title" hasCustomPrompt="1"/>
          </p:nvPr>
        </p:nvSpPr>
        <p:spPr>
          <a:xfrm>
            <a:off x="5687408" y="2774640"/>
            <a:ext cx="4400018" cy="654360"/>
          </a:xfrm>
          <a:prstGeom prst="rect">
            <a:avLst/>
          </a:prstGeom>
        </p:spPr>
        <p:txBody>
          <a:bodyPr vert="horz" lIns="0" anchor="b">
            <a:normAutofit/>
          </a:bodyPr>
          <a:lstStyle>
            <a:lvl1pPr algn="l">
              <a:defRPr sz="4400" b="0" i="0" baseline="0">
                <a:solidFill>
                  <a:schemeClr val="tx1"/>
                </a:solidFill>
                <a:latin typeface="+mj-lt"/>
                <a:cs typeface="Arial" panose="020B0604020202020204" pitchFamily="34" charset="0"/>
              </a:defRPr>
            </a:lvl1pPr>
          </a:lstStyle>
          <a:p>
            <a:r>
              <a:rPr lang="en-US"/>
              <a:t>Insert Name</a:t>
            </a:r>
          </a:p>
        </p:txBody>
      </p:sp>
      <p:sp>
        <p:nvSpPr>
          <p:cNvPr id="3" name="Picture Placeholder 47">
            <a:extLst>
              <a:ext uri="{FF2B5EF4-FFF2-40B4-BE49-F238E27FC236}">
                <a16:creationId xmlns:a16="http://schemas.microsoft.com/office/drawing/2014/main" id="{89C6B6AC-3F74-8584-47BE-A12831887791}"/>
              </a:ext>
            </a:extLst>
          </p:cNvPr>
          <p:cNvSpPr>
            <a:spLocks noGrp="1"/>
          </p:cNvSpPr>
          <p:nvPr>
            <p:ph type="pic" sz="quarter" idx="36"/>
          </p:nvPr>
        </p:nvSpPr>
        <p:spPr>
          <a:xfrm>
            <a:off x="2503357" y="2044535"/>
            <a:ext cx="2711733" cy="2711733"/>
          </a:xfrm>
          <a:prstGeom prst="ellipse">
            <a:avLst/>
          </a:prstGeom>
          <a:solidFill>
            <a:schemeClr val="bg2"/>
          </a:solidFill>
        </p:spPr>
        <p:txBody>
          <a:bodyPr wrap="square" anchor="ctr">
            <a:noAutofit/>
          </a:bodyPr>
          <a:lstStyle>
            <a:lvl1pPr algn="ctr">
              <a:defRPr>
                <a:solidFill>
                  <a:schemeClr val="bg1"/>
                </a:solidFill>
              </a:defRPr>
            </a:lvl1pPr>
          </a:lstStyle>
          <a:p>
            <a:r>
              <a:rPr lang="en-US"/>
              <a:t>Click icon to add picture</a:t>
            </a:r>
          </a:p>
        </p:txBody>
      </p:sp>
      <p:sp>
        <p:nvSpPr>
          <p:cNvPr id="4" name="TextBox 3">
            <a:extLst>
              <a:ext uri="{FF2B5EF4-FFF2-40B4-BE49-F238E27FC236}">
                <a16:creationId xmlns:a16="http://schemas.microsoft.com/office/drawing/2014/main" id="{B2CF6495-2AD5-8662-B98D-9CAE89E80E79}"/>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335909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Headshots_2">
    <p:bg>
      <p:bgPr>
        <a:solidFill>
          <a:srgbClr val="C7E5FF"/>
        </a:solidFill>
        <a:effectLst/>
      </p:bgPr>
    </p:bg>
    <p:spTree>
      <p:nvGrpSpPr>
        <p:cNvPr id="1" name=""/>
        <p:cNvGrpSpPr/>
        <p:nvPr/>
      </p:nvGrpSpPr>
      <p:grpSpPr>
        <a:xfrm>
          <a:off x="0" y="0"/>
          <a:ext cx="0" cy="0"/>
          <a:chOff x="0" y="0"/>
          <a:chExt cx="0" cy="0"/>
        </a:xfrm>
      </p:grpSpPr>
      <p:pic>
        <p:nvPicPr>
          <p:cNvPr id="19" name="Graphic 18">
            <a:extLst>
              <a:ext uri="{FF2B5EF4-FFF2-40B4-BE49-F238E27FC236}">
                <a16:creationId xmlns:a16="http://schemas.microsoft.com/office/drawing/2014/main" id="{BBC1ABD6-8679-0F55-7A0E-FE3D83CF3698}"/>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rot="522905" flipH="1">
            <a:off x="-393437" y="-325637"/>
            <a:ext cx="12978876" cy="12978875"/>
          </a:xfrm>
          <a:custGeom>
            <a:avLst/>
            <a:gdLst>
              <a:gd name="connsiteX0" fmla="*/ 3897593 w 12978876"/>
              <a:gd name="connsiteY0" fmla="*/ 12978875 h 12978875"/>
              <a:gd name="connsiteX1" fmla="*/ 0 w 12978876"/>
              <a:gd name="connsiteY1" fmla="*/ 12381409 h 12978875"/>
              <a:gd name="connsiteX2" fmla="*/ 1 w 12978876"/>
              <a:gd name="connsiteY2" fmla="*/ 12978875 h 12978875"/>
              <a:gd name="connsiteX3" fmla="*/ 12978876 w 12978876"/>
              <a:gd name="connsiteY3" fmla="*/ 1248412 h 12978875"/>
              <a:gd name="connsiteX4" fmla="*/ 4834803 w 12978876"/>
              <a:gd name="connsiteY4" fmla="*/ 0 h 12978875"/>
              <a:gd name="connsiteX5" fmla="*/ 1317004 w 12978876"/>
              <a:gd name="connsiteY5" fmla="*/ 0 h 12978875"/>
              <a:gd name="connsiteX6" fmla="*/ 357877 w 12978876"/>
              <a:gd name="connsiteY6" fmla="*/ 6256909 h 12978875"/>
              <a:gd name="connsiteX7" fmla="*/ 12409108 w 12978876"/>
              <a:gd name="connsiteY7" fmla="*/ 8104253 h 12978875"/>
              <a:gd name="connsiteX8" fmla="*/ 12978876 w 12978876"/>
              <a:gd name="connsiteY8" fmla="*/ 4387348 h 1297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978876" h="12978875">
                <a:moveTo>
                  <a:pt x="3897593" y="12978875"/>
                </a:moveTo>
                <a:lnTo>
                  <a:pt x="0" y="12381409"/>
                </a:lnTo>
                <a:lnTo>
                  <a:pt x="1" y="12978875"/>
                </a:lnTo>
                <a:close/>
                <a:moveTo>
                  <a:pt x="12978876" y="1248412"/>
                </a:moveTo>
                <a:lnTo>
                  <a:pt x="4834803" y="0"/>
                </a:lnTo>
                <a:lnTo>
                  <a:pt x="1317004" y="0"/>
                </a:lnTo>
                <a:lnTo>
                  <a:pt x="357877" y="6256909"/>
                </a:lnTo>
                <a:lnTo>
                  <a:pt x="12409108" y="8104253"/>
                </a:lnTo>
                <a:lnTo>
                  <a:pt x="12978876" y="4387348"/>
                </a:lnTo>
                <a:close/>
              </a:path>
            </a:pathLst>
          </a:custGeom>
        </p:spPr>
      </p:pic>
      <p:pic>
        <p:nvPicPr>
          <p:cNvPr id="24" name="Graphic 23">
            <a:extLst>
              <a:ext uri="{FF2B5EF4-FFF2-40B4-BE49-F238E27FC236}">
                <a16:creationId xmlns:a16="http://schemas.microsoft.com/office/drawing/2014/main" id="{E5E00C09-D310-AB89-1CFD-45E297EFA4D9}"/>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a:fillRect/>
          </a:stretch>
        </p:blipFill>
        <p:spPr>
          <a:xfrm rot="21077095">
            <a:off x="-149457" y="-320891"/>
            <a:ext cx="13046693" cy="13046693"/>
          </a:xfrm>
          <a:custGeom>
            <a:avLst/>
            <a:gdLst>
              <a:gd name="connsiteX0" fmla="*/ 0 w 13046693"/>
              <a:gd name="connsiteY0" fmla="*/ 12371015 h 13046693"/>
              <a:gd name="connsiteX1" fmla="*/ 4407816 w 13046693"/>
              <a:gd name="connsiteY1" fmla="*/ 13046693 h 13046693"/>
              <a:gd name="connsiteX2" fmla="*/ 0 w 13046693"/>
              <a:gd name="connsiteY2" fmla="*/ 13046693 h 13046693"/>
              <a:gd name="connsiteX3" fmla="*/ 4902611 w 13046693"/>
              <a:gd name="connsiteY3" fmla="*/ 0 h 13046693"/>
              <a:gd name="connsiteX4" fmla="*/ 13046693 w 13046693"/>
              <a:gd name="connsiteY4" fmla="*/ 1248414 h 13046693"/>
              <a:gd name="connsiteX5" fmla="*/ 13046692 w 13046693"/>
              <a:gd name="connsiteY5" fmla="*/ 2366062 h 13046693"/>
              <a:gd name="connsiteX6" fmla="*/ 12174193 w 13046693"/>
              <a:gd name="connsiteY6" fmla="*/ 8057849 h 13046693"/>
              <a:gd name="connsiteX7" fmla="*/ 122963 w 13046693"/>
              <a:gd name="connsiteY7" fmla="*/ 6210504 h 13046693"/>
              <a:gd name="connsiteX8" fmla="*/ 1074978 w 13046693"/>
              <a:gd name="connsiteY8" fmla="*/ 0 h 13046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46693" h="13046693">
                <a:moveTo>
                  <a:pt x="0" y="12371015"/>
                </a:moveTo>
                <a:lnTo>
                  <a:pt x="4407816" y="13046693"/>
                </a:lnTo>
                <a:lnTo>
                  <a:pt x="0" y="13046693"/>
                </a:lnTo>
                <a:close/>
                <a:moveTo>
                  <a:pt x="4902611" y="0"/>
                </a:moveTo>
                <a:lnTo>
                  <a:pt x="13046693" y="1248414"/>
                </a:lnTo>
                <a:lnTo>
                  <a:pt x="13046692" y="2366062"/>
                </a:lnTo>
                <a:lnTo>
                  <a:pt x="12174193" y="8057849"/>
                </a:lnTo>
                <a:lnTo>
                  <a:pt x="122963" y="6210504"/>
                </a:lnTo>
                <a:lnTo>
                  <a:pt x="1074978" y="0"/>
                </a:lnTo>
                <a:close/>
              </a:path>
            </a:pathLst>
          </a:custGeom>
        </p:spPr>
      </p:pic>
      <p:sp>
        <p:nvSpPr>
          <p:cNvPr id="37" name="Subtitle 2">
            <a:extLst>
              <a:ext uri="{FF2B5EF4-FFF2-40B4-BE49-F238E27FC236}">
                <a16:creationId xmlns:a16="http://schemas.microsoft.com/office/drawing/2014/main" id="{E96D27C7-B499-6801-368F-AF98E1496651}"/>
              </a:ext>
            </a:extLst>
          </p:cNvPr>
          <p:cNvSpPr>
            <a:spLocks noGrp="1"/>
          </p:cNvSpPr>
          <p:nvPr>
            <p:ph type="subTitle" idx="1" hasCustomPrompt="1"/>
          </p:nvPr>
        </p:nvSpPr>
        <p:spPr>
          <a:xfrm>
            <a:off x="1589549" y="4809202"/>
            <a:ext cx="4228562" cy="654360"/>
          </a:xfrm>
          <a:prstGeom prst="rect">
            <a:avLst/>
          </a:prstGeom>
        </p:spPr>
        <p:txBody>
          <a:bodyPr lIns="0" tIns="0" anchor="t">
            <a:noAutofit/>
          </a:bodyPr>
          <a:lstStyle>
            <a:lvl1pPr marL="0" indent="0" algn="ctr">
              <a:lnSpc>
                <a:spcPct val="120000"/>
              </a:lnSpc>
              <a:buNone/>
              <a:defRPr sz="2400" b="0" i="0">
                <a:solidFill>
                  <a:schemeClr val="tx1"/>
                </a:solidFill>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Insert Title</a:t>
            </a:r>
          </a:p>
        </p:txBody>
      </p:sp>
      <p:sp>
        <p:nvSpPr>
          <p:cNvPr id="66" name="Text Placeholder 63">
            <a:extLst>
              <a:ext uri="{FF2B5EF4-FFF2-40B4-BE49-F238E27FC236}">
                <a16:creationId xmlns:a16="http://schemas.microsoft.com/office/drawing/2014/main" id="{E688DBC4-145E-17DC-E284-B40215381987}"/>
              </a:ext>
            </a:extLst>
          </p:cNvPr>
          <p:cNvSpPr>
            <a:spLocks noGrp="1"/>
          </p:cNvSpPr>
          <p:nvPr>
            <p:ph type="body" sz="quarter" idx="39" hasCustomPrompt="1"/>
          </p:nvPr>
        </p:nvSpPr>
        <p:spPr>
          <a:xfrm>
            <a:off x="6373888" y="4809202"/>
            <a:ext cx="4228561" cy="654049"/>
          </a:xfrm>
        </p:spPr>
        <p:txBody>
          <a:bodyPr tIns="0" anchor="t">
            <a:noAutofit/>
          </a:bodyPr>
          <a:lstStyle>
            <a:lvl1pPr algn="ctr">
              <a:lnSpc>
                <a:spcPct val="120000"/>
              </a:lnSpc>
              <a:defRPr sz="2400">
                <a:solidFill>
                  <a:schemeClr val="tx1"/>
                </a:solidFill>
                <a:latin typeface="+mn-lt"/>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en-US"/>
              <a:t>Insert Title</a:t>
            </a:r>
          </a:p>
        </p:txBody>
      </p:sp>
      <p:sp>
        <p:nvSpPr>
          <p:cNvPr id="38" name="Title 10">
            <a:extLst>
              <a:ext uri="{FF2B5EF4-FFF2-40B4-BE49-F238E27FC236}">
                <a16:creationId xmlns:a16="http://schemas.microsoft.com/office/drawing/2014/main" id="{D0981CBA-AFD3-1236-D884-AE0149F4C4D4}"/>
              </a:ext>
            </a:extLst>
          </p:cNvPr>
          <p:cNvSpPr>
            <a:spLocks noGrp="1"/>
          </p:cNvSpPr>
          <p:nvPr>
            <p:ph type="title" hasCustomPrompt="1"/>
          </p:nvPr>
        </p:nvSpPr>
        <p:spPr>
          <a:xfrm>
            <a:off x="1589550" y="4172565"/>
            <a:ext cx="4228561" cy="654360"/>
          </a:xfrm>
          <a:prstGeom prst="rect">
            <a:avLst/>
          </a:prstGeom>
        </p:spPr>
        <p:txBody>
          <a:bodyPr vert="horz" lIns="0" anchor="b">
            <a:noAutofit/>
          </a:bodyPr>
          <a:lstStyle>
            <a:lvl1pPr algn="ctr">
              <a:defRPr sz="3400" b="1" i="0" baseline="0">
                <a:solidFill>
                  <a:schemeClr val="tx1"/>
                </a:solidFill>
                <a:latin typeface="+mj-lt"/>
                <a:cs typeface="Arial" panose="020B0604020202020204" pitchFamily="34" charset="0"/>
              </a:defRPr>
            </a:lvl1pPr>
          </a:lstStyle>
          <a:p>
            <a:r>
              <a:rPr lang="en-US"/>
              <a:t>Insert Name</a:t>
            </a:r>
          </a:p>
        </p:txBody>
      </p:sp>
      <p:sp>
        <p:nvSpPr>
          <p:cNvPr id="64" name="Text Placeholder 63">
            <a:extLst>
              <a:ext uri="{FF2B5EF4-FFF2-40B4-BE49-F238E27FC236}">
                <a16:creationId xmlns:a16="http://schemas.microsoft.com/office/drawing/2014/main" id="{4E8AFCC3-0257-3955-C9EC-914758E93497}"/>
              </a:ext>
            </a:extLst>
          </p:cNvPr>
          <p:cNvSpPr>
            <a:spLocks noGrp="1"/>
          </p:cNvSpPr>
          <p:nvPr>
            <p:ph type="body" sz="quarter" idx="38" hasCustomPrompt="1"/>
          </p:nvPr>
        </p:nvSpPr>
        <p:spPr>
          <a:xfrm>
            <a:off x="6373888" y="4172582"/>
            <a:ext cx="4228561" cy="654050"/>
          </a:xfrm>
        </p:spPr>
        <p:txBody>
          <a:bodyPr anchor="b">
            <a:noAutofit/>
          </a:bodyPr>
          <a:lstStyle>
            <a:lvl1pPr algn="ctr">
              <a:defRPr sz="3400">
                <a:solidFill>
                  <a:schemeClr val="tx1"/>
                </a:solidFill>
                <a:latin typeface="+mj-lt"/>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en-US"/>
              <a:t>Insert Name</a:t>
            </a:r>
          </a:p>
        </p:txBody>
      </p:sp>
      <p:sp>
        <p:nvSpPr>
          <p:cNvPr id="48" name="Picture Placeholder 47">
            <a:extLst>
              <a:ext uri="{FF2B5EF4-FFF2-40B4-BE49-F238E27FC236}">
                <a16:creationId xmlns:a16="http://schemas.microsoft.com/office/drawing/2014/main" id="{A5E08D5A-E50D-7E17-676C-1802EEFC2D58}"/>
              </a:ext>
            </a:extLst>
          </p:cNvPr>
          <p:cNvSpPr>
            <a:spLocks noGrp="1"/>
          </p:cNvSpPr>
          <p:nvPr>
            <p:ph type="pic" sz="quarter" idx="36"/>
          </p:nvPr>
        </p:nvSpPr>
        <p:spPr>
          <a:xfrm>
            <a:off x="2380825" y="1425142"/>
            <a:ext cx="2646018" cy="2646018"/>
          </a:xfrm>
          <a:prstGeom prst="ellipse">
            <a:avLst/>
          </a:prstGeom>
          <a:solidFill>
            <a:schemeClr val="bg2"/>
          </a:solidFill>
        </p:spPr>
        <p:txBody>
          <a:bodyPr wrap="square" anchor="ctr">
            <a:noAutofit/>
          </a:bodyPr>
          <a:lstStyle>
            <a:lvl1pPr algn="ctr">
              <a:defRPr>
                <a:solidFill>
                  <a:schemeClr val="bg1"/>
                </a:solidFill>
              </a:defRPr>
            </a:lvl1pPr>
          </a:lstStyle>
          <a:p>
            <a:r>
              <a:rPr lang="en-US"/>
              <a:t>Click icon to add picture</a:t>
            </a:r>
          </a:p>
        </p:txBody>
      </p:sp>
      <p:sp>
        <p:nvSpPr>
          <p:cNvPr id="52" name="Picture Placeholder 51">
            <a:extLst>
              <a:ext uri="{FF2B5EF4-FFF2-40B4-BE49-F238E27FC236}">
                <a16:creationId xmlns:a16="http://schemas.microsoft.com/office/drawing/2014/main" id="{57D22964-965A-D4A2-A64C-59D17E064C03}"/>
              </a:ext>
            </a:extLst>
          </p:cNvPr>
          <p:cNvSpPr>
            <a:spLocks noGrp="1"/>
          </p:cNvSpPr>
          <p:nvPr>
            <p:ph type="pic" sz="quarter" idx="37"/>
          </p:nvPr>
        </p:nvSpPr>
        <p:spPr>
          <a:xfrm>
            <a:off x="7165159" y="1436539"/>
            <a:ext cx="2646018" cy="2646018"/>
          </a:xfrm>
          <a:prstGeom prst="ellipse">
            <a:avLst/>
          </a:prstGeom>
          <a:solidFill>
            <a:schemeClr val="bg2"/>
          </a:solidFill>
        </p:spPr>
        <p:txBody>
          <a:bodyPr wrap="square" anchor="ctr">
            <a:noAutofit/>
          </a:bodyPr>
          <a:lstStyle>
            <a:lvl1pPr algn="ctr">
              <a:defRPr>
                <a:solidFill>
                  <a:schemeClr val="bg1"/>
                </a:solidFill>
              </a:defRPr>
            </a:lvl1pPr>
          </a:lstStyle>
          <a:p>
            <a:r>
              <a:rPr lang="en-US"/>
              <a:t>Click icon to add picture</a:t>
            </a:r>
          </a:p>
        </p:txBody>
      </p:sp>
      <p:sp>
        <p:nvSpPr>
          <p:cNvPr id="3" name="TextBox 2">
            <a:extLst>
              <a:ext uri="{FF2B5EF4-FFF2-40B4-BE49-F238E27FC236}">
                <a16:creationId xmlns:a16="http://schemas.microsoft.com/office/drawing/2014/main" id="{7FC3A8AE-62AF-5BF7-E119-B45B3EC3D61D}"/>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2849323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Headshots_3">
    <p:bg>
      <p:bgPr>
        <a:solidFill>
          <a:srgbClr val="C7E5FF"/>
        </a:solidFill>
        <a:effectLst/>
      </p:bgPr>
    </p:bg>
    <p:spTree>
      <p:nvGrpSpPr>
        <p:cNvPr id="1" name=""/>
        <p:cNvGrpSpPr/>
        <p:nvPr/>
      </p:nvGrpSpPr>
      <p:grpSpPr>
        <a:xfrm>
          <a:off x="0" y="0"/>
          <a:ext cx="0" cy="0"/>
          <a:chOff x="0" y="0"/>
          <a:chExt cx="0" cy="0"/>
        </a:xfrm>
      </p:grpSpPr>
      <p:pic>
        <p:nvPicPr>
          <p:cNvPr id="17" name="Graphic 16">
            <a:extLst>
              <a:ext uri="{FF2B5EF4-FFF2-40B4-BE49-F238E27FC236}">
                <a16:creationId xmlns:a16="http://schemas.microsoft.com/office/drawing/2014/main" id="{038B8F17-7733-C4E2-2F92-32BC2506DB59}"/>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rot="522905" flipH="1">
            <a:off x="-393437" y="-325637"/>
            <a:ext cx="12978876" cy="12978875"/>
          </a:xfrm>
          <a:custGeom>
            <a:avLst/>
            <a:gdLst>
              <a:gd name="connsiteX0" fmla="*/ 3897590 w 12978876"/>
              <a:gd name="connsiteY0" fmla="*/ 12978875 h 12978875"/>
              <a:gd name="connsiteX1" fmla="*/ 0 w 12978876"/>
              <a:gd name="connsiteY1" fmla="*/ 12381410 h 12978875"/>
              <a:gd name="connsiteX2" fmla="*/ 1 w 12978876"/>
              <a:gd name="connsiteY2" fmla="*/ 12978875 h 12978875"/>
              <a:gd name="connsiteX3" fmla="*/ 12978876 w 12978876"/>
              <a:gd name="connsiteY3" fmla="*/ 1248413 h 12978875"/>
              <a:gd name="connsiteX4" fmla="*/ 4834796 w 12978876"/>
              <a:gd name="connsiteY4" fmla="*/ 0 h 12978875"/>
              <a:gd name="connsiteX5" fmla="*/ 1317005 w 12978876"/>
              <a:gd name="connsiteY5" fmla="*/ 0 h 12978875"/>
              <a:gd name="connsiteX6" fmla="*/ 357877 w 12978876"/>
              <a:gd name="connsiteY6" fmla="*/ 6256910 h 12978875"/>
              <a:gd name="connsiteX7" fmla="*/ 12409108 w 12978876"/>
              <a:gd name="connsiteY7" fmla="*/ 8104254 h 12978875"/>
              <a:gd name="connsiteX8" fmla="*/ 12978876 w 12978876"/>
              <a:gd name="connsiteY8" fmla="*/ 4387352 h 12978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978876" h="12978875">
                <a:moveTo>
                  <a:pt x="3897590" y="12978875"/>
                </a:moveTo>
                <a:lnTo>
                  <a:pt x="0" y="12381410"/>
                </a:lnTo>
                <a:lnTo>
                  <a:pt x="1" y="12978875"/>
                </a:lnTo>
                <a:close/>
                <a:moveTo>
                  <a:pt x="12978876" y="1248413"/>
                </a:moveTo>
                <a:lnTo>
                  <a:pt x="4834796" y="0"/>
                </a:lnTo>
                <a:lnTo>
                  <a:pt x="1317005" y="0"/>
                </a:lnTo>
                <a:lnTo>
                  <a:pt x="357877" y="6256910"/>
                </a:lnTo>
                <a:lnTo>
                  <a:pt x="12409108" y="8104254"/>
                </a:lnTo>
                <a:lnTo>
                  <a:pt x="12978876" y="4387352"/>
                </a:lnTo>
                <a:close/>
              </a:path>
            </a:pathLst>
          </a:custGeom>
        </p:spPr>
      </p:pic>
      <p:sp>
        <p:nvSpPr>
          <p:cNvPr id="3" name="Subtitle 2">
            <a:extLst>
              <a:ext uri="{FF2B5EF4-FFF2-40B4-BE49-F238E27FC236}">
                <a16:creationId xmlns:a16="http://schemas.microsoft.com/office/drawing/2014/main" id="{B2AAB049-AF41-5134-45AA-AEA2444850C0}"/>
              </a:ext>
            </a:extLst>
          </p:cNvPr>
          <p:cNvSpPr>
            <a:spLocks noGrp="1"/>
          </p:cNvSpPr>
          <p:nvPr>
            <p:ph type="subTitle" idx="1" hasCustomPrompt="1"/>
          </p:nvPr>
        </p:nvSpPr>
        <p:spPr>
          <a:xfrm>
            <a:off x="983194" y="4643848"/>
            <a:ext cx="3220209" cy="654360"/>
          </a:xfrm>
          <a:prstGeom prst="rect">
            <a:avLst/>
          </a:prstGeom>
        </p:spPr>
        <p:txBody>
          <a:bodyPr lIns="0" anchor="t">
            <a:normAutofit/>
          </a:bodyPr>
          <a:lstStyle>
            <a:lvl1pPr marL="0" indent="0" algn="ctr">
              <a:lnSpc>
                <a:spcPct val="120000"/>
              </a:lnSpc>
              <a:buNone/>
              <a:defRPr sz="1800" b="0" i="0">
                <a:solidFill>
                  <a:schemeClr val="tx1"/>
                </a:solidFill>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Insert Title</a:t>
            </a:r>
          </a:p>
        </p:txBody>
      </p:sp>
      <p:sp>
        <p:nvSpPr>
          <p:cNvPr id="4" name="Title 10">
            <a:extLst>
              <a:ext uri="{FF2B5EF4-FFF2-40B4-BE49-F238E27FC236}">
                <a16:creationId xmlns:a16="http://schemas.microsoft.com/office/drawing/2014/main" id="{1BF244A4-6B10-F4BE-02C4-33CCC4CD42D9}"/>
              </a:ext>
            </a:extLst>
          </p:cNvPr>
          <p:cNvSpPr>
            <a:spLocks noGrp="1"/>
          </p:cNvSpPr>
          <p:nvPr>
            <p:ph type="title" hasCustomPrompt="1"/>
          </p:nvPr>
        </p:nvSpPr>
        <p:spPr>
          <a:xfrm>
            <a:off x="983194" y="4008061"/>
            <a:ext cx="3220208" cy="654360"/>
          </a:xfrm>
          <a:prstGeom prst="rect">
            <a:avLst/>
          </a:prstGeom>
        </p:spPr>
        <p:txBody>
          <a:bodyPr vert="horz" lIns="0" anchor="b">
            <a:normAutofit/>
          </a:bodyPr>
          <a:lstStyle>
            <a:lvl1pPr algn="ctr">
              <a:defRPr sz="3000" b="1" i="0" baseline="0">
                <a:solidFill>
                  <a:schemeClr val="tx1"/>
                </a:solidFill>
                <a:latin typeface="+mj-lt"/>
                <a:cs typeface="Arial" panose="020B0604020202020204" pitchFamily="34" charset="0"/>
              </a:defRPr>
            </a:lvl1pPr>
          </a:lstStyle>
          <a:p>
            <a:r>
              <a:rPr lang="en-US"/>
              <a:t>Insert Name</a:t>
            </a:r>
          </a:p>
        </p:txBody>
      </p:sp>
      <p:sp>
        <p:nvSpPr>
          <p:cNvPr id="5" name="Picture Placeholder 4">
            <a:extLst>
              <a:ext uri="{FF2B5EF4-FFF2-40B4-BE49-F238E27FC236}">
                <a16:creationId xmlns:a16="http://schemas.microsoft.com/office/drawing/2014/main" id="{E11C5EF6-5871-6EBD-E658-421626A9DDAC}"/>
              </a:ext>
            </a:extLst>
          </p:cNvPr>
          <p:cNvSpPr>
            <a:spLocks noGrp="1"/>
          </p:cNvSpPr>
          <p:nvPr>
            <p:ph type="pic" sz="quarter" idx="36"/>
          </p:nvPr>
        </p:nvSpPr>
        <p:spPr>
          <a:xfrm>
            <a:off x="1430883" y="1630337"/>
            <a:ext cx="2324830" cy="2324830"/>
          </a:xfrm>
          <a:prstGeom prst="ellipse">
            <a:avLst/>
          </a:prstGeom>
          <a:solidFill>
            <a:schemeClr val="bg2"/>
          </a:solidFill>
        </p:spPr>
        <p:txBody>
          <a:bodyPr wrap="square" anchor="ctr">
            <a:noAutofit/>
          </a:bodyPr>
          <a:lstStyle>
            <a:lvl1pPr algn="ctr">
              <a:defRPr>
                <a:solidFill>
                  <a:schemeClr val="bg1"/>
                </a:solidFill>
              </a:defRPr>
            </a:lvl1pPr>
          </a:lstStyle>
          <a:p>
            <a:r>
              <a:rPr lang="en-US"/>
              <a:t>Click icon to add picture</a:t>
            </a:r>
          </a:p>
        </p:txBody>
      </p:sp>
      <p:sp>
        <p:nvSpPr>
          <p:cNvPr id="35" name="Picture Placeholder 34">
            <a:extLst>
              <a:ext uri="{FF2B5EF4-FFF2-40B4-BE49-F238E27FC236}">
                <a16:creationId xmlns:a16="http://schemas.microsoft.com/office/drawing/2014/main" id="{0786831E-0EBE-DDB2-29E5-18D345F2790F}"/>
              </a:ext>
            </a:extLst>
          </p:cNvPr>
          <p:cNvSpPr>
            <a:spLocks noGrp="1"/>
          </p:cNvSpPr>
          <p:nvPr>
            <p:ph type="pic" sz="quarter" idx="37"/>
          </p:nvPr>
        </p:nvSpPr>
        <p:spPr>
          <a:xfrm>
            <a:off x="4933585" y="1630337"/>
            <a:ext cx="2324830" cy="2324830"/>
          </a:xfrm>
          <a:prstGeom prst="ellipse">
            <a:avLst/>
          </a:prstGeom>
          <a:solidFill>
            <a:schemeClr val="bg2"/>
          </a:solidFill>
        </p:spPr>
        <p:txBody>
          <a:bodyPr wrap="square" anchor="ctr">
            <a:noAutofit/>
          </a:bodyPr>
          <a:lstStyle>
            <a:lvl1pPr algn="ctr">
              <a:defRPr>
                <a:solidFill>
                  <a:schemeClr val="bg1"/>
                </a:solidFill>
              </a:defRPr>
            </a:lvl1pPr>
          </a:lstStyle>
          <a:p>
            <a:r>
              <a:rPr lang="en-US"/>
              <a:t>Click icon to add picture</a:t>
            </a:r>
          </a:p>
        </p:txBody>
      </p:sp>
      <p:sp>
        <p:nvSpPr>
          <p:cNvPr id="41" name="Picture Placeholder 40">
            <a:extLst>
              <a:ext uri="{FF2B5EF4-FFF2-40B4-BE49-F238E27FC236}">
                <a16:creationId xmlns:a16="http://schemas.microsoft.com/office/drawing/2014/main" id="{B227226F-7F73-B784-CC53-97FA1B6769F1}"/>
              </a:ext>
            </a:extLst>
          </p:cNvPr>
          <p:cNvSpPr>
            <a:spLocks noGrp="1"/>
          </p:cNvSpPr>
          <p:nvPr>
            <p:ph type="pic" sz="quarter" idx="38"/>
          </p:nvPr>
        </p:nvSpPr>
        <p:spPr>
          <a:xfrm>
            <a:off x="8433639" y="1630337"/>
            <a:ext cx="2324830" cy="2324830"/>
          </a:xfrm>
          <a:prstGeom prst="ellipse">
            <a:avLst/>
          </a:prstGeom>
          <a:solidFill>
            <a:schemeClr val="bg2"/>
          </a:solidFill>
        </p:spPr>
        <p:txBody>
          <a:bodyPr wrap="square" anchor="ctr">
            <a:noAutofit/>
          </a:bodyPr>
          <a:lstStyle>
            <a:lvl1pPr algn="ctr">
              <a:defRPr>
                <a:solidFill>
                  <a:schemeClr val="bg1"/>
                </a:solidFill>
              </a:defRPr>
            </a:lvl1pPr>
          </a:lstStyle>
          <a:p>
            <a:r>
              <a:rPr lang="en-US"/>
              <a:t>Click icon to add picture</a:t>
            </a:r>
          </a:p>
        </p:txBody>
      </p:sp>
      <p:sp>
        <p:nvSpPr>
          <p:cNvPr id="57" name="Text Placeholder 56">
            <a:extLst>
              <a:ext uri="{FF2B5EF4-FFF2-40B4-BE49-F238E27FC236}">
                <a16:creationId xmlns:a16="http://schemas.microsoft.com/office/drawing/2014/main" id="{3F397F97-11F1-694B-61BD-0FBD2005D708}"/>
              </a:ext>
            </a:extLst>
          </p:cNvPr>
          <p:cNvSpPr>
            <a:spLocks noGrp="1"/>
          </p:cNvSpPr>
          <p:nvPr>
            <p:ph type="body" sz="quarter" idx="39" hasCustomPrompt="1"/>
          </p:nvPr>
        </p:nvSpPr>
        <p:spPr>
          <a:xfrm>
            <a:off x="4483202" y="4008371"/>
            <a:ext cx="3220208" cy="654050"/>
          </a:xfrm>
        </p:spPr>
        <p:txBody>
          <a:bodyPr anchor="b"/>
          <a:lstStyle>
            <a:lvl1pPr algn="ctr">
              <a:defRPr sz="3000">
                <a:solidFill>
                  <a:schemeClr val="tx1"/>
                </a:solidFill>
                <a:latin typeface="+mj-lt"/>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r>
              <a:rPr lang="en-US"/>
              <a:t>Insert Name</a:t>
            </a:r>
          </a:p>
        </p:txBody>
      </p:sp>
      <p:sp>
        <p:nvSpPr>
          <p:cNvPr id="59" name="Text Placeholder 56">
            <a:extLst>
              <a:ext uri="{FF2B5EF4-FFF2-40B4-BE49-F238E27FC236}">
                <a16:creationId xmlns:a16="http://schemas.microsoft.com/office/drawing/2014/main" id="{1DC6E628-42CF-2402-02A2-A4E3BB9A208E}"/>
              </a:ext>
            </a:extLst>
          </p:cNvPr>
          <p:cNvSpPr>
            <a:spLocks noGrp="1"/>
          </p:cNvSpPr>
          <p:nvPr>
            <p:ph type="body" sz="quarter" idx="40" hasCustomPrompt="1"/>
          </p:nvPr>
        </p:nvSpPr>
        <p:spPr>
          <a:xfrm>
            <a:off x="4483202" y="4643848"/>
            <a:ext cx="3220208" cy="654050"/>
          </a:xfrm>
        </p:spPr>
        <p:txBody>
          <a:bodyPr/>
          <a:lstStyle>
            <a:lvl1pPr marL="0" indent="0" algn="ctr" defTabSz="914400" rtl="0" eaLnBrk="1" latinLnBrk="0" hangingPunct="1">
              <a:lnSpc>
                <a:spcPct val="120000"/>
              </a:lnSpc>
              <a:spcBef>
                <a:spcPts val="1000"/>
              </a:spcBef>
              <a:buFont typeface="Arial"/>
              <a:buNone/>
              <a:defRPr lang="en-US" sz="1800" b="0" i="0" kern="1200" dirty="0">
                <a:solidFill>
                  <a:schemeClr val="tx1"/>
                </a:solidFill>
                <a:latin typeface="+mn-lt"/>
                <a:ea typeface="+mn-ea"/>
                <a:cs typeface="Arial" panose="020B0604020202020204" pitchFamily="34" charset="0"/>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r>
              <a:rPr lang="en-US"/>
              <a:t>Insert Title</a:t>
            </a:r>
          </a:p>
        </p:txBody>
      </p:sp>
      <p:sp>
        <p:nvSpPr>
          <p:cNvPr id="62" name="Text Placeholder 56">
            <a:extLst>
              <a:ext uri="{FF2B5EF4-FFF2-40B4-BE49-F238E27FC236}">
                <a16:creationId xmlns:a16="http://schemas.microsoft.com/office/drawing/2014/main" id="{EE4ECB25-93C4-258E-C5D9-BE507EC737BB}"/>
              </a:ext>
            </a:extLst>
          </p:cNvPr>
          <p:cNvSpPr>
            <a:spLocks noGrp="1"/>
          </p:cNvSpPr>
          <p:nvPr>
            <p:ph type="body" sz="quarter" idx="43" hasCustomPrompt="1"/>
          </p:nvPr>
        </p:nvSpPr>
        <p:spPr>
          <a:xfrm>
            <a:off x="7983210" y="4008371"/>
            <a:ext cx="3220209" cy="654050"/>
          </a:xfrm>
        </p:spPr>
        <p:txBody>
          <a:bodyPr anchor="b"/>
          <a:lstStyle>
            <a:lvl1pPr algn="ctr">
              <a:defRPr sz="3000">
                <a:solidFill>
                  <a:schemeClr val="tx1"/>
                </a:solidFill>
                <a:latin typeface="+mj-lt"/>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r>
              <a:rPr lang="en-US"/>
              <a:t>Insert Name</a:t>
            </a:r>
          </a:p>
        </p:txBody>
      </p:sp>
      <p:sp>
        <p:nvSpPr>
          <p:cNvPr id="65" name="Text Placeholder 56">
            <a:extLst>
              <a:ext uri="{FF2B5EF4-FFF2-40B4-BE49-F238E27FC236}">
                <a16:creationId xmlns:a16="http://schemas.microsoft.com/office/drawing/2014/main" id="{69E13140-E727-E77A-2284-A93AC0BD2E46}"/>
              </a:ext>
            </a:extLst>
          </p:cNvPr>
          <p:cNvSpPr>
            <a:spLocks noGrp="1"/>
          </p:cNvSpPr>
          <p:nvPr>
            <p:ph type="body" sz="quarter" idx="44" hasCustomPrompt="1"/>
          </p:nvPr>
        </p:nvSpPr>
        <p:spPr>
          <a:xfrm>
            <a:off x="7983210" y="4643848"/>
            <a:ext cx="3220209" cy="654050"/>
          </a:xfrm>
        </p:spPr>
        <p:txBody>
          <a:bodyPr/>
          <a:lstStyle>
            <a:lvl1pPr marL="0" indent="0" algn="ctr" defTabSz="914400" rtl="0" eaLnBrk="1" latinLnBrk="0" hangingPunct="1">
              <a:lnSpc>
                <a:spcPct val="120000"/>
              </a:lnSpc>
              <a:spcBef>
                <a:spcPts val="1000"/>
              </a:spcBef>
              <a:buFont typeface="Arial"/>
              <a:buNone/>
              <a:defRPr lang="en-US" sz="1800" b="0" i="0" kern="1200" dirty="0">
                <a:solidFill>
                  <a:schemeClr val="tx1"/>
                </a:solidFill>
                <a:latin typeface="+mn-lt"/>
                <a:ea typeface="+mn-ea"/>
                <a:cs typeface="Arial" panose="020B0604020202020204" pitchFamily="34" charset="0"/>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r>
              <a:rPr lang="en-US"/>
              <a:t>Insert Title</a:t>
            </a:r>
          </a:p>
        </p:txBody>
      </p:sp>
      <p:pic>
        <p:nvPicPr>
          <p:cNvPr id="12" name="Graphic 11">
            <a:extLst>
              <a:ext uri="{FF2B5EF4-FFF2-40B4-BE49-F238E27FC236}">
                <a16:creationId xmlns:a16="http://schemas.microsoft.com/office/drawing/2014/main" id="{A6847048-F537-A941-28D3-7E5D7DC8C865}"/>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a:fillRect/>
          </a:stretch>
        </p:blipFill>
        <p:spPr>
          <a:xfrm rot="21077095">
            <a:off x="-149459" y="-320893"/>
            <a:ext cx="13046693" cy="13046694"/>
          </a:xfrm>
          <a:custGeom>
            <a:avLst/>
            <a:gdLst>
              <a:gd name="connsiteX0" fmla="*/ 0 w 13046693"/>
              <a:gd name="connsiteY0" fmla="*/ 12371016 h 13046694"/>
              <a:gd name="connsiteX1" fmla="*/ 4407815 w 13046693"/>
              <a:gd name="connsiteY1" fmla="*/ 13046694 h 13046694"/>
              <a:gd name="connsiteX2" fmla="*/ 0 w 13046693"/>
              <a:gd name="connsiteY2" fmla="*/ 13046694 h 13046694"/>
              <a:gd name="connsiteX3" fmla="*/ 4902605 w 13046693"/>
              <a:gd name="connsiteY3" fmla="*/ 0 h 13046694"/>
              <a:gd name="connsiteX4" fmla="*/ 13046693 w 13046693"/>
              <a:gd name="connsiteY4" fmla="*/ 1248415 h 13046694"/>
              <a:gd name="connsiteX5" fmla="*/ 13046693 w 13046693"/>
              <a:gd name="connsiteY5" fmla="*/ 2366062 h 13046694"/>
              <a:gd name="connsiteX6" fmla="*/ 12174194 w 13046693"/>
              <a:gd name="connsiteY6" fmla="*/ 8057850 h 13046694"/>
              <a:gd name="connsiteX7" fmla="*/ 122964 w 13046693"/>
              <a:gd name="connsiteY7" fmla="*/ 6210505 h 13046694"/>
              <a:gd name="connsiteX8" fmla="*/ 1074978 w 13046693"/>
              <a:gd name="connsiteY8" fmla="*/ 0 h 13046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046693" h="13046694">
                <a:moveTo>
                  <a:pt x="0" y="12371016"/>
                </a:moveTo>
                <a:lnTo>
                  <a:pt x="4407815" y="13046694"/>
                </a:lnTo>
                <a:lnTo>
                  <a:pt x="0" y="13046694"/>
                </a:lnTo>
                <a:close/>
                <a:moveTo>
                  <a:pt x="4902605" y="0"/>
                </a:moveTo>
                <a:lnTo>
                  <a:pt x="13046693" y="1248415"/>
                </a:lnTo>
                <a:lnTo>
                  <a:pt x="13046693" y="2366062"/>
                </a:lnTo>
                <a:lnTo>
                  <a:pt x="12174194" y="8057850"/>
                </a:lnTo>
                <a:lnTo>
                  <a:pt x="122964" y="6210505"/>
                </a:lnTo>
                <a:lnTo>
                  <a:pt x="1074978" y="0"/>
                </a:lnTo>
                <a:close/>
              </a:path>
            </a:pathLst>
          </a:custGeom>
        </p:spPr>
      </p:pic>
      <p:sp>
        <p:nvSpPr>
          <p:cNvPr id="2" name="TextBox 1">
            <a:extLst>
              <a:ext uri="{FF2B5EF4-FFF2-40B4-BE49-F238E27FC236}">
                <a16:creationId xmlns:a16="http://schemas.microsoft.com/office/drawing/2014/main" id="{8CEDCA5E-C2EF-F8F6-56E3-648CE8F431A2}"/>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204624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Headshots_4+">
    <p:bg>
      <p:bgPr>
        <a:solidFill>
          <a:srgbClr val="C7E5FF"/>
        </a:solidFill>
        <a:effectLst/>
      </p:bgPr>
    </p:bg>
    <p:spTree>
      <p:nvGrpSpPr>
        <p:cNvPr id="1" name=""/>
        <p:cNvGrpSpPr/>
        <p:nvPr/>
      </p:nvGrpSpPr>
      <p:grpSpPr>
        <a:xfrm>
          <a:off x="0" y="0"/>
          <a:ext cx="0" cy="0"/>
          <a:chOff x="0" y="0"/>
          <a:chExt cx="0" cy="0"/>
        </a:xfrm>
      </p:grpSpPr>
      <p:sp>
        <p:nvSpPr>
          <p:cNvPr id="16" name="Freeform 15">
            <a:extLst>
              <a:ext uri="{FF2B5EF4-FFF2-40B4-BE49-F238E27FC236}">
                <a16:creationId xmlns:a16="http://schemas.microsoft.com/office/drawing/2014/main" id="{F6F84891-58E3-E3BC-6B01-417278BF3E46}"/>
              </a:ext>
            </a:extLst>
          </p:cNvPr>
          <p:cNvSpPr/>
          <p:nvPr/>
        </p:nvSpPr>
        <p:spPr>
          <a:xfrm rot="522905">
            <a:off x="72440" y="-214545"/>
            <a:ext cx="12518105" cy="8001390"/>
          </a:xfrm>
          <a:custGeom>
            <a:avLst/>
            <a:gdLst>
              <a:gd name="connsiteX0" fmla="*/ 2111108 w 12518105"/>
              <a:gd name="connsiteY0" fmla="*/ 806163 h 8001390"/>
              <a:gd name="connsiteX1" fmla="*/ 7370146 w 12518105"/>
              <a:gd name="connsiteY1" fmla="*/ 0 h 8001390"/>
              <a:gd name="connsiteX2" fmla="*/ 7377144 w 12518105"/>
              <a:gd name="connsiteY2" fmla="*/ 355 h 8001390"/>
              <a:gd name="connsiteX3" fmla="*/ 9200097 w 12518105"/>
              <a:gd name="connsiteY3" fmla="*/ 190746 h 8001390"/>
              <a:gd name="connsiteX4" fmla="*/ 11811016 w 12518105"/>
              <a:gd name="connsiteY4" fmla="*/ 1858713 h 8001390"/>
              <a:gd name="connsiteX5" fmla="*/ 11878858 w 12518105"/>
              <a:gd name="connsiteY5" fmla="*/ 1983887 h 8001390"/>
              <a:gd name="connsiteX6" fmla="*/ 12518105 w 12518105"/>
              <a:gd name="connsiteY6" fmla="*/ 6154046 h 8001390"/>
              <a:gd name="connsiteX7" fmla="*/ 466875 w 12518105"/>
              <a:gd name="connsiteY7" fmla="*/ 8001390 h 8001390"/>
              <a:gd name="connsiteX8" fmla="*/ 0 w 12518105"/>
              <a:gd name="connsiteY8" fmla="*/ 4955711 h 8001390"/>
              <a:gd name="connsiteX9" fmla="*/ 42486 w 12518105"/>
              <a:gd name="connsiteY9" fmla="*/ 4475256 h 8001390"/>
              <a:gd name="connsiteX10" fmla="*/ 1137332 w 12518105"/>
              <a:gd name="connsiteY10" fmla="*/ 1574871 h 8001390"/>
              <a:gd name="connsiteX11" fmla="*/ 2014821 w 12518105"/>
              <a:gd name="connsiteY11" fmla="*/ 858369 h 8001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518105" h="8001390">
                <a:moveTo>
                  <a:pt x="2111108" y="806163"/>
                </a:moveTo>
                <a:lnTo>
                  <a:pt x="7370146" y="0"/>
                </a:lnTo>
                <a:lnTo>
                  <a:pt x="7377144" y="355"/>
                </a:lnTo>
                <a:cubicBezTo>
                  <a:pt x="8266779" y="51775"/>
                  <a:pt x="8954625" y="152666"/>
                  <a:pt x="9200097" y="190746"/>
                </a:cubicBezTo>
                <a:cubicBezTo>
                  <a:pt x="9915072" y="317055"/>
                  <a:pt x="11066161" y="555417"/>
                  <a:pt x="11811016" y="1858713"/>
                </a:cubicBezTo>
                <a:lnTo>
                  <a:pt x="11878858" y="1983887"/>
                </a:lnTo>
                <a:lnTo>
                  <a:pt x="12518105" y="6154046"/>
                </a:lnTo>
                <a:lnTo>
                  <a:pt x="466875" y="8001390"/>
                </a:lnTo>
                <a:lnTo>
                  <a:pt x="0" y="4955711"/>
                </a:lnTo>
                <a:lnTo>
                  <a:pt x="42486" y="4475256"/>
                </a:lnTo>
                <a:cubicBezTo>
                  <a:pt x="176882" y="3329722"/>
                  <a:pt x="508560" y="2276108"/>
                  <a:pt x="1137332" y="1574871"/>
                </a:cubicBezTo>
                <a:cubicBezTo>
                  <a:pt x="1382561" y="1290994"/>
                  <a:pt x="1680190" y="1054555"/>
                  <a:pt x="2014821" y="858369"/>
                </a:cubicBezTo>
                <a:close/>
              </a:path>
            </a:pathLst>
          </a:custGeom>
          <a:solidFill>
            <a:srgbClr val="DFF3FF"/>
          </a:solidFill>
          <a:ln w="66614" cap="flat">
            <a:noFill/>
            <a:prstDash val="solid"/>
            <a:miter/>
          </a:ln>
        </p:spPr>
        <p:txBody>
          <a:bodyPr wrap="square" rtlCol="0" anchor="ctr">
            <a:noAutofit/>
          </a:bodyPr>
          <a:lstStyle/>
          <a:p>
            <a:endParaRPr lang="en-US"/>
          </a:p>
        </p:txBody>
      </p:sp>
      <p:pic>
        <p:nvPicPr>
          <p:cNvPr id="11" name="Graphic 10">
            <a:extLst>
              <a:ext uri="{FF2B5EF4-FFF2-40B4-BE49-F238E27FC236}">
                <a16:creationId xmlns:a16="http://schemas.microsoft.com/office/drawing/2014/main" id="{C7DD0D76-BBBB-29F1-ED98-0F631BBF8E94}"/>
              </a:ext>
            </a:extLst>
          </p:cNvPr>
          <p:cNvPicPr>
            <a:picLocks noChangeAspect="1"/>
          </p:cNvPicPr>
          <p:nvPr userDrawn="1"/>
        </p:nvPicPr>
        <p:blipFill>
          <a:blip r:embed="rId2">
            <a:extLst>
              <a:ext uri="{96DAC541-7B7A-43D3-8B79-37D633B846F1}">
                <asvg:svgBlip xmlns:asvg="http://schemas.microsoft.com/office/drawing/2016/SVG/main" r:embed="rId3"/>
              </a:ext>
            </a:extLst>
          </a:blip>
          <a:srcRect r="414"/>
          <a:stretch>
            <a:fillRect/>
          </a:stretch>
        </p:blipFill>
        <p:spPr>
          <a:xfrm rot="21272316">
            <a:off x="-246321" y="-415308"/>
            <a:ext cx="12992681" cy="13046694"/>
          </a:xfrm>
          <a:custGeom>
            <a:avLst/>
            <a:gdLst>
              <a:gd name="connsiteX0" fmla="*/ 0 w 12992681"/>
              <a:gd name="connsiteY0" fmla="*/ 12796524 h 13046694"/>
              <a:gd name="connsiteX1" fmla="*/ 2616587 w 12992681"/>
              <a:gd name="connsiteY1" fmla="*/ 13046694 h 13046694"/>
              <a:gd name="connsiteX2" fmla="*/ 0 w 12992681"/>
              <a:gd name="connsiteY2" fmla="*/ 13046694 h 13046694"/>
              <a:gd name="connsiteX3" fmla="*/ 2443841 w 12992681"/>
              <a:gd name="connsiteY3" fmla="*/ 0 h 13046694"/>
              <a:gd name="connsiteX4" fmla="*/ 12992681 w 12992681"/>
              <a:gd name="connsiteY4" fmla="*/ 1008566 h 13046694"/>
              <a:gd name="connsiteX5" fmla="*/ 12339493 w 12992681"/>
              <a:gd name="connsiteY5" fmla="*/ 7840426 h 13046694"/>
              <a:gd name="connsiteX6" fmla="*/ 202839 w 12992681"/>
              <a:gd name="connsiteY6" fmla="*/ 6680051 h 13046694"/>
              <a:gd name="connsiteX7" fmla="*/ 841513 w 12992681"/>
              <a:gd name="connsiteY7" fmla="*/ 0 h 13046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92681" h="13046694">
                <a:moveTo>
                  <a:pt x="0" y="12796524"/>
                </a:moveTo>
                <a:lnTo>
                  <a:pt x="2616587" y="13046694"/>
                </a:lnTo>
                <a:lnTo>
                  <a:pt x="0" y="13046694"/>
                </a:lnTo>
                <a:close/>
                <a:moveTo>
                  <a:pt x="2443841" y="0"/>
                </a:moveTo>
                <a:lnTo>
                  <a:pt x="12992681" y="1008566"/>
                </a:lnTo>
                <a:lnTo>
                  <a:pt x="12339493" y="7840426"/>
                </a:lnTo>
                <a:lnTo>
                  <a:pt x="202839" y="6680051"/>
                </a:lnTo>
                <a:lnTo>
                  <a:pt x="841513" y="0"/>
                </a:lnTo>
                <a:close/>
              </a:path>
            </a:pathLst>
          </a:custGeom>
        </p:spPr>
      </p:pic>
      <p:sp>
        <p:nvSpPr>
          <p:cNvPr id="5" name="Picture Placeholder 4">
            <a:extLst>
              <a:ext uri="{FF2B5EF4-FFF2-40B4-BE49-F238E27FC236}">
                <a16:creationId xmlns:a16="http://schemas.microsoft.com/office/drawing/2014/main" id="{E11C5EF6-5871-6EBD-E658-421626A9DDAC}"/>
              </a:ext>
            </a:extLst>
          </p:cNvPr>
          <p:cNvSpPr>
            <a:spLocks noGrp="1"/>
          </p:cNvSpPr>
          <p:nvPr>
            <p:ph type="pic" sz="quarter" idx="36"/>
          </p:nvPr>
        </p:nvSpPr>
        <p:spPr>
          <a:xfrm>
            <a:off x="1281097" y="1177926"/>
            <a:ext cx="1396149" cy="1396149"/>
          </a:xfrm>
          <a:prstGeom prst="ellipse">
            <a:avLst/>
          </a:prstGeom>
          <a:solidFill>
            <a:schemeClr val="bg2"/>
          </a:solidFill>
        </p:spPr>
        <p:txBody>
          <a:bodyPr wrap="square" anchor="ctr">
            <a:noAutofit/>
          </a:bodyPr>
          <a:lstStyle>
            <a:lvl1pPr algn="ctr">
              <a:defRPr sz="1400">
                <a:solidFill>
                  <a:schemeClr val="tx1"/>
                </a:solidFill>
              </a:defRPr>
            </a:lvl1pPr>
          </a:lstStyle>
          <a:p>
            <a:r>
              <a:rPr lang="en-US"/>
              <a:t>Click icon to add picture</a:t>
            </a:r>
          </a:p>
        </p:txBody>
      </p:sp>
      <p:sp>
        <p:nvSpPr>
          <p:cNvPr id="35" name="Picture Placeholder 34">
            <a:extLst>
              <a:ext uri="{FF2B5EF4-FFF2-40B4-BE49-F238E27FC236}">
                <a16:creationId xmlns:a16="http://schemas.microsoft.com/office/drawing/2014/main" id="{0786831E-0EBE-DDB2-29E5-18D345F2790F}"/>
              </a:ext>
            </a:extLst>
          </p:cNvPr>
          <p:cNvSpPr>
            <a:spLocks noGrp="1"/>
          </p:cNvSpPr>
          <p:nvPr>
            <p:ph type="pic" sz="quarter" idx="37"/>
          </p:nvPr>
        </p:nvSpPr>
        <p:spPr>
          <a:xfrm>
            <a:off x="4021394" y="1177926"/>
            <a:ext cx="1396149" cy="1396149"/>
          </a:xfrm>
          <a:prstGeom prst="ellipse">
            <a:avLst/>
          </a:prstGeom>
          <a:solidFill>
            <a:schemeClr val="bg2"/>
          </a:solidFill>
        </p:spPr>
        <p:txBody>
          <a:bodyPr wrap="square" anchor="ctr">
            <a:noAutofit/>
          </a:bodyPr>
          <a:lstStyle>
            <a:lvl1pPr algn="ctr">
              <a:defRPr sz="1400">
                <a:solidFill>
                  <a:schemeClr val="tx1"/>
                </a:solidFill>
              </a:defRPr>
            </a:lvl1pPr>
          </a:lstStyle>
          <a:p>
            <a:r>
              <a:rPr lang="en-US"/>
              <a:t>Click icon to add picture</a:t>
            </a:r>
          </a:p>
        </p:txBody>
      </p:sp>
      <p:sp>
        <p:nvSpPr>
          <p:cNvPr id="41" name="Picture Placeholder 40">
            <a:extLst>
              <a:ext uri="{FF2B5EF4-FFF2-40B4-BE49-F238E27FC236}">
                <a16:creationId xmlns:a16="http://schemas.microsoft.com/office/drawing/2014/main" id="{B227226F-7F73-B784-CC53-97FA1B6769F1}"/>
              </a:ext>
            </a:extLst>
          </p:cNvPr>
          <p:cNvSpPr>
            <a:spLocks noGrp="1"/>
          </p:cNvSpPr>
          <p:nvPr>
            <p:ph type="pic" sz="quarter" idx="38"/>
          </p:nvPr>
        </p:nvSpPr>
        <p:spPr>
          <a:xfrm>
            <a:off x="6765599" y="1177926"/>
            <a:ext cx="1396149" cy="1396149"/>
          </a:xfrm>
          <a:prstGeom prst="ellipse">
            <a:avLst/>
          </a:prstGeom>
          <a:solidFill>
            <a:schemeClr val="bg2"/>
          </a:solidFill>
        </p:spPr>
        <p:txBody>
          <a:bodyPr wrap="square" anchor="ctr">
            <a:noAutofit/>
          </a:bodyPr>
          <a:lstStyle>
            <a:lvl1pPr algn="ctr">
              <a:defRPr sz="1400">
                <a:solidFill>
                  <a:schemeClr val="tx1"/>
                </a:solidFill>
              </a:defRPr>
            </a:lvl1pPr>
          </a:lstStyle>
          <a:p>
            <a:r>
              <a:rPr lang="en-US"/>
              <a:t>Click icon to add picture</a:t>
            </a:r>
          </a:p>
        </p:txBody>
      </p:sp>
      <p:sp>
        <p:nvSpPr>
          <p:cNvPr id="10" name="Picture Placeholder 40">
            <a:extLst>
              <a:ext uri="{FF2B5EF4-FFF2-40B4-BE49-F238E27FC236}">
                <a16:creationId xmlns:a16="http://schemas.microsoft.com/office/drawing/2014/main" id="{72531428-F076-0B05-0A1D-EBD6FD16E362}"/>
              </a:ext>
            </a:extLst>
          </p:cNvPr>
          <p:cNvSpPr>
            <a:spLocks noGrp="1"/>
          </p:cNvSpPr>
          <p:nvPr>
            <p:ph type="pic" sz="quarter" idx="45"/>
          </p:nvPr>
        </p:nvSpPr>
        <p:spPr>
          <a:xfrm>
            <a:off x="9508306" y="1163816"/>
            <a:ext cx="1396149" cy="1396149"/>
          </a:xfrm>
          <a:prstGeom prst="ellipse">
            <a:avLst/>
          </a:prstGeom>
          <a:solidFill>
            <a:schemeClr val="bg2"/>
          </a:solidFill>
        </p:spPr>
        <p:txBody>
          <a:bodyPr wrap="square" anchor="ctr">
            <a:noAutofit/>
          </a:bodyPr>
          <a:lstStyle>
            <a:lvl1pPr algn="ctr">
              <a:defRPr sz="1400">
                <a:solidFill>
                  <a:schemeClr val="tx1"/>
                </a:solidFill>
              </a:defRPr>
            </a:lvl1pPr>
          </a:lstStyle>
          <a:p>
            <a:r>
              <a:rPr lang="en-US"/>
              <a:t>Click icon to add picture</a:t>
            </a:r>
          </a:p>
        </p:txBody>
      </p:sp>
      <p:sp>
        <p:nvSpPr>
          <p:cNvPr id="88" name="Picture Placeholder 34">
            <a:extLst>
              <a:ext uri="{FF2B5EF4-FFF2-40B4-BE49-F238E27FC236}">
                <a16:creationId xmlns:a16="http://schemas.microsoft.com/office/drawing/2014/main" id="{0E8BC7C1-39B0-A436-4460-9B01456F5165}"/>
              </a:ext>
            </a:extLst>
          </p:cNvPr>
          <p:cNvSpPr>
            <a:spLocks noGrp="1"/>
          </p:cNvSpPr>
          <p:nvPr>
            <p:ph type="pic" sz="quarter" idx="51"/>
          </p:nvPr>
        </p:nvSpPr>
        <p:spPr>
          <a:xfrm>
            <a:off x="4031760" y="3723781"/>
            <a:ext cx="1396149" cy="1396149"/>
          </a:xfrm>
          <a:prstGeom prst="ellipse">
            <a:avLst/>
          </a:prstGeom>
          <a:solidFill>
            <a:schemeClr val="bg2"/>
          </a:solidFill>
        </p:spPr>
        <p:txBody>
          <a:bodyPr wrap="square" anchor="ctr">
            <a:noAutofit/>
          </a:bodyPr>
          <a:lstStyle>
            <a:lvl1pPr algn="ctr">
              <a:defRPr sz="1400">
                <a:solidFill>
                  <a:schemeClr val="tx1"/>
                </a:solidFill>
              </a:defRPr>
            </a:lvl1pPr>
          </a:lstStyle>
          <a:p>
            <a:r>
              <a:rPr lang="en-US"/>
              <a:t>Click icon to add picture</a:t>
            </a:r>
          </a:p>
        </p:txBody>
      </p:sp>
      <p:sp>
        <p:nvSpPr>
          <p:cNvPr id="89" name="Picture Placeholder 40">
            <a:extLst>
              <a:ext uri="{FF2B5EF4-FFF2-40B4-BE49-F238E27FC236}">
                <a16:creationId xmlns:a16="http://schemas.microsoft.com/office/drawing/2014/main" id="{82DB77EA-0537-B073-4B4A-A2235EF37ED1}"/>
              </a:ext>
            </a:extLst>
          </p:cNvPr>
          <p:cNvSpPr>
            <a:spLocks noGrp="1"/>
          </p:cNvSpPr>
          <p:nvPr>
            <p:ph type="pic" sz="quarter" idx="52"/>
          </p:nvPr>
        </p:nvSpPr>
        <p:spPr>
          <a:xfrm>
            <a:off x="6789827" y="3723781"/>
            <a:ext cx="1396149" cy="1396149"/>
          </a:xfrm>
          <a:prstGeom prst="ellipse">
            <a:avLst/>
          </a:prstGeom>
          <a:solidFill>
            <a:schemeClr val="bg2"/>
          </a:solidFill>
        </p:spPr>
        <p:txBody>
          <a:bodyPr wrap="square" anchor="ctr">
            <a:noAutofit/>
          </a:bodyPr>
          <a:lstStyle>
            <a:lvl1pPr algn="ctr">
              <a:defRPr sz="1400">
                <a:solidFill>
                  <a:schemeClr val="tx1"/>
                </a:solidFill>
              </a:defRPr>
            </a:lvl1pPr>
          </a:lstStyle>
          <a:p>
            <a:r>
              <a:rPr lang="en-US"/>
              <a:t>Click icon to add picture</a:t>
            </a:r>
          </a:p>
        </p:txBody>
      </p:sp>
      <p:sp>
        <p:nvSpPr>
          <p:cNvPr id="19" name="Picture Placeholder 40">
            <a:extLst>
              <a:ext uri="{FF2B5EF4-FFF2-40B4-BE49-F238E27FC236}">
                <a16:creationId xmlns:a16="http://schemas.microsoft.com/office/drawing/2014/main" id="{37B8BD16-614E-4FCC-C209-B203986F2247}"/>
              </a:ext>
            </a:extLst>
          </p:cNvPr>
          <p:cNvSpPr>
            <a:spLocks noGrp="1"/>
          </p:cNvSpPr>
          <p:nvPr>
            <p:ph type="pic" sz="quarter" idx="60"/>
          </p:nvPr>
        </p:nvSpPr>
        <p:spPr>
          <a:xfrm>
            <a:off x="9526588" y="3727650"/>
            <a:ext cx="1396149" cy="1396149"/>
          </a:xfrm>
          <a:prstGeom prst="ellipse">
            <a:avLst/>
          </a:prstGeom>
          <a:solidFill>
            <a:schemeClr val="bg2"/>
          </a:solidFill>
        </p:spPr>
        <p:txBody>
          <a:bodyPr wrap="square" anchor="ctr">
            <a:noAutofit/>
          </a:bodyPr>
          <a:lstStyle>
            <a:lvl1pPr algn="ctr">
              <a:defRPr sz="1400">
                <a:solidFill>
                  <a:schemeClr val="tx1"/>
                </a:solidFill>
              </a:defRPr>
            </a:lvl1pPr>
          </a:lstStyle>
          <a:p>
            <a:r>
              <a:rPr lang="en-US"/>
              <a:t>Click icon to add picture</a:t>
            </a:r>
          </a:p>
        </p:txBody>
      </p:sp>
      <p:sp>
        <p:nvSpPr>
          <p:cNvPr id="21" name="Picture Placeholder 34">
            <a:extLst>
              <a:ext uri="{FF2B5EF4-FFF2-40B4-BE49-F238E27FC236}">
                <a16:creationId xmlns:a16="http://schemas.microsoft.com/office/drawing/2014/main" id="{832AA58F-CA1A-2A36-3592-4D42F3BA8351}"/>
              </a:ext>
            </a:extLst>
          </p:cNvPr>
          <p:cNvSpPr>
            <a:spLocks noGrp="1"/>
          </p:cNvSpPr>
          <p:nvPr>
            <p:ph type="pic" sz="quarter" idx="61"/>
          </p:nvPr>
        </p:nvSpPr>
        <p:spPr>
          <a:xfrm>
            <a:off x="1294999" y="3723781"/>
            <a:ext cx="1396149" cy="1396149"/>
          </a:xfrm>
          <a:prstGeom prst="ellipse">
            <a:avLst/>
          </a:prstGeom>
          <a:solidFill>
            <a:schemeClr val="bg2"/>
          </a:solidFill>
        </p:spPr>
        <p:txBody>
          <a:bodyPr wrap="square" anchor="ctr">
            <a:noAutofit/>
          </a:bodyPr>
          <a:lstStyle>
            <a:lvl1pPr algn="ctr">
              <a:defRPr sz="1400">
                <a:solidFill>
                  <a:schemeClr val="tx1"/>
                </a:solidFill>
              </a:defRPr>
            </a:lvl1pPr>
          </a:lstStyle>
          <a:p>
            <a:r>
              <a:rPr lang="en-US"/>
              <a:t>Click icon to add picture</a:t>
            </a:r>
          </a:p>
        </p:txBody>
      </p:sp>
      <p:sp>
        <p:nvSpPr>
          <p:cNvPr id="37" name="Text Placeholder 33">
            <a:extLst>
              <a:ext uri="{FF2B5EF4-FFF2-40B4-BE49-F238E27FC236}">
                <a16:creationId xmlns:a16="http://schemas.microsoft.com/office/drawing/2014/main" id="{6F478386-E853-3A37-41AA-49FC4FF0E42E}"/>
              </a:ext>
            </a:extLst>
          </p:cNvPr>
          <p:cNvSpPr>
            <a:spLocks noGrp="1"/>
          </p:cNvSpPr>
          <p:nvPr>
            <p:ph type="body" sz="quarter" idx="68" hasCustomPrompt="1"/>
          </p:nvPr>
        </p:nvSpPr>
        <p:spPr>
          <a:xfrm>
            <a:off x="719269" y="2645016"/>
            <a:ext cx="2531628" cy="376443"/>
          </a:xfrm>
        </p:spPr>
        <p:txBody>
          <a:bodyPr/>
          <a:lstStyle>
            <a:lvl1pPr algn="ctr">
              <a:defRPr sz="2000">
                <a:latin typeface="+mj-lt"/>
              </a:defRPr>
            </a:lvl1pPr>
          </a:lstStyle>
          <a:p>
            <a:pPr lvl="0"/>
            <a:r>
              <a:rPr lang="en-US"/>
              <a:t>Insert name</a:t>
            </a:r>
          </a:p>
        </p:txBody>
      </p:sp>
      <p:sp>
        <p:nvSpPr>
          <p:cNvPr id="38" name="Text Placeholder 33">
            <a:extLst>
              <a:ext uri="{FF2B5EF4-FFF2-40B4-BE49-F238E27FC236}">
                <a16:creationId xmlns:a16="http://schemas.microsoft.com/office/drawing/2014/main" id="{2574D358-D284-6175-C954-F129C00F3B7E}"/>
              </a:ext>
            </a:extLst>
          </p:cNvPr>
          <p:cNvSpPr>
            <a:spLocks noGrp="1"/>
          </p:cNvSpPr>
          <p:nvPr>
            <p:ph type="body" sz="quarter" idx="69" hasCustomPrompt="1"/>
          </p:nvPr>
        </p:nvSpPr>
        <p:spPr>
          <a:xfrm>
            <a:off x="719269" y="2988642"/>
            <a:ext cx="2531628" cy="376443"/>
          </a:xfrm>
        </p:spPr>
        <p:txBody>
          <a:bodyPr/>
          <a:lstStyle>
            <a:lvl1pPr algn="ctr">
              <a:defRPr sz="1400">
                <a:latin typeface="+mn-lt"/>
              </a:defRPr>
            </a:lvl1pPr>
          </a:lstStyle>
          <a:p>
            <a:pPr lvl="0"/>
            <a:r>
              <a:rPr lang="en-US"/>
              <a:t>Insert title</a:t>
            </a:r>
          </a:p>
        </p:txBody>
      </p:sp>
      <p:sp>
        <p:nvSpPr>
          <p:cNvPr id="39" name="Text Placeholder 33">
            <a:extLst>
              <a:ext uri="{FF2B5EF4-FFF2-40B4-BE49-F238E27FC236}">
                <a16:creationId xmlns:a16="http://schemas.microsoft.com/office/drawing/2014/main" id="{D8D3D336-0051-889C-F070-71EDC5E8D586}"/>
              </a:ext>
            </a:extLst>
          </p:cNvPr>
          <p:cNvSpPr>
            <a:spLocks noGrp="1"/>
          </p:cNvSpPr>
          <p:nvPr>
            <p:ph type="body" sz="quarter" idx="70" hasCustomPrompt="1"/>
          </p:nvPr>
        </p:nvSpPr>
        <p:spPr>
          <a:xfrm>
            <a:off x="3445904" y="2645016"/>
            <a:ext cx="2531628" cy="376443"/>
          </a:xfrm>
        </p:spPr>
        <p:txBody>
          <a:bodyPr/>
          <a:lstStyle>
            <a:lvl1pPr algn="ctr">
              <a:defRPr sz="2000">
                <a:latin typeface="+mj-lt"/>
              </a:defRPr>
            </a:lvl1pPr>
          </a:lstStyle>
          <a:p>
            <a:pPr lvl="0"/>
            <a:r>
              <a:rPr lang="en-US"/>
              <a:t>Insert name</a:t>
            </a:r>
          </a:p>
        </p:txBody>
      </p:sp>
      <p:sp>
        <p:nvSpPr>
          <p:cNvPr id="40" name="Text Placeholder 33">
            <a:extLst>
              <a:ext uri="{FF2B5EF4-FFF2-40B4-BE49-F238E27FC236}">
                <a16:creationId xmlns:a16="http://schemas.microsoft.com/office/drawing/2014/main" id="{2BBB948C-56E7-4816-B90A-FA77A99520D7}"/>
              </a:ext>
            </a:extLst>
          </p:cNvPr>
          <p:cNvSpPr>
            <a:spLocks noGrp="1"/>
          </p:cNvSpPr>
          <p:nvPr>
            <p:ph type="body" sz="quarter" idx="71" hasCustomPrompt="1"/>
          </p:nvPr>
        </p:nvSpPr>
        <p:spPr>
          <a:xfrm>
            <a:off x="3445904" y="2988642"/>
            <a:ext cx="2531628" cy="376443"/>
          </a:xfrm>
        </p:spPr>
        <p:txBody>
          <a:bodyPr/>
          <a:lstStyle>
            <a:lvl1pPr marL="0" marR="0" indent="0" algn="ctr" defTabSz="914400" rtl="0" eaLnBrk="1" fontAlgn="auto" latinLnBrk="0" hangingPunct="1">
              <a:lnSpc>
                <a:spcPct val="100000"/>
              </a:lnSpc>
              <a:spcBef>
                <a:spcPts val="0"/>
              </a:spcBef>
              <a:spcAft>
                <a:spcPts val="600"/>
              </a:spcAft>
              <a:buClrTx/>
              <a:buSzTx/>
              <a:buFont typeface="Arial"/>
              <a:buNone/>
              <a:tabLst/>
              <a:defRPr sz="1400">
                <a:latin typeface="+mn-lt"/>
              </a:defRPr>
            </a:lvl1pPr>
          </a:lstStyle>
          <a:p>
            <a:pPr marL="0" marR="0" lvl="0" indent="0" algn="ctr" defTabSz="914400" rtl="0" eaLnBrk="1" fontAlgn="auto" latinLnBrk="0" hangingPunct="1">
              <a:lnSpc>
                <a:spcPct val="100000"/>
              </a:lnSpc>
              <a:spcBef>
                <a:spcPts val="0"/>
              </a:spcBef>
              <a:spcAft>
                <a:spcPts val="600"/>
              </a:spcAft>
              <a:buClrTx/>
              <a:buSzTx/>
              <a:buFont typeface="Arial"/>
              <a:buNone/>
              <a:tabLst/>
              <a:defRPr/>
            </a:pPr>
            <a:r>
              <a:rPr lang="en-US" err="1"/>
              <a:t>IInsert</a:t>
            </a:r>
            <a:r>
              <a:rPr lang="en-US"/>
              <a:t> title</a:t>
            </a:r>
          </a:p>
          <a:p>
            <a:pPr lvl="0"/>
            <a:endParaRPr lang="en-US"/>
          </a:p>
        </p:txBody>
      </p:sp>
      <p:sp>
        <p:nvSpPr>
          <p:cNvPr id="42" name="Text Placeholder 33">
            <a:extLst>
              <a:ext uri="{FF2B5EF4-FFF2-40B4-BE49-F238E27FC236}">
                <a16:creationId xmlns:a16="http://schemas.microsoft.com/office/drawing/2014/main" id="{A78EEB62-8432-B64B-A2AC-6959F810542A}"/>
              </a:ext>
            </a:extLst>
          </p:cNvPr>
          <p:cNvSpPr>
            <a:spLocks noGrp="1"/>
          </p:cNvSpPr>
          <p:nvPr>
            <p:ph type="body" sz="quarter" idx="72" hasCustomPrompt="1"/>
          </p:nvPr>
        </p:nvSpPr>
        <p:spPr>
          <a:xfrm>
            <a:off x="6214470" y="2645016"/>
            <a:ext cx="2531628" cy="376443"/>
          </a:xfrm>
        </p:spPr>
        <p:txBody>
          <a:bodyPr/>
          <a:lstStyle>
            <a:lvl1pPr algn="ctr">
              <a:defRPr sz="2000">
                <a:latin typeface="+mj-lt"/>
              </a:defRPr>
            </a:lvl1pPr>
          </a:lstStyle>
          <a:p>
            <a:pPr lvl="0"/>
            <a:r>
              <a:rPr lang="en-US"/>
              <a:t>Insert name</a:t>
            </a:r>
          </a:p>
        </p:txBody>
      </p:sp>
      <p:sp>
        <p:nvSpPr>
          <p:cNvPr id="44" name="Text Placeholder 33">
            <a:extLst>
              <a:ext uri="{FF2B5EF4-FFF2-40B4-BE49-F238E27FC236}">
                <a16:creationId xmlns:a16="http://schemas.microsoft.com/office/drawing/2014/main" id="{1D200BEF-280E-F591-03D3-F3EDCE5F7F02}"/>
              </a:ext>
            </a:extLst>
          </p:cNvPr>
          <p:cNvSpPr>
            <a:spLocks noGrp="1"/>
          </p:cNvSpPr>
          <p:nvPr>
            <p:ph type="body" sz="quarter" idx="73" hasCustomPrompt="1"/>
          </p:nvPr>
        </p:nvSpPr>
        <p:spPr>
          <a:xfrm>
            <a:off x="6214470" y="2988642"/>
            <a:ext cx="2531628" cy="376443"/>
          </a:xfrm>
        </p:spPr>
        <p:txBody>
          <a:bodyPr/>
          <a:lstStyle>
            <a:lvl1pPr algn="ctr">
              <a:defRPr sz="1400">
                <a:latin typeface="+mn-lt"/>
              </a:defRPr>
            </a:lvl1pPr>
          </a:lstStyle>
          <a:p>
            <a:pPr lvl="0"/>
            <a:r>
              <a:rPr lang="en-US"/>
              <a:t>Insert title</a:t>
            </a:r>
          </a:p>
        </p:txBody>
      </p:sp>
      <p:sp>
        <p:nvSpPr>
          <p:cNvPr id="46" name="Text Placeholder 33">
            <a:extLst>
              <a:ext uri="{FF2B5EF4-FFF2-40B4-BE49-F238E27FC236}">
                <a16:creationId xmlns:a16="http://schemas.microsoft.com/office/drawing/2014/main" id="{3924F1FF-781F-626E-A6AE-438858877BD3}"/>
              </a:ext>
            </a:extLst>
          </p:cNvPr>
          <p:cNvSpPr>
            <a:spLocks noGrp="1"/>
          </p:cNvSpPr>
          <p:nvPr>
            <p:ph type="body" sz="quarter" idx="74" hasCustomPrompt="1"/>
          </p:nvPr>
        </p:nvSpPr>
        <p:spPr>
          <a:xfrm>
            <a:off x="8941105" y="2645016"/>
            <a:ext cx="2531628" cy="376443"/>
          </a:xfrm>
        </p:spPr>
        <p:txBody>
          <a:bodyPr/>
          <a:lstStyle>
            <a:lvl1pPr algn="ctr">
              <a:defRPr sz="2000">
                <a:latin typeface="+mj-lt"/>
              </a:defRPr>
            </a:lvl1pPr>
          </a:lstStyle>
          <a:p>
            <a:pPr lvl="0"/>
            <a:r>
              <a:rPr lang="en-US"/>
              <a:t>Insert name</a:t>
            </a:r>
          </a:p>
        </p:txBody>
      </p:sp>
      <p:sp>
        <p:nvSpPr>
          <p:cNvPr id="47" name="Text Placeholder 33">
            <a:extLst>
              <a:ext uri="{FF2B5EF4-FFF2-40B4-BE49-F238E27FC236}">
                <a16:creationId xmlns:a16="http://schemas.microsoft.com/office/drawing/2014/main" id="{E6FCAB45-8A6A-7276-0F92-6B473D184256}"/>
              </a:ext>
            </a:extLst>
          </p:cNvPr>
          <p:cNvSpPr>
            <a:spLocks noGrp="1"/>
          </p:cNvSpPr>
          <p:nvPr>
            <p:ph type="body" sz="quarter" idx="75" hasCustomPrompt="1"/>
          </p:nvPr>
        </p:nvSpPr>
        <p:spPr>
          <a:xfrm>
            <a:off x="8941105" y="2988642"/>
            <a:ext cx="2531628" cy="376443"/>
          </a:xfrm>
        </p:spPr>
        <p:txBody>
          <a:bodyPr/>
          <a:lstStyle>
            <a:lvl1pPr algn="ctr">
              <a:defRPr sz="1400">
                <a:latin typeface="+mn-lt"/>
              </a:defRPr>
            </a:lvl1pPr>
          </a:lstStyle>
          <a:p>
            <a:pPr lvl="0"/>
            <a:r>
              <a:rPr lang="en-US"/>
              <a:t>Insert title</a:t>
            </a:r>
          </a:p>
        </p:txBody>
      </p:sp>
      <p:sp>
        <p:nvSpPr>
          <p:cNvPr id="48" name="Text Placeholder 33">
            <a:extLst>
              <a:ext uri="{FF2B5EF4-FFF2-40B4-BE49-F238E27FC236}">
                <a16:creationId xmlns:a16="http://schemas.microsoft.com/office/drawing/2014/main" id="{0BDB1C5C-8804-DA8E-5662-6B390A60EB8B}"/>
              </a:ext>
            </a:extLst>
          </p:cNvPr>
          <p:cNvSpPr>
            <a:spLocks noGrp="1"/>
          </p:cNvSpPr>
          <p:nvPr>
            <p:ph type="body" sz="quarter" idx="76" hasCustomPrompt="1"/>
          </p:nvPr>
        </p:nvSpPr>
        <p:spPr>
          <a:xfrm>
            <a:off x="719267" y="5202092"/>
            <a:ext cx="2531628" cy="376443"/>
          </a:xfrm>
        </p:spPr>
        <p:txBody>
          <a:bodyPr/>
          <a:lstStyle>
            <a:lvl1pPr algn="ctr">
              <a:defRPr sz="2000">
                <a:latin typeface="+mj-lt"/>
              </a:defRPr>
            </a:lvl1pPr>
          </a:lstStyle>
          <a:p>
            <a:pPr lvl="0"/>
            <a:r>
              <a:rPr lang="en-US"/>
              <a:t>Insert name</a:t>
            </a:r>
          </a:p>
        </p:txBody>
      </p:sp>
      <p:sp>
        <p:nvSpPr>
          <p:cNvPr id="49" name="Text Placeholder 33">
            <a:extLst>
              <a:ext uri="{FF2B5EF4-FFF2-40B4-BE49-F238E27FC236}">
                <a16:creationId xmlns:a16="http://schemas.microsoft.com/office/drawing/2014/main" id="{9E44859D-41A9-91A8-C195-E3C2D43B3DD9}"/>
              </a:ext>
            </a:extLst>
          </p:cNvPr>
          <p:cNvSpPr>
            <a:spLocks noGrp="1"/>
          </p:cNvSpPr>
          <p:nvPr>
            <p:ph type="body" sz="quarter" idx="77" hasCustomPrompt="1"/>
          </p:nvPr>
        </p:nvSpPr>
        <p:spPr>
          <a:xfrm>
            <a:off x="719267" y="5545718"/>
            <a:ext cx="2531628" cy="376443"/>
          </a:xfrm>
        </p:spPr>
        <p:txBody>
          <a:bodyPr/>
          <a:lstStyle>
            <a:lvl1pPr algn="ctr">
              <a:defRPr sz="1400">
                <a:latin typeface="+mn-lt"/>
              </a:defRPr>
            </a:lvl1pPr>
          </a:lstStyle>
          <a:p>
            <a:pPr lvl="0"/>
            <a:r>
              <a:rPr lang="en-US"/>
              <a:t>Insert title</a:t>
            </a:r>
          </a:p>
        </p:txBody>
      </p:sp>
      <p:sp>
        <p:nvSpPr>
          <p:cNvPr id="50" name="Text Placeholder 33">
            <a:extLst>
              <a:ext uri="{FF2B5EF4-FFF2-40B4-BE49-F238E27FC236}">
                <a16:creationId xmlns:a16="http://schemas.microsoft.com/office/drawing/2014/main" id="{03CC1604-2433-C15E-03FA-EB8484FCB9A5}"/>
              </a:ext>
            </a:extLst>
          </p:cNvPr>
          <p:cNvSpPr>
            <a:spLocks noGrp="1"/>
          </p:cNvSpPr>
          <p:nvPr>
            <p:ph type="body" sz="quarter" idx="78" hasCustomPrompt="1"/>
          </p:nvPr>
        </p:nvSpPr>
        <p:spPr>
          <a:xfrm>
            <a:off x="3445902" y="5202092"/>
            <a:ext cx="2531628" cy="376443"/>
          </a:xfrm>
        </p:spPr>
        <p:txBody>
          <a:bodyPr/>
          <a:lstStyle>
            <a:lvl1pPr algn="ctr">
              <a:defRPr sz="2000">
                <a:latin typeface="+mj-lt"/>
              </a:defRPr>
            </a:lvl1pPr>
          </a:lstStyle>
          <a:p>
            <a:pPr lvl="0"/>
            <a:r>
              <a:rPr lang="en-US"/>
              <a:t>Insert name</a:t>
            </a:r>
          </a:p>
        </p:txBody>
      </p:sp>
      <p:sp>
        <p:nvSpPr>
          <p:cNvPr id="51" name="Text Placeholder 33">
            <a:extLst>
              <a:ext uri="{FF2B5EF4-FFF2-40B4-BE49-F238E27FC236}">
                <a16:creationId xmlns:a16="http://schemas.microsoft.com/office/drawing/2014/main" id="{874D3ACD-238E-98F5-7905-0489BB4EB13F}"/>
              </a:ext>
            </a:extLst>
          </p:cNvPr>
          <p:cNvSpPr>
            <a:spLocks noGrp="1"/>
          </p:cNvSpPr>
          <p:nvPr>
            <p:ph type="body" sz="quarter" idx="79" hasCustomPrompt="1"/>
          </p:nvPr>
        </p:nvSpPr>
        <p:spPr>
          <a:xfrm>
            <a:off x="3445902" y="5545718"/>
            <a:ext cx="2531628" cy="376443"/>
          </a:xfrm>
        </p:spPr>
        <p:txBody>
          <a:bodyPr/>
          <a:lstStyle>
            <a:lvl1pPr algn="ctr">
              <a:defRPr sz="1400">
                <a:latin typeface="+mn-lt"/>
              </a:defRPr>
            </a:lvl1pPr>
          </a:lstStyle>
          <a:p>
            <a:pPr lvl="0"/>
            <a:r>
              <a:rPr lang="en-US"/>
              <a:t>Insert title</a:t>
            </a:r>
          </a:p>
        </p:txBody>
      </p:sp>
      <p:sp>
        <p:nvSpPr>
          <p:cNvPr id="52" name="Text Placeholder 33">
            <a:extLst>
              <a:ext uri="{FF2B5EF4-FFF2-40B4-BE49-F238E27FC236}">
                <a16:creationId xmlns:a16="http://schemas.microsoft.com/office/drawing/2014/main" id="{3C8E8890-F8A2-5F14-2946-A9B4EE35478A}"/>
              </a:ext>
            </a:extLst>
          </p:cNvPr>
          <p:cNvSpPr>
            <a:spLocks noGrp="1"/>
          </p:cNvSpPr>
          <p:nvPr>
            <p:ph type="body" sz="quarter" idx="80" hasCustomPrompt="1"/>
          </p:nvPr>
        </p:nvSpPr>
        <p:spPr>
          <a:xfrm>
            <a:off x="6214468" y="5202092"/>
            <a:ext cx="2531628" cy="376443"/>
          </a:xfrm>
        </p:spPr>
        <p:txBody>
          <a:bodyPr/>
          <a:lstStyle>
            <a:lvl1pPr algn="ctr">
              <a:defRPr sz="2000">
                <a:latin typeface="+mj-lt"/>
              </a:defRPr>
            </a:lvl1pPr>
          </a:lstStyle>
          <a:p>
            <a:pPr lvl="0"/>
            <a:r>
              <a:rPr lang="en-US"/>
              <a:t>Insert name</a:t>
            </a:r>
          </a:p>
        </p:txBody>
      </p:sp>
      <p:sp>
        <p:nvSpPr>
          <p:cNvPr id="53" name="Text Placeholder 33">
            <a:extLst>
              <a:ext uri="{FF2B5EF4-FFF2-40B4-BE49-F238E27FC236}">
                <a16:creationId xmlns:a16="http://schemas.microsoft.com/office/drawing/2014/main" id="{F07637DE-DA6D-8879-CB33-677ED7F276D7}"/>
              </a:ext>
            </a:extLst>
          </p:cNvPr>
          <p:cNvSpPr>
            <a:spLocks noGrp="1"/>
          </p:cNvSpPr>
          <p:nvPr>
            <p:ph type="body" sz="quarter" idx="81" hasCustomPrompt="1"/>
          </p:nvPr>
        </p:nvSpPr>
        <p:spPr>
          <a:xfrm>
            <a:off x="6214468" y="5545718"/>
            <a:ext cx="2531628" cy="376443"/>
          </a:xfrm>
        </p:spPr>
        <p:txBody>
          <a:bodyPr/>
          <a:lstStyle>
            <a:lvl1pPr algn="ctr">
              <a:defRPr sz="1400">
                <a:latin typeface="+mn-lt"/>
              </a:defRPr>
            </a:lvl1pPr>
          </a:lstStyle>
          <a:p>
            <a:pPr lvl="0"/>
            <a:r>
              <a:rPr lang="en-US"/>
              <a:t>Insert title</a:t>
            </a:r>
          </a:p>
        </p:txBody>
      </p:sp>
      <p:sp>
        <p:nvSpPr>
          <p:cNvPr id="54" name="Text Placeholder 33">
            <a:extLst>
              <a:ext uri="{FF2B5EF4-FFF2-40B4-BE49-F238E27FC236}">
                <a16:creationId xmlns:a16="http://schemas.microsoft.com/office/drawing/2014/main" id="{9F08856B-9414-9B26-FAB2-231D50FE1282}"/>
              </a:ext>
            </a:extLst>
          </p:cNvPr>
          <p:cNvSpPr>
            <a:spLocks noGrp="1"/>
          </p:cNvSpPr>
          <p:nvPr>
            <p:ph type="body" sz="quarter" idx="82" hasCustomPrompt="1"/>
          </p:nvPr>
        </p:nvSpPr>
        <p:spPr>
          <a:xfrm>
            <a:off x="8941103" y="5202092"/>
            <a:ext cx="2531628" cy="376443"/>
          </a:xfrm>
        </p:spPr>
        <p:txBody>
          <a:bodyPr/>
          <a:lstStyle>
            <a:lvl1pPr algn="ctr">
              <a:defRPr sz="2000">
                <a:latin typeface="+mj-lt"/>
              </a:defRPr>
            </a:lvl1pPr>
          </a:lstStyle>
          <a:p>
            <a:pPr lvl="0"/>
            <a:r>
              <a:rPr lang="en-US"/>
              <a:t>Insert name</a:t>
            </a:r>
          </a:p>
        </p:txBody>
      </p:sp>
      <p:sp>
        <p:nvSpPr>
          <p:cNvPr id="55" name="Text Placeholder 33">
            <a:extLst>
              <a:ext uri="{FF2B5EF4-FFF2-40B4-BE49-F238E27FC236}">
                <a16:creationId xmlns:a16="http://schemas.microsoft.com/office/drawing/2014/main" id="{B364E2DC-C8FF-F623-EE59-D6C098C3E427}"/>
              </a:ext>
            </a:extLst>
          </p:cNvPr>
          <p:cNvSpPr>
            <a:spLocks noGrp="1"/>
          </p:cNvSpPr>
          <p:nvPr>
            <p:ph type="body" sz="quarter" idx="83" hasCustomPrompt="1"/>
          </p:nvPr>
        </p:nvSpPr>
        <p:spPr>
          <a:xfrm>
            <a:off x="8941103" y="5545718"/>
            <a:ext cx="2531628" cy="376443"/>
          </a:xfrm>
        </p:spPr>
        <p:txBody>
          <a:bodyPr/>
          <a:lstStyle>
            <a:lvl1pPr algn="ctr">
              <a:defRPr sz="1400">
                <a:latin typeface="+mn-lt"/>
              </a:defRPr>
            </a:lvl1pPr>
          </a:lstStyle>
          <a:p>
            <a:pPr lvl="0"/>
            <a:r>
              <a:rPr lang="en-US"/>
              <a:t>Insert title</a:t>
            </a:r>
          </a:p>
        </p:txBody>
      </p:sp>
      <p:sp>
        <p:nvSpPr>
          <p:cNvPr id="2" name="TextBox 1">
            <a:extLst>
              <a:ext uri="{FF2B5EF4-FFF2-40B4-BE49-F238E27FC236}">
                <a16:creationId xmlns:a16="http://schemas.microsoft.com/office/drawing/2014/main" id="{118C7474-90D6-9BBE-0938-AB7DDFFFBD23}"/>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35537292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Headshots_1">
    <p:bg>
      <p:bgPr>
        <a:solidFill>
          <a:srgbClr val="DEF3FF"/>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38F84F7D-38ED-E085-37DA-60660C0D225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8" name="Subtitle 2">
            <a:extLst>
              <a:ext uri="{FF2B5EF4-FFF2-40B4-BE49-F238E27FC236}">
                <a16:creationId xmlns:a16="http://schemas.microsoft.com/office/drawing/2014/main" id="{F19C87A1-2A8F-8620-86C8-1FCFD7E6F2DA}"/>
              </a:ext>
            </a:extLst>
          </p:cNvPr>
          <p:cNvSpPr>
            <a:spLocks noGrp="1"/>
          </p:cNvSpPr>
          <p:nvPr>
            <p:ph type="subTitle" idx="1" hasCustomPrompt="1"/>
          </p:nvPr>
        </p:nvSpPr>
        <p:spPr>
          <a:xfrm>
            <a:off x="5687409" y="3501867"/>
            <a:ext cx="4400017" cy="481286"/>
          </a:xfrm>
          <a:prstGeom prst="rect">
            <a:avLst/>
          </a:prstGeom>
        </p:spPr>
        <p:txBody>
          <a:bodyPr lIns="0" anchor="t">
            <a:spAutoFit/>
          </a:bodyPr>
          <a:lstStyle>
            <a:lvl1pPr marL="0" indent="0" algn="l">
              <a:lnSpc>
                <a:spcPct val="120000"/>
              </a:lnSpc>
              <a:spcBef>
                <a:spcPts val="1200"/>
              </a:spcBef>
              <a:buNone/>
              <a:defRPr sz="2800" b="0" i="0">
                <a:solidFill>
                  <a:schemeClr val="tx1"/>
                </a:solidFill>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Insert Title</a:t>
            </a:r>
          </a:p>
        </p:txBody>
      </p:sp>
      <p:sp>
        <p:nvSpPr>
          <p:cNvPr id="9" name="Title 10">
            <a:extLst>
              <a:ext uri="{FF2B5EF4-FFF2-40B4-BE49-F238E27FC236}">
                <a16:creationId xmlns:a16="http://schemas.microsoft.com/office/drawing/2014/main" id="{A1A667C8-54F1-BE5A-D248-A9DDE1B10847}"/>
              </a:ext>
            </a:extLst>
          </p:cNvPr>
          <p:cNvSpPr>
            <a:spLocks noGrp="1"/>
          </p:cNvSpPr>
          <p:nvPr>
            <p:ph type="title" hasCustomPrompt="1"/>
          </p:nvPr>
        </p:nvSpPr>
        <p:spPr>
          <a:xfrm>
            <a:off x="5687408" y="2774640"/>
            <a:ext cx="4400018" cy="654360"/>
          </a:xfrm>
          <a:prstGeom prst="rect">
            <a:avLst/>
          </a:prstGeom>
        </p:spPr>
        <p:txBody>
          <a:bodyPr vert="horz" lIns="0" anchor="b">
            <a:normAutofit/>
          </a:bodyPr>
          <a:lstStyle>
            <a:lvl1pPr algn="l">
              <a:defRPr sz="4400" b="0" i="0" baseline="0">
                <a:solidFill>
                  <a:schemeClr val="tx1"/>
                </a:solidFill>
                <a:latin typeface="+mj-lt"/>
                <a:cs typeface="Arial" panose="020B0604020202020204" pitchFamily="34" charset="0"/>
              </a:defRPr>
            </a:lvl1pPr>
          </a:lstStyle>
          <a:p>
            <a:r>
              <a:rPr lang="en-US"/>
              <a:t>Insert Name</a:t>
            </a:r>
          </a:p>
        </p:txBody>
      </p:sp>
      <p:sp>
        <p:nvSpPr>
          <p:cNvPr id="10" name="Picture Placeholder 47">
            <a:extLst>
              <a:ext uri="{FF2B5EF4-FFF2-40B4-BE49-F238E27FC236}">
                <a16:creationId xmlns:a16="http://schemas.microsoft.com/office/drawing/2014/main" id="{8CBCAF0D-B362-5397-2BEE-559B81535C11}"/>
              </a:ext>
            </a:extLst>
          </p:cNvPr>
          <p:cNvSpPr>
            <a:spLocks noGrp="1"/>
          </p:cNvSpPr>
          <p:nvPr>
            <p:ph type="pic" sz="quarter" idx="36"/>
          </p:nvPr>
        </p:nvSpPr>
        <p:spPr>
          <a:xfrm>
            <a:off x="2503357" y="2044535"/>
            <a:ext cx="2711733" cy="2711733"/>
          </a:xfrm>
          <a:prstGeom prst="ellipse">
            <a:avLst/>
          </a:prstGeom>
          <a:solidFill>
            <a:schemeClr val="bg2"/>
          </a:solidFill>
        </p:spPr>
        <p:txBody>
          <a:bodyPr wrap="square" anchor="ctr">
            <a:noAutofit/>
          </a:bodyPr>
          <a:lstStyle>
            <a:lvl1pPr algn="ctr">
              <a:defRPr>
                <a:solidFill>
                  <a:schemeClr val="bg1"/>
                </a:solidFill>
              </a:defRPr>
            </a:lvl1pPr>
          </a:lstStyle>
          <a:p>
            <a:r>
              <a:rPr lang="en-US"/>
              <a:t>Click icon to add picture</a:t>
            </a:r>
          </a:p>
        </p:txBody>
      </p:sp>
      <p:sp>
        <p:nvSpPr>
          <p:cNvPr id="4" name="TextBox 3">
            <a:extLst>
              <a:ext uri="{FF2B5EF4-FFF2-40B4-BE49-F238E27FC236}">
                <a16:creationId xmlns:a16="http://schemas.microsoft.com/office/drawing/2014/main" id="{9A11413F-B306-05B4-0C7B-0F988AC55967}"/>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2"/>
                </a:solidFill>
                <a:latin typeface="Clarika Grotesque" pitchFamily="2" charset="77"/>
              </a:rPr>
              <a:t>© Dayforce</a:t>
            </a:r>
          </a:p>
        </p:txBody>
      </p:sp>
    </p:spTree>
    <p:extLst>
      <p:ext uri="{BB962C8B-B14F-4D97-AF65-F5344CB8AC3E}">
        <p14:creationId xmlns:p14="http://schemas.microsoft.com/office/powerpoint/2010/main" val="2548456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2_Headshots_1">
    <p:bg>
      <p:bgPr>
        <a:solidFill>
          <a:srgbClr val="DEF3FF"/>
        </a:solidFill>
        <a:effectLst/>
      </p:bgPr>
    </p:bg>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EFBEC430-6923-8476-7171-18466233F347}"/>
              </a:ext>
            </a:extLst>
          </p:cNvPr>
          <p:cNvSpPr>
            <a:spLocks noGrp="1"/>
          </p:cNvSpPr>
          <p:nvPr>
            <p:ph type="subTitle" idx="1" hasCustomPrompt="1"/>
          </p:nvPr>
        </p:nvSpPr>
        <p:spPr>
          <a:xfrm>
            <a:off x="1589549" y="4809202"/>
            <a:ext cx="4228562" cy="654360"/>
          </a:xfrm>
          <a:prstGeom prst="rect">
            <a:avLst/>
          </a:prstGeom>
        </p:spPr>
        <p:txBody>
          <a:bodyPr lIns="0" tIns="0" anchor="t">
            <a:noAutofit/>
          </a:bodyPr>
          <a:lstStyle>
            <a:lvl1pPr marL="0" indent="0" algn="ctr">
              <a:lnSpc>
                <a:spcPct val="120000"/>
              </a:lnSpc>
              <a:buNone/>
              <a:defRPr sz="2400" b="0" i="0">
                <a:solidFill>
                  <a:schemeClr val="tx1"/>
                </a:solidFill>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Insert Title</a:t>
            </a:r>
          </a:p>
        </p:txBody>
      </p:sp>
      <p:sp>
        <p:nvSpPr>
          <p:cNvPr id="5" name="Text Placeholder 63">
            <a:extLst>
              <a:ext uri="{FF2B5EF4-FFF2-40B4-BE49-F238E27FC236}">
                <a16:creationId xmlns:a16="http://schemas.microsoft.com/office/drawing/2014/main" id="{677E59D7-D251-9787-B312-D45EA8A2AC39}"/>
              </a:ext>
            </a:extLst>
          </p:cNvPr>
          <p:cNvSpPr>
            <a:spLocks noGrp="1"/>
          </p:cNvSpPr>
          <p:nvPr>
            <p:ph type="body" sz="quarter" idx="39" hasCustomPrompt="1"/>
          </p:nvPr>
        </p:nvSpPr>
        <p:spPr>
          <a:xfrm>
            <a:off x="6373888" y="4809202"/>
            <a:ext cx="4228561" cy="654049"/>
          </a:xfrm>
        </p:spPr>
        <p:txBody>
          <a:bodyPr tIns="0" anchor="t">
            <a:noAutofit/>
          </a:bodyPr>
          <a:lstStyle>
            <a:lvl1pPr algn="ctr">
              <a:lnSpc>
                <a:spcPct val="120000"/>
              </a:lnSpc>
              <a:defRPr sz="2400">
                <a:solidFill>
                  <a:schemeClr val="tx1"/>
                </a:solidFill>
                <a:latin typeface="+mn-lt"/>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en-US"/>
              <a:t>Insert Title</a:t>
            </a:r>
          </a:p>
        </p:txBody>
      </p:sp>
      <p:sp>
        <p:nvSpPr>
          <p:cNvPr id="6" name="Title 10">
            <a:extLst>
              <a:ext uri="{FF2B5EF4-FFF2-40B4-BE49-F238E27FC236}">
                <a16:creationId xmlns:a16="http://schemas.microsoft.com/office/drawing/2014/main" id="{BB478AFE-030B-5857-E61E-8779E39B4C2A}"/>
              </a:ext>
            </a:extLst>
          </p:cNvPr>
          <p:cNvSpPr>
            <a:spLocks noGrp="1"/>
          </p:cNvSpPr>
          <p:nvPr>
            <p:ph type="title" hasCustomPrompt="1"/>
          </p:nvPr>
        </p:nvSpPr>
        <p:spPr>
          <a:xfrm>
            <a:off x="1589550" y="4172565"/>
            <a:ext cx="4228561" cy="654360"/>
          </a:xfrm>
          <a:prstGeom prst="rect">
            <a:avLst/>
          </a:prstGeom>
        </p:spPr>
        <p:txBody>
          <a:bodyPr vert="horz" lIns="0" anchor="b">
            <a:noAutofit/>
          </a:bodyPr>
          <a:lstStyle>
            <a:lvl1pPr algn="ctr">
              <a:defRPr sz="3400" b="1" i="0" baseline="0">
                <a:solidFill>
                  <a:schemeClr val="tx1"/>
                </a:solidFill>
                <a:latin typeface="+mj-lt"/>
                <a:cs typeface="Arial" panose="020B0604020202020204" pitchFamily="34" charset="0"/>
              </a:defRPr>
            </a:lvl1pPr>
          </a:lstStyle>
          <a:p>
            <a:r>
              <a:rPr lang="en-US"/>
              <a:t>Insert Name</a:t>
            </a:r>
          </a:p>
        </p:txBody>
      </p:sp>
      <p:sp>
        <p:nvSpPr>
          <p:cNvPr id="7" name="Text Placeholder 63">
            <a:extLst>
              <a:ext uri="{FF2B5EF4-FFF2-40B4-BE49-F238E27FC236}">
                <a16:creationId xmlns:a16="http://schemas.microsoft.com/office/drawing/2014/main" id="{E9EA9BCC-E30C-8331-3BD9-C5642452AC90}"/>
              </a:ext>
            </a:extLst>
          </p:cNvPr>
          <p:cNvSpPr>
            <a:spLocks noGrp="1"/>
          </p:cNvSpPr>
          <p:nvPr>
            <p:ph type="body" sz="quarter" idx="38" hasCustomPrompt="1"/>
          </p:nvPr>
        </p:nvSpPr>
        <p:spPr>
          <a:xfrm>
            <a:off x="6373888" y="4172582"/>
            <a:ext cx="4228561" cy="654050"/>
          </a:xfrm>
        </p:spPr>
        <p:txBody>
          <a:bodyPr anchor="b">
            <a:noAutofit/>
          </a:bodyPr>
          <a:lstStyle>
            <a:lvl1pPr algn="ctr">
              <a:defRPr sz="3400">
                <a:solidFill>
                  <a:schemeClr val="tx1"/>
                </a:solidFill>
                <a:latin typeface="+mj-lt"/>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pPr lvl="0"/>
            <a:r>
              <a:rPr lang="en-US"/>
              <a:t>Insert Name</a:t>
            </a:r>
          </a:p>
        </p:txBody>
      </p:sp>
      <p:pic>
        <p:nvPicPr>
          <p:cNvPr id="11" name="Graphic 10">
            <a:extLst>
              <a:ext uri="{FF2B5EF4-FFF2-40B4-BE49-F238E27FC236}">
                <a16:creationId xmlns:a16="http://schemas.microsoft.com/office/drawing/2014/main" id="{750973A2-02C7-D695-44BF-93EC53E0809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12" name="Picture Placeholder 47">
            <a:extLst>
              <a:ext uri="{FF2B5EF4-FFF2-40B4-BE49-F238E27FC236}">
                <a16:creationId xmlns:a16="http://schemas.microsoft.com/office/drawing/2014/main" id="{9B46C098-29ED-815D-6845-079C0F1007C9}"/>
              </a:ext>
            </a:extLst>
          </p:cNvPr>
          <p:cNvSpPr>
            <a:spLocks noGrp="1"/>
          </p:cNvSpPr>
          <p:nvPr>
            <p:ph type="pic" sz="quarter" idx="36"/>
          </p:nvPr>
        </p:nvSpPr>
        <p:spPr>
          <a:xfrm>
            <a:off x="2380825" y="1425142"/>
            <a:ext cx="2646018" cy="2646018"/>
          </a:xfrm>
          <a:prstGeom prst="ellipse">
            <a:avLst/>
          </a:prstGeom>
          <a:solidFill>
            <a:schemeClr val="bg2"/>
          </a:solidFill>
        </p:spPr>
        <p:txBody>
          <a:bodyPr wrap="square" anchor="ctr">
            <a:noAutofit/>
          </a:bodyPr>
          <a:lstStyle>
            <a:lvl1pPr algn="ctr">
              <a:defRPr>
                <a:solidFill>
                  <a:schemeClr val="bg1"/>
                </a:solidFill>
              </a:defRPr>
            </a:lvl1pPr>
          </a:lstStyle>
          <a:p>
            <a:r>
              <a:rPr lang="en-US"/>
              <a:t>Click icon to add picture</a:t>
            </a:r>
          </a:p>
        </p:txBody>
      </p:sp>
      <p:sp>
        <p:nvSpPr>
          <p:cNvPr id="13" name="Picture Placeholder 51">
            <a:extLst>
              <a:ext uri="{FF2B5EF4-FFF2-40B4-BE49-F238E27FC236}">
                <a16:creationId xmlns:a16="http://schemas.microsoft.com/office/drawing/2014/main" id="{A9BD702C-84C3-A7D2-4868-E7EA6D8C75D2}"/>
              </a:ext>
            </a:extLst>
          </p:cNvPr>
          <p:cNvSpPr>
            <a:spLocks noGrp="1"/>
          </p:cNvSpPr>
          <p:nvPr>
            <p:ph type="pic" sz="quarter" idx="37"/>
          </p:nvPr>
        </p:nvSpPr>
        <p:spPr>
          <a:xfrm>
            <a:off x="7165159" y="1436539"/>
            <a:ext cx="2646018" cy="2646018"/>
          </a:xfrm>
          <a:prstGeom prst="ellipse">
            <a:avLst/>
          </a:prstGeom>
          <a:solidFill>
            <a:schemeClr val="bg2"/>
          </a:solidFill>
        </p:spPr>
        <p:txBody>
          <a:bodyPr wrap="square" anchor="ctr">
            <a:noAutofit/>
          </a:bodyPr>
          <a:lstStyle>
            <a:lvl1pPr algn="ctr">
              <a:defRPr>
                <a:solidFill>
                  <a:schemeClr val="bg1"/>
                </a:solidFill>
              </a:defRPr>
            </a:lvl1pPr>
          </a:lstStyle>
          <a:p>
            <a:r>
              <a:rPr lang="en-US"/>
              <a:t>Click icon to add picture</a:t>
            </a:r>
          </a:p>
        </p:txBody>
      </p:sp>
      <p:sp>
        <p:nvSpPr>
          <p:cNvPr id="15" name="TextBox 14">
            <a:extLst>
              <a:ext uri="{FF2B5EF4-FFF2-40B4-BE49-F238E27FC236}">
                <a16:creationId xmlns:a16="http://schemas.microsoft.com/office/drawing/2014/main" id="{E0BBF0E1-881E-F556-8143-703AD839B61C}"/>
              </a:ext>
            </a:extLst>
          </p:cNvPr>
          <p:cNvSpPr txBox="1"/>
          <p:nvPr userDrawn="1"/>
        </p:nvSpPr>
        <p:spPr>
          <a:xfrm>
            <a:off x="185806" y="6607387"/>
            <a:ext cx="2589909" cy="230832"/>
          </a:xfrm>
          <a:prstGeom prst="rect">
            <a:avLst/>
          </a:prstGeom>
          <a:noFill/>
        </p:spPr>
        <p:txBody>
          <a:bodyPr wrap="square" lIns="0" tIns="0" rIns="0" bIns="0" rtlCol="0">
            <a:noAutofit/>
          </a:bodyPr>
          <a:lstStyle/>
          <a:p>
            <a:pPr algn="l"/>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2570350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3_Headshots_1">
    <p:bg>
      <p:bgPr>
        <a:solidFill>
          <a:srgbClr val="DEF3FF"/>
        </a:solidFill>
        <a:effectLst/>
      </p:bgPr>
    </p:bg>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6A2BA740-0DEA-4025-51DA-2AC196D259AF}"/>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0" y="0"/>
            <a:ext cx="12192000" cy="6858000"/>
          </a:xfrm>
          <a:prstGeom prst="rect">
            <a:avLst/>
          </a:prstGeom>
        </p:spPr>
      </p:pic>
      <p:sp>
        <p:nvSpPr>
          <p:cNvPr id="8" name="Subtitle 2">
            <a:extLst>
              <a:ext uri="{FF2B5EF4-FFF2-40B4-BE49-F238E27FC236}">
                <a16:creationId xmlns:a16="http://schemas.microsoft.com/office/drawing/2014/main" id="{E82A4D6C-CBDF-55FD-DD88-CDB5BE397F7D}"/>
              </a:ext>
            </a:extLst>
          </p:cNvPr>
          <p:cNvSpPr>
            <a:spLocks noGrp="1"/>
          </p:cNvSpPr>
          <p:nvPr>
            <p:ph type="subTitle" idx="1" hasCustomPrompt="1"/>
          </p:nvPr>
        </p:nvSpPr>
        <p:spPr>
          <a:xfrm>
            <a:off x="983194" y="4643848"/>
            <a:ext cx="3220209" cy="654360"/>
          </a:xfrm>
          <a:prstGeom prst="rect">
            <a:avLst/>
          </a:prstGeom>
        </p:spPr>
        <p:txBody>
          <a:bodyPr lIns="0" anchor="t">
            <a:normAutofit/>
          </a:bodyPr>
          <a:lstStyle>
            <a:lvl1pPr marL="0" indent="0" algn="ctr">
              <a:lnSpc>
                <a:spcPct val="120000"/>
              </a:lnSpc>
              <a:buNone/>
              <a:defRPr sz="1800" b="0" i="0">
                <a:solidFill>
                  <a:schemeClr val="tx1"/>
                </a:solidFill>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Insert Title</a:t>
            </a:r>
          </a:p>
        </p:txBody>
      </p:sp>
      <p:sp>
        <p:nvSpPr>
          <p:cNvPr id="9" name="Title 10">
            <a:extLst>
              <a:ext uri="{FF2B5EF4-FFF2-40B4-BE49-F238E27FC236}">
                <a16:creationId xmlns:a16="http://schemas.microsoft.com/office/drawing/2014/main" id="{BE987431-2D65-64F1-AB37-F6CE654D1388}"/>
              </a:ext>
            </a:extLst>
          </p:cNvPr>
          <p:cNvSpPr>
            <a:spLocks noGrp="1"/>
          </p:cNvSpPr>
          <p:nvPr>
            <p:ph type="title" hasCustomPrompt="1"/>
          </p:nvPr>
        </p:nvSpPr>
        <p:spPr>
          <a:xfrm>
            <a:off x="983194" y="4008061"/>
            <a:ext cx="3220208" cy="654360"/>
          </a:xfrm>
          <a:prstGeom prst="rect">
            <a:avLst/>
          </a:prstGeom>
        </p:spPr>
        <p:txBody>
          <a:bodyPr vert="horz" lIns="0" anchor="b">
            <a:normAutofit/>
          </a:bodyPr>
          <a:lstStyle>
            <a:lvl1pPr algn="ctr">
              <a:defRPr sz="3000" b="1" i="0" baseline="0">
                <a:solidFill>
                  <a:schemeClr val="tx1"/>
                </a:solidFill>
                <a:latin typeface="+mj-lt"/>
                <a:cs typeface="Arial" panose="020B0604020202020204" pitchFamily="34" charset="0"/>
              </a:defRPr>
            </a:lvl1pPr>
          </a:lstStyle>
          <a:p>
            <a:r>
              <a:rPr lang="en-US"/>
              <a:t>Insert Name</a:t>
            </a:r>
          </a:p>
        </p:txBody>
      </p:sp>
      <p:sp>
        <p:nvSpPr>
          <p:cNvPr id="10" name="Picture Placeholder 4">
            <a:extLst>
              <a:ext uri="{FF2B5EF4-FFF2-40B4-BE49-F238E27FC236}">
                <a16:creationId xmlns:a16="http://schemas.microsoft.com/office/drawing/2014/main" id="{58FC7FAD-65AE-718E-AAA4-16CD9B1E121E}"/>
              </a:ext>
            </a:extLst>
          </p:cNvPr>
          <p:cNvSpPr>
            <a:spLocks noGrp="1"/>
          </p:cNvSpPr>
          <p:nvPr>
            <p:ph type="pic" sz="quarter" idx="36"/>
          </p:nvPr>
        </p:nvSpPr>
        <p:spPr>
          <a:xfrm>
            <a:off x="1430883" y="1630337"/>
            <a:ext cx="2324830" cy="2324830"/>
          </a:xfrm>
          <a:prstGeom prst="ellipse">
            <a:avLst/>
          </a:prstGeom>
          <a:solidFill>
            <a:schemeClr val="bg2"/>
          </a:solidFill>
        </p:spPr>
        <p:txBody>
          <a:bodyPr wrap="square" anchor="ctr">
            <a:noAutofit/>
          </a:bodyPr>
          <a:lstStyle>
            <a:lvl1pPr algn="ctr">
              <a:defRPr>
                <a:solidFill>
                  <a:schemeClr val="bg1"/>
                </a:solidFill>
              </a:defRPr>
            </a:lvl1pPr>
          </a:lstStyle>
          <a:p>
            <a:r>
              <a:rPr lang="en-US"/>
              <a:t>Click icon to add picture</a:t>
            </a:r>
          </a:p>
        </p:txBody>
      </p:sp>
      <p:sp>
        <p:nvSpPr>
          <p:cNvPr id="14" name="Picture Placeholder 34">
            <a:extLst>
              <a:ext uri="{FF2B5EF4-FFF2-40B4-BE49-F238E27FC236}">
                <a16:creationId xmlns:a16="http://schemas.microsoft.com/office/drawing/2014/main" id="{C280E1BE-E703-91E9-F958-2E588A7D29B1}"/>
              </a:ext>
            </a:extLst>
          </p:cNvPr>
          <p:cNvSpPr>
            <a:spLocks noGrp="1"/>
          </p:cNvSpPr>
          <p:nvPr>
            <p:ph type="pic" sz="quarter" idx="37"/>
          </p:nvPr>
        </p:nvSpPr>
        <p:spPr>
          <a:xfrm>
            <a:off x="4933585" y="1630337"/>
            <a:ext cx="2324830" cy="2324830"/>
          </a:xfrm>
          <a:prstGeom prst="ellipse">
            <a:avLst/>
          </a:prstGeom>
          <a:solidFill>
            <a:schemeClr val="bg2"/>
          </a:solidFill>
        </p:spPr>
        <p:txBody>
          <a:bodyPr wrap="square" anchor="ctr">
            <a:noAutofit/>
          </a:bodyPr>
          <a:lstStyle>
            <a:lvl1pPr algn="ctr">
              <a:defRPr>
                <a:solidFill>
                  <a:schemeClr val="bg1"/>
                </a:solidFill>
              </a:defRPr>
            </a:lvl1pPr>
          </a:lstStyle>
          <a:p>
            <a:r>
              <a:rPr lang="en-US"/>
              <a:t>Click icon to add picture</a:t>
            </a:r>
          </a:p>
        </p:txBody>
      </p:sp>
      <p:sp>
        <p:nvSpPr>
          <p:cNvPr id="15" name="Picture Placeholder 40">
            <a:extLst>
              <a:ext uri="{FF2B5EF4-FFF2-40B4-BE49-F238E27FC236}">
                <a16:creationId xmlns:a16="http://schemas.microsoft.com/office/drawing/2014/main" id="{7BF7613C-0A61-9FD9-37FB-8C8F0520417F}"/>
              </a:ext>
            </a:extLst>
          </p:cNvPr>
          <p:cNvSpPr>
            <a:spLocks noGrp="1"/>
          </p:cNvSpPr>
          <p:nvPr>
            <p:ph type="pic" sz="quarter" idx="38"/>
          </p:nvPr>
        </p:nvSpPr>
        <p:spPr>
          <a:xfrm>
            <a:off x="8433639" y="1630337"/>
            <a:ext cx="2324830" cy="2324830"/>
          </a:xfrm>
          <a:prstGeom prst="ellipse">
            <a:avLst/>
          </a:prstGeom>
          <a:solidFill>
            <a:schemeClr val="bg2"/>
          </a:solidFill>
        </p:spPr>
        <p:txBody>
          <a:bodyPr wrap="square" anchor="ctr">
            <a:noAutofit/>
          </a:bodyPr>
          <a:lstStyle>
            <a:lvl1pPr algn="ctr">
              <a:defRPr>
                <a:solidFill>
                  <a:schemeClr val="bg1"/>
                </a:solidFill>
              </a:defRPr>
            </a:lvl1pPr>
          </a:lstStyle>
          <a:p>
            <a:r>
              <a:rPr lang="en-US"/>
              <a:t>Click icon to add picture</a:t>
            </a:r>
          </a:p>
        </p:txBody>
      </p:sp>
      <p:sp>
        <p:nvSpPr>
          <p:cNvPr id="16" name="Text Placeholder 56">
            <a:extLst>
              <a:ext uri="{FF2B5EF4-FFF2-40B4-BE49-F238E27FC236}">
                <a16:creationId xmlns:a16="http://schemas.microsoft.com/office/drawing/2014/main" id="{F84B5B0D-CEDA-E775-1AFB-34C8E741D145}"/>
              </a:ext>
            </a:extLst>
          </p:cNvPr>
          <p:cNvSpPr>
            <a:spLocks noGrp="1"/>
          </p:cNvSpPr>
          <p:nvPr>
            <p:ph type="body" sz="quarter" idx="39" hasCustomPrompt="1"/>
          </p:nvPr>
        </p:nvSpPr>
        <p:spPr>
          <a:xfrm>
            <a:off x="4483202" y="4008371"/>
            <a:ext cx="3220208" cy="654050"/>
          </a:xfrm>
        </p:spPr>
        <p:txBody>
          <a:bodyPr anchor="b"/>
          <a:lstStyle>
            <a:lvl1pPr algn="ctr">
              <a:defRPr sz="3000">
                <a:solidFill>
                  <a:schemeClr val="tx1"/>
                </a:solidFill>
                <a:latin typeface="+mj-lt"/>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r>
              <a:rPr lang="en-US"/>
              <a:t>Insert Name</a:t>
            </a:r>
          </a:p>
        </p:txBody>
      </p:sp>
      <p:sp>
        <p:nvSpPr>
          <p:cNvPr id="17" name="Text Placeholder 56">
            <a:extLst>
              <a:ext uri="{FF2B5EF4-FFF2-40B4-BE49-F238E27FC236}">
                <a16:creationId xmlns:a16="http://schemas.microsoft.com/office/drawing/2014/main" id="{F8179F2F-8645-A446-1073-F3BCB25BEA38}"/>
              </a:ext>
            </a:extLst>
          </p:cNvPr>
          <p:cNvSpPr>
            <a:spLocks noGrp="1"/>
          </p:cNvSpPr>
          <p:nvPr>
            <p:ph type="body" sz="quarter" idx="40" hasCustomPrompt="1"/>
          </p:nvPr>
        </p:nvSpPr>
        <p:spPr>
          <a:xfrm>
            <a:off x="4483202" y="4643848"/>
            <a:ext cx="3220208" cy="654050"/>
          </a:xfrm>
        </p:spPr>
        <p:txBody>
          <a:bodyPr/>
          <a:lstStyle>
            <a:lvl1pPr marL="0" indent="0" algn="ctr" defTabSz="914400" rtl="0" eaLnBrk="1" latinLnBrk="0" hangingPunct="1">
              <a:lnSpc>
                <a:spcPct val="120000"/>
              </a:lnSpc>
              <a:spcBef>
                <a:spcPts val="1000"/>
              </a:spcBef>
              <a:buFont typeface="Arial"/>
              <a:buNone/>
              <a:defRPr lang="en-US" sz="1800" b="0" i="0" kern="1200" dirty="0">
                <a:solidFill>
                  <a:schemeClr val="tx1"/>
                </a:solidFill>
                <a:latin typeface="+mn-lt"/>
                <a:ea typeface="+mn-ea"/>
                <a:cs typeface="Arial" panose="020B0604020202020204" pitchFamily="34" charset="0"/>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r>
              <a:rPr lang="en-US"/>
              <a:t>Insert Title</a:t>
            </a:r>
          </a:p>
        </p:txBody>
      </p:sp>
      <p:sp>
        <p:nvSpPr>
          <p:cNvPr id="18" name="Text Placeholder 56">
            <a:extLst>
              <a:ext uri="{FF2B5EF4-FFF2-40B4-BE49-F238E27FC236}">
                <a16:creationId xmlns:a16="http://schemas.microsoft.com/office/drawing/2014/main" id="{D89AB89D-AEAC-0C6F-6CAE-84EF987ED625}"/>
              </a:ext>
            </a:extLst>
          </p:cNvPr>
          <p:cNvSpPr>
            <a:spLocks noGrp="1"/>
          </p:cNvSpPr>
          <p:nvPr>
            <p:ph type="body" sz="quarter" idx="43" hasCustomPrompt="1"/>
          </p:nvPr>
        </p:nvSpPr>
        <p:spPr>
          <a:xfrm>
            <a:off x="7983210" y="4008371"/>
            <a:ext cx="3220209" cy="654050"/>
          </a:xfrm>
        </p:spPr>
        <p:txBody>
          <a:bodyPr anchor="b"/>
          <a:lstStyle>
            <a:lvl1pPr algn="ctr">
              <a:defRPr sz="3000">
                <a:solidFill>
                  <a:schemeClr val="tx1"/>
                </a:solidFill>
                <a:latin typeface="+mj-lt"/>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r>
              <a:rPr lang="en-US"/>
              <a:t>Insert Name</a:t>
            </a:r>
          </a:p>
        </p:txBody>
      </p:sp>
      <p:sp>
        <p:nvSpPr>
          <p:cNvPr id="19" name="Text Placeholder 56">
            <a:extLst>
              <a:ext uri="{FF2B5EF4-FFF2-40B4-BE49-F238E27FC236}">
                <a16:creationId xmlns:a16="http://schemas.microsoft.com/office/drawing/2014/main" id="{B0184677-BEBC-14A1-51E7-57FCFCF00E5C}"/>
              </a:ext>
            </a:extLst>
          </p:cNvPr>
          <p:cNvSpPr>
            <a:spLocks noGrp="1"/>
          </p:cNvSpPr>
          <p:nvPr>
            <p:ph type="body" sz="quarter" idx="44" hasCustomPrompt="1"/>
          </p:nvPr>
        </p:nvSpPr>
        <p:spPr>
          <a:xfrm>
            <a:off x="7983210" y="4643848"/>
            <a:ext cx="3220209" cy="654050"/>
          </a:xfrm>
        </p:spPr>
        <p:txBody>
          <a:bodyPr/>
          <a:lstStyle>
            <a:lvl1pPr marL="0" indent="0" algn="ctr" defTabSz="914400" rtl="0" eaLnBrk="1" latinLnBrk="0" hangingPunct="1">
              <a:lnSpc>
                <a:spcPct val="120000"/>
              </a:lnSpc>
              <a:spcBef>
                <a:spcPts val="1000"/>
              </a:spcBef>
              <a:buFont typeface="Arial"/>
              <a:buNone/>
              <a:defRPr lang="en-US" sz="1800" b="0" i="0" kern="1200" dirty="0">
                <a:solidFill>
                  <a:schemeClr val="tx1"/>
                </a:solidFill>
                <a:latin typeface="+mn-lt"/>
                <a:ea typeface="+mn-ea"/>
                <a:cs typeface="Arial" panose="020B0604020202020204" pitchFamily="34" charset="0"/>
              </a:defRPr>
            </a:lvl1pPr>
            <a:lvl2pPr algn="ctr">
              <a:defRPr>
                <a:solidFill>
                  <a:schemeClr val="bg1"/>
                </a:solidFill>
              </a:defRPr>
            </a:lvl2pPr>
            <a:lvl3pPr algn="ctr">
              <a:defRPr>
                <a:solidFill>
                  <a:schemeClr val="bg1"/>
                </a:solidFill>
              </a:defRPr>
            </a:lvl3pPr>
            <a:lvl4pPr algn="ctr">
              <a:defRPr>
                <a:solidFill>
                  <a:schemeClr val="bg1"/>
                </a:solidFill>
              </a:defRPr>
            </a:lvl4pPr>
            <a:lvl5pPr algn="ctr">
              <a:defRPr>
                <a:solidFill>
                  <a:schemeClr val="bg1"/>
                </a:solidFill>
              </a:defRPr>
            </a:lvl5pPr>
          </a:lstStyle>
          <a:p>
            <a:r>
              <a:rPr lang="en-US"/>
              <a:t>Insert Title</a:t>
            </a:r>
          </a:p>
        </p:txBody>
      </p:sp>
      <p:sp>
        <p:nvSpPr>
          <p:cNvPr id="4" name="TextBox 3">
            <a:extLst>
              <a:ext uri="{FF2B5EF4-FFF2-40B4-BE49-F238E27FC236}">
                <a16:creationId xmlns:a16="http://schemas.microsoft.com/office/drawing/2014/main" id="{468EE96D-1329-1F30-41C2-0AADE9FBA998}"/>
              </a:ext>
            </a:extLst>
          </p:cNvPr>
          <p:cNvSpPr txBox="1"/>
          <p:nvPr userDrawn="1"/>
        </p:nvSpPr>
        <p:spPr>
          <a:xfrm>
            <a:off x="185806" y="6607387"/>
            <a:ext cx="2589909" cy="230832"/>
          </a:xfrm>
          <a:prstGeom prst="rect">
            <a:avLst/>
          </a:prstGeom>
          <a:noFill/>
        </p:spPr>
        <p:txBody>
          <a:bodyPr wrap="square" lIns="0" tIns="0" rIns="0" bIns="0" rtlCol="0">
            <a:noAutofit/>
          </a:bodyPr>
          <a:lstStyle/>
          <a:p>
            <a:pPr algn="l"/>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3843820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4_Headshots_1">
    <p:bg>
      <p:bgPr>
        <a:solidFill>
          <a:srgbClr val="DEF3FF"/>
        </a:solidFill>
        <a:effectLst/>
      </p:bgPr>
    </p:bg>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421B7043-310D-7E2F-E1C6-6B5AE9ADB45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
        <p:nvSpPr>
          <p:cNvPr id="5" name="Picture Placeholder 4">
            <a:extLst>
              <a:ext uri="{FF2B5EF4-FFF2-40B4-BE49-F238E27FC236}">
                <a16:creationId xmlns:a16="http://schemas.microsoft.com/office/drawing/2014/main" id="{89D139E1-8AFF-4EBF-FC24-BA503E8D50C0}"/>
              </a:ext>
            </a:extLst>
          </p:cNvPr>
          <p:cNvSpPr>
            <a:spLocks noGrp="1"/>
          </p:cNvSpPr>
          <p:nvPr>
            <p:ph type="pic" sz="quarter" idx="36"/>
          </p:nvPr>
        </p:nvSpPr>
        <p:spPr>
          <a:xfrm>
            <a:off x="1281097" y="1177926"/>
            <a:ext cx="1396149" cy="1396149"/>
          </a:xfrm>
          <a:prstGeom prst="ellipse">
            <a:avLst/>
          </a:prstGeom>
          <a:solidFill>
            <a:schemeClr val="bg2"/>
          </a:solidFill>
        </p:spPr>
        <p:txBody>
          <a:bodyPr wrap="square" anchor="ctr">
            <a:noAutofit/>
          </a:bodyPr>
          <a:lstStyle>
            <a:lvl1pPr algn="ctr">
              <a:defRPr sz="1400">
                <a:solidFill>
                  <a:schemeClr val="tx1"/>
                </a:solidFill>
              </a:defRPr>
            </a:lvl1pPr>
          </a:lstStyle>
          <a:p>
            <a:r>
              <a:rPr lang="en-US"/>
              <a:t>Click icon to add picture</a:t>
            </a:r>
          </a:p>
        </p:txBody>
      </p:sp>
      <p:sp>
        <p:nvSpPr>
          <p:cNvPr id="6" name="Picture Placeholder 34">
            <a:extLst>
              <a:ext uri="{FF2B5EF4-FFF2-40B4-BE49-F238E27FC236}">
                <a16:creationId xmlns:a16="http://schemas.microsoft.com/office/drawing/2014/main" id="{6084F4F9-C617-D195-1EB6-0DE8D9D3A63B}"/>
              </a:ext>
            </a:extLst>
          </p:cNvPr>
          <p:cNvSpPr>
            <a:spLocks noGrp="1"/>
          </p:cNvSpPr>
          <p:nvPr>
            <p:ph type="pic" sz="quarter" idx="37"/>
          </p:nvPr>
        </p:nvSpPr>
        <p:spPr>
          <a:xfrm>
            <a:off x="4021394" y="1177926"/>
            <a:ext cx="1396149" cy="1396149"/>
          </a:xfrm>
          <a:prstGeom prst="ellipse">
            <a:avLst/>
          </a:prstGeom>
          <a:solidFill>
            <a:schemeClr val="bg2"/>
          </a:solidFill>
        </p:spPr>
        <p:txBody>
          <a:bodyPr wrap="square" anchor="ctr">
            <a:noAutofit/>
          </a:bodyPr>
          <a:lstStyle>
            <a:lvl1pPr algn="ctr">
              <a:defRPr sz="1400">
                <a:solidFill>
                  <a:schemeClr val="tx1"/>
                </a:solidFill>
              </a:defRPr>
            </a:lvl1pPr>
          </a:lstStyle>
          <a:p>
            <a:r>
              <a:rPr lang="en-US"/>
              <a:t>Click icon to add picture</a:t>
            </a:r>
          </a:p>
        </p:txBody>
      </p:sp>
      <p:sp>
        <p:nvSpPr>
          <p:cNvPr id="7" name="Picture Placeholder 40">
            <a:extLst>
              <a:ext uri="{FF2B5EF4-FFF2-40B4-BE49-F238E27FC236}">
                <a16:creationId xmlns:a16="http://schemas.microsoft.com/office/drawing/2014/main" id="{879BE6F3-2AB5-5A2F-68C4-F2407C343DE8}"/>
              </a:ext>
            </a:extLst>
          </p:cNvPr>
          <p:cNvSpPr>
            <a:spLocks noGrp="1"/>
          </p:cNvSpPr>
          <p:nvPr>
            <p:ph type="pic" sz="quarter" idx="38"/>
          </p:nvPr>
        </p:nvSpPr>
        <p:spPr>
          <a:xfrm>
            <a:off x="6765599" y="1177926"/>
            <a:ext cx="1396149" cy="1396149"/>
          </a:xfrm>
          <a:prstGeom prst="ellipse">
            <a:avLst/>
          </a:prstGeom>
          <a:solidFill>
            <a:schemeClr val="bg2"/>
          </a:solidFill>
        </p:spPr>
        <p:txBody>
          <a:bodyPr wrap="square" anchor="ctr">
            <a:noAutofit/>
          </a:bodyPr>
          <a:lstStyle>
            <a:lvl1pPr algn="ctr">
              <a:defRPr sz="1400">
                <a:solidFill>
                  <a:schemeClr val="tx1"/>
                </a:solidFill>
              </a:defRPr>
            </a:lvl1pPr>
          </a:lstStyle>
          <a:p>
            <a:r>
              <a:rPr lang="en-US"/>
              <a:t>Click icon to add picture</a:t>
            </a:r>
          </a:p>
        </p:txBody>
      </p:sp>
      <p:sp>
        <p:nvSpPr>
          <p:cNvPr id="11" name="Picture Placeholder 40">
            <a:extLst>
              <a:ext uri="{FF2B5EF4-FFF2-40B4-BE49-F238E27FC236}">
                <a16:creationId xmlns:a16="http://schemas.microsoft.com/office/drawing/2014/main" id="{39494682-59D8-6AD6-7308-42E16BDEFA89}"/>
              </a:ext>
            </a:extLst>
          </p:cNvPr>
          <p:cNvSpPr>
            <a:spLocks noGrp="1"/>
          </p:cNvSpPr>
          <p:nvPr>
            <p:ph type="pic" sz="quarter" idx="45"/>
          </p:nvPr>
        </p:nvSpPr>
        <p:spPr>
          <a:xfrm>
            <a:off x="9508306" y="1163816"/>
            <a:ext cx="1396149" cy="1396149"/>
          </a:xfrm>
          <a:prstGeom prst="ellipse">
            <a:avLst/>
          </a:prstGeom>
          <a:solidFill>
            <a:schemeClr val="bg2"/>
          </a:solidFill>
        </p:spPr>
        <p:txBody>
          <a:bodyPr wrap="square" anchor="ctr">
            <a:noAutofit/>
          </a:bodyPr>
          <a:lstStyle>
            <a:lvl1pPr algn="ctr">
              <a:defRPr sz="1400">
                <a:solidFill>
                  <a:schemeClr val="tx1"/>
                </a:solidFill>
              </a:defRPr>
            </a:lvl1pPr>
          </a:lstStyle>
          <a:p>
            <a:r>
              <a:rPr lang="en-US"/>
              <a:t>Click icon to add picture</a:t>
            </a:r>
          </a:p>
        </p:txBody>
      </p:sp>
      <p:sp>
        <p:nvSpPr>
          <p:cNvPr id="12" name="Picture Placeholder 34">
            <a:extLst>
              <a:ext uri="{FF2B5EF4-FFF2-40B4-BE49-F238E27FC236}">
                <a16:creationId xmlns:a16="http://schemas.microsoft.com/office/drawing/2014/main" id="{CB3C9639-268B-BD62-D1E1-2811BA5D0BCE}"/>
              </a:ext>
            </a:extLst>
          </p:cNvPr>
          <p:cNvSpPr>
            <a:spLocks noGrp="1"/>
          </p:cNvSpPr>
          <p:nvPr>
            <p:ph type="pic" sz="quarter" idx="51"/>
          </p:nvPr>
        </p:nvSpPr>
        <p:spPr>
          <a:xfrm>
            <a:off x="4031760" y="3723781"/>
            <a:ext cx="1396149" cy="1396149"/>
          </a:xfrm>
          <a:prstGeom prst="ellipse">
            <a:avLst/>
          </a:prstGeom>
          <a:solidFill>
            <a:schemeClr val="bg2"/>
          </a:solidFill>
        </p:spPr>
        <p:txBody>
          <a:bodyPr wrap="square" anchor="ctr">
            <a:noAutofit/>
          </a:bodyPr>
          <a:lstStyle>
            <a:lvl1pPr algn="ctr">
              <a:defRPr sz="1400">
                <a:solidFill>
                  <a:schemeClr val="tx1"/>
                </a:solidFill>
              </a:defRPr>
            </a:lvl1pPr>
          </a:lstStyle>
          <a:p>
            <a:r>
              <a:rPr lang="en-US"/>
              <a:t>Click icon to add picture</a:t>
            </a:r>
          </a:p>
        </p:txBody>
      </p:sp>
      <p:sp>
        <p:nvSpPr>
          <p:cNvPr id="13" name="Picture Placeholder 40">
            <a:extLst>
              <a:ext uri="{FF2B5EF4-FFF2-40B4-BE49-F238E27FC236}">
                <a16:creationId xmlns:a16="http://schemas.microsoft.com/office/drawing/2014/main" id="{6FA49088-BC00-C5C4-0FCB-40989A11A748}"/>
              </a:ext>
            </a:extLst>
          </p:cNvPr>
          <p:cNvSpPr>
            <a:spLocks noGrp="1"/>
          </p:cNvSpPr>
          <p:nvPr>
            <p:ph type="pic" sz="quarter" idx="52"/>
          </p:nvPr>
        </p:nvSpPr>
        <p:spPr>
          <a:xfrm>
            <a:off x="6789827" y="3723781"/>
            <a:ext cx="1396149" cy="1396149"/>
          </a:xfrm>
          <a:prstGeom prst="ellipse">
            <a:avLst/>
          </a:prstGeom>
          <a:solidFill>
            <a:schemeClr val="bg2"/>
          </a:solidFill>
        </p:spPr>
        <p:txBody>
          <a:bodyPr wrap="square" anchor="ctr">
            <a:noAutofit/>
          </a:bodyPr>
          <a:lstStyle>
            <a:lvl1pPr algn="ctr">
              <a:defRPr sz="1400">
                <a:solidFill>
                  <a:schemeClr val="tx1"/>
                </a:solidFill>
              </a:defRPr>
            </a:lvl1pPr>
          </a:lstStyle>
          <a:p>
            <a:r>
              <a:rPr lang="en-US"/>
              <a:t>Click icon to add picture</a:t>
            </a:r>
          </a:p>
        </p:txBody>
      </p:sp>
      <p:sp>
        <p:nvSpPr>
          <p:cNvPr id="20" name="Picture Placeholder 40">
            <a:extLst>
              <a:ext uri="{FF2B5EF4-FFF2-40B4-BE49-F238E27FC236}">
                <a16:creationId xmlns:a16="http://schemas.microsoft.com/office/drawing/2014/main" id="{A9CCC89C-1EE2-02ED-8335-1E4428BA5B39}"/>
              </a:ext>
            </a:extLst>
          </p:cNvPr>
          <p:cNvSpPr>
            <a:spLocks noGrp="1"/>
          </p:cNvSpPr>
          <p:nvPr>
            <p:ph type="pic" sz="quarter" idx="60"/>
          </p:nvPr>
        </p:nvSpPr>
        <p:spPr>
          <a:xfrm>
            <a:off x="9526588" y="3727650"/>
            <a:ext cx="1396149" cy="1396149"/>
          </a:xfrm>
          <a:prstGeom prst="ellipse">
            <a:avLst/>
          </a:prstGeom>
          <a:solidFill>
            <a:schemeClr val="bg2"/>
          </a:solidFill>
        </p:spPr>
        <p:txBody>
          <a:bodyPr wrap="square" anchor="ctr">
            <a:noAutofit/>
          </a:bodyPr>
          <a:lstStyle>
            <a:lvl1pPr algn="ctr">
              <a:defRPr sz="1400">
                <a:solidFill>
                  <a:schemeClr val="tx1"/>
                </a:solidFill>
              </a:defRPr>
            </a:lvl1pPr>
          </a:lstStyle>
          <a:p>
            <a:r>
              <a:rPr lang="en-US"/>
              <a:t>Click icon to add picture</a:t>
            </a:r>
          </a:p>
        </p:txBody>
      </p:sp>
      <p:sp>
        <p:nvSpPr>
          <p:cNvPr id="21" name="Picture Placeholder 34">
            <a:extLst>
              <a:ext uri="{FF2B5EF4-FFF2-40B4-BE49-F238E27FC236}">
                <a16:creationId xmlns:a16="http://schemas.microsoft.com/office/drawing/2014/main" id="{78353267-9988-730F-4A28-B80A4D92A510}"/>
              </a:ext>
            </a:extLst>
          </p:cNvPr>
          <p:cNvSpPr>
            <a:spLocks noGrp="1"/>
          </p:cNvSpPr>
          <p:nvPr>
            <p:ph type="pic" sz="quarter" idx="61"/>
          </p:nvPr>
        </p:nvSpPr>
        <p:spPr>
          <a:xfrm>
            <a:off x="1294999" y="3723781"/>
            <a:ext cx="1396149" cy="1396149"/>
          </a:xfrm>
          <a:prstGeom prst="ellipse">
            <a:avLst/>
          </a:prstGeom>
          <a:solidFill>
            <a:schemeClr val="bg2"/>
          </a:solidFill>
        </p:spPr>
        <p:txBody>
          <a:bodyPr wrap="square" anchor="ctr">
            <a:noAutofit/>
          </a:bodyPr>
          <a:lstStyle>
            <a:lvl1pPr algn="ctr">
              <a:defRPr sz="1400">
                <a:solidFill>
                  <a:schemeClr val="tx1"/>
                </a:solidFill>
              </a:defRPr>
            </a:lvl1pPr>
          </a:lstStyle>
          <a:p>
            <a:r>
              <a:rPr lang="en-US"/>
              <a:t>Click icon to add picture</a:t>
            </a:r>
          </a:p>
        </p:txBody>
      </p:sp>
      <p:sp>
        <p:nvSpPr>
          <p:cNvPr id="22" name="Text Placeholder 33">
            <a:extLst>
              <a:ext uri="{FF2B5EF4-FFF2-40B4-BE49-F238E27FC236}">
                <a16:creationId xmlns:a16="http://schemas.microsoft.com/office/drawing/2014/main" id="{D520B5C1-E197-5A59-54FF-D9EBA2A3415F}"/>
              </a:ext>
            </a:extLst>
          </p:cNvPr>
          <p:cNvSpPr>
            <a:spLocks noGrp="1"/>
          </p:cNvSpPr>
          <p:nvPr>
            <p:ph type="body" sz="quarter" idx="68" hasCustomPrompt="1"/>
          </p:nvPr>
        </p:nvSpPr>
        <p:spPr>
          <a:xfrm>
            <a:off x="719269" y="2645016"/>
            <a:ext cx="2531628" cy="376443"/>
          </a:xfrm>
        </p:spPr>
        <p:txBody>
          <a:bodyPr/>
          <a:lstStyle>
            <a:lvl1pPr algn="ctr">
              <a:defRPr sz="2000">
                <a:latin typeface="+mj-lt"/>
              </a:defRPr>
            </a:lvl1pPr>
          </a:lstStyle>
          <a:p>
            <a:pPr lvl="0"/>
            <a:r>
              <a:rPr lang="en-US"/>
              <a:t>Insert name</a:t>
            </a:r>
          </a:p>
        </p:txBody>
      </p:sp>
      <p:sp>
        <p:nvSpPr>
          <p:cNvPr id="23" name="Text Placeholder 33">
            <a:extLst>
              <a:ext uri="{FF2B5EF4-FFF2-40B4-BE49-F238E27FC236}">
                <a16:creationId xmlns:a16="http://schemas.microsoft.com/office/drawing/2014/main" id="{5F85DE0E-BB57-362A-F8CD-B587CA2CD53C}"/>
              </a:ext>
            </a:extLst>
          </p:cNvPr>
          <p:cNvSpPr>
            <a:spLocks noGrp="1"/>
          </p:cNvSpPr>
          <p:nvPr>
            <p:ph type="body" sz="quarter" idx="69" hasCustomPrompt="1"/>
          </p:nvPr>
        </p:nvSpPr>
        <p:spPr>
          <a:xfrm>
            <a:off x="719269" y="2988642"/>
            <a:ext cx="2531628" cy="376443"/>
          </a:xfrm>
        </p:spPr>
        <p:txBody>
          <a:bodyPr/>
          <a:lstStyle>
            <a:lvl1pPr algn="ctr">
              <a:defRPr sz="1400">
                <a:latin typeface="+mn-lt"/>
              </a:defRPr>
            </a:lvl1pPr>
          </a:lstStyle>
          <a:p>
            <a:pPr lvl="0"/>
            <a:r>
              <a:rPr lang="en-US"/>
              <a:t>Insert name</a:t>
            </a:r>
          </a:p>
        </p:txBody>
      </p:sp>
      <p:sp>
        <p:nvSpPr>
          <p:cNvPr id="24" name="Text Placeholder 33">
            <a:extLst>
              <a:ext uri="{FF2B5EF4-FFF2-40B4-BE49-F238E27FC236}">
                <a16:creationId xmlns:a16="http://schemas.microsoft.com/office/drawing/2014/main" id="{FF6C7084-1B9A-C91E-CAF7-06CE905E9AEA}"/>
              </a:ext>
            </a:extLst>
          </p:cNvPr>
          <p:cNvSpPr>
            <a:spLocks noGrp="1"/>
          </p:cNvSpPr>
          <p:nvPr>
            <p:ph type="body" sz="quarter" idx="70" hasCustomPrompt="1"/>
          </p:nvPr>
        </p:nvSpPr>
        <p:spPr>
          <a:xfrm>
            <a:off x="3445904" y="2645016"/>
            <a:ext cx="2531628" cy="376443"/>
          </a:xfrm>
        </p:spPr>
        <p:txBody>
          <a:bodyPr/>
          <a:lstStyle>
            <a:lvl1pPr algn="ctr">
              <a:defRPr sz="2000">
                <a:latin typeface="+mj-lt"/>
              </a:defRPr>
            </a:lvl1pPr>
          </a:lstStyle>
          <a:p>
            <a:pPr lvl="0"/>
            <a:r>
              <a:rPr lang="en-US"/>
              <a:t>Insert name</a:t>
            </a:r>
          </a:p>
        </p:txBody>
      </p:sp>
      <p:sp>
        <p:nvSpPr>
          <p:cNvPr id="25" name="Text Placeholder 33">
            <a:extLst>
              <a:ext uri="{FF2B5EF4-FFF2-40B4-BE49-F238E27FC236}">
                <a16:creationId xmlns:a16="http://schemas.microsoft.com/office/drawing/2014/main" id="{01CBB568-F6A4-C3A0-3DF4-B8FA7EA7E670}"/>
              </a:ext>
            </a:extLst>
          </p:cNvPr>
          <p:cNvSpPr>
            <a:spLocks noGrp="1"/>
          </p:cNvSpPr>
          <p:nvPr>
            <p:ph type="body" sz="quarter" idx="71" hasCustomPrompt="1"/>
          </p:nvPr>
        </p:nvSpPr>
        <p:spPr>
          <a:xfrm>
            <a:off x="3445904" y="2988642"/>
            <a:ext cx="2531628" cy="376443"/>
          </a:xfrm>
        </p:spPr>
        <p:txBody>
          <a:bodyPr/>
          <a:lstStyle>
            <a:lvl1pPr algn="ctr">
              <a:defRPr sz="1400">
                <a:latin typeface="+mn-lt"/>
              </a:defRPr>
            </a:lvl1pPr>
          </a:lstStyle>
          <a:p>
            <a:pPr lvl="0"/>
            <a:r>
              <a:rPr lang="en-US"/>
              <a:t>Insert name</a:t>
            </a:r>
          </a:p>
        </p:txBody>
      </p:sp>
      <p:sp>
        <p:nvSpPr>
          <p:cNvPr id="26" name="Text Placeholder 33">
            <a:extLst>
              <a:ext uri="{FF2B5EF4-FFF2-40B4-BE49-F238E27FC236}">
                <a16:creationId xmlns:a16="http://schemas.microsoft.com/office/drawing/2014/main" id="{54D4FCC9-02B8-0F91-E2D7-99837EA75109}"/>
              </a:ext>
            </a:extLst>
          </p:cNvPr>
          <p:cNvSpPr>
            <a:spLocks noGrp="1"/>
          </p:cNvSpPr>
          <p:nvPr>
            <p:ph type="body" sz="quarter" idx="72" hasCustomPrompt="1"/>
          </p:nvPr>
        </p:nvSpPr>
        <p:spPr>
          <a:xfrm>
            <a:off x="6214470" y="2645016"/>
            <a:ext cx="2531628" cy="376443"/>
          </a:xfrm>
        </p:spPr>
        <p:txBody>
          <a:bodyPr/>
          <a:lstStyle>
            <a:lvl1pPr algn="ctr">
              <a:defRPr sz="2000">
                <a:latin typeface="+mj-lt"/>
              </a:defRPr>
            </a:lvl1pPr>
          </a:lstStyle>
          <a:p>
            <a:pPr lvl="0"/>
            <a:r>
              <a:rPr lang="en-US"/>
              <a:t>Insert name</a:t>
            </a:r>
          </a:p>
        </p:txBody>
      </p:sp>
      <p:sp>
        <p:nvSpPr>
          <p:cNvPr id="27" name="Text Placeholder 33">
            <a:extLst>
              <a:ext uri="{FF2B5EF4-FFF2-40B4-BE49-F238E27FC236}">
                <a16:creationId xmlns:a16="http://schemas.microsoft.com/office/drawing/2014/main" id="{715DAB35-F1E0-DF36-F10D-8D51B8CFBF2E}"/>
              </a:ext>
            </a:extLst>
          </p:cNvPr>
          <p:cNvSpPr>
            <a:spLocks noGrp="1"/>
          </p:cNvSpPr>
          <p:nvPr>
            <p:ph type="body" sz="quarter" idx="73" hasCustomPrompt="1"/>
          </p:nvPr>
        </p:nvSpPr>
        <p:spPr>
          <a:xfrm>
            <a:off x="6214470" y="2988642"/>
            <a:ext cx="2531628" cy="376443"/>
          </a:xfrm>
        </p:spPr>
        <p:txBody>
          <a:bodyPr/>
          <a:lstStyle>
            <a:lvl1pPr algn="ctr">
              <a:defRPr sz="1400">
                <a:latin typeface="+mn-lt"/>
              </a:defRPr>
            </a:lvl1pPr>
          </a:lstStyle>
          <a:p>
            <a:pPr lvl="0"/>
            <a:r>
              <a:rPr lang="en-US"/>
              <a:t>Insert name</a:t>
            </a:r>
          </a:p>
        </p:txBody>
      </p:sp>
      <p:sp>
        <p:nvSpPr>
          <p:cNvPr id="28" name="Text Placeholder 33">
            <a:extLst>
              <a:ext uri="{FF2B5EF4-FFF2-40B4-BE49-F238E27FC236}">
                <a16:creationId xmlns:a16="http://schemas.microsoft.com/office/drawing/2014/main" id="{7E5E45D3-2896-03B0-4AEB-DEF3809952A5}"/>
              </a:ext>
            </a:extLst>
          </p:cNvPr>
          <p:cNvSpPr>
            <a:spLocks noGrp="1"/>
          </p:cNvSpPr>
          <p:nvPr>
            <p:ph type="body" sz="quarter" idx="74" hasCustomPrompt="1"/>
          </p:nvPr>
        </p:nvSpPr>
        <p:spPr>
          <a:xfrm>
            <a:off x="8941105" y="2645016"/>
            <a:ext cx="2531628" cy="376443"/>
          </a:xfrm>
        </p:spPr>
        <p:txBody>
          <a:bodyPr/>
          <a:lstStyle>
            <a:lvl1pPr algn="ctr">
              <a:defRPr sz="2000">
                <a:latin typeface="+mj-lt"/>
              </a:defRPr>
            </a:lvl1pPr>
          </a:lstStyle>
          <a:p>
            <a:pPr lvl="0"/>
            <a:r>
              <a:rPr lang="en-US"/>
              <a:t>Insert name</a:t>
            </a:r>
          </a:p>
        </p:txBody>
      </p:sp>
      <p:sp>
        <p:nvSpPr>
          <p:cNvPr id="29" name="Text Placeholder 33">
            <a:extLst>
              <a:ext uri="{FF2B5EF4-FFF2-40B4-BE49-F238E27FC236}">
                <a16:creationId xmlns:a16="http://schemas.microsoft.com/office/drawing/2014/main" id="{1713B9B7-02BF-E84F-0C9A-420D58AB6131}"/>
              </a:ext>
            </a:extLst>
          </p:cNvPr>
          <p:cNvSpPr>
            <a:spLocks noGrp="1"/>
          </p:cNvSpPr>
          <p:nvPr>
            <p:ph type="body" sz="quarter" idx="75" hasCustomPrompt="1"/>
          </p:nvPr>
        </p:nvSpPr>
        <p:spPr>
          <a:xfrm>
            <a:off x="8941105" y="2988642"/>
            <a:ext cx="2531628" cy="376443"/>
          </a:xfrm>
        </p:spPr>
        <p:txBody>
          <a:bodyPr/>
          <a:lstStyle>
            <a:lvl1pPr algn="ctr">
              <a:defRPr sz="1400">
                <a:latin typeface="+mn-lt"/>
              </a:defRPr>
            </a:lvl1pPr>
          </a:lstStyle>
          <a:p>
            <a:pPr lvl="0"/>
            <a:r>
              <a:rPr lang="en-US"/>
              <a:t>Insert name</a:t>
            </a:r>
          </a:p>
        </p:txBody>
      </p:sp>
      <p:sp>
        <p:nvSpPr>
          <p:cNvPr id="30" name="Text Placeholder 33">
            <a:extLst>
              <a:ext uri="{FF2B5EF4-FFF2-40B4-BE49-F238E27FC236}">
                <a16:creationId xmlns:a16="http://schemas.microsoft.com/office/drawing/2014/main" id="{6AF20AB0-B7A1-3197-E7E7-A8A24BF79E11}"/>
              </a:ext>
            </a:extLst>
          </p:cNvPr>
          <p:cNvSpPr>
            <a:spLocks noGrp="1"/>
          </p:cNvSpPr>
          <p:nvPr>
            <p:ph type="body" sz="quarter" idx="76" hasCustomPrompt="1"/>
          </p:nvPr>
        </p:nvSpPr>
        <p:spPr>
          <a:xfrm>
            <a:off x="719267" y="5202092"/>
            <a:ext cx="2531628" cy="376443"/>
          </a:xfrm>
        </p:spPr>
        <p:txBody>
          <a:bodyPr/>
          <a:lstStyle>
            <a:lvl1pPr algn="ctr">
              <a:defRPr sz="2000">
                <a:latin typeface="+mj-lt"/>
              </a:defRPr>
            </a:lvl1pPr>
          </a:lstStyle>
          <a:p>
            <a:pPr lvl="0"/>
            <a:r>
              <a:rPr lang="en-US"/>
              <a:t>Insert name</a:t>
            </a:r>
          </a:p>
        </p:txBody>
      </p:sp>
      <p:sp>
        <p:nvSpPr>
          <p:cNvPr id="31" name="Text Placeholder 33">
            <a:extLst>
              <a:ext uri="{FF2B5EF4-FFF2-40B4-BE49-F238E27FC236}">
                <a16:creationId xmlns:a16="http://schemas.microsoft.com/office/drawing/2014/main" id="{0853609A-0656-16F9-CCB7-F0E0FE4934A7}"/>
              </a:ext>
            </a:extLst>
          </p:cNvPr>
          <p:cNvSpPr>
            <a:spLocks noGrp="1"/>
          </p:cNvSpPr>
          <p:nvPr>
            <p:ph type="body" sz="quarter" idx="77" hasCustomPrompt="1"/>
          </p:nvPr>
        </p:nvSpPr>
        <p:spPr>
          <a:xfrm>
            <a:off x="719267" y="5545718"/>
            <a:ext cx="2531628" cy="376443"/>
          </a:xfrm>
        </p:spPr>
        <p:txBody>
          <a:bodyPr/>
          <a:lstStyle>
            <a:lvl1pPr algn="ctr">
              <a:defRPr sz="1400">
                <a:latin typeface="+mn-lt"/>
              </a:defRPr>
            </a:lvl1pPr>
          </a:lstStyle>
          <a:p>
            <a:pPr lvl="0"/>
            <a:r>
              <a:rPr lang="en-US"/>
              <a:t>Insert name</a:t>
            </a:r>
          </a:p>
        </p:txBody>
      </p:sp>
      <p:sp>
        <p:nvSpPr>
          <p:cNvPr id="32" name="Text Placeholder 33">
            <a:extLst>
              <a:ext uri="{FF2B5EF4-FFF2-40B4-BE49-F238E27FC236}">
                <a16:creationId xmlns:a16="http://schemas.microsoft.com/office/drawing/2014/main" id="{5B8DCC92-B727-2C00-FB6F-BE2BE7FAE218}"/>
              </a:ext>
            </a:extLst>
          </p:cNvPr>
          <p:cNvSpPr>
            <a:spLocks noGrp="1"/>
          </p:cNvSpPr>
          <p:nvPr>
            <p:ph type="body" sz="quarter" idx="78" hasCustomPrompt="1"/>
          </p:nvPr>
        </p:nvSpPr>
        <p:spPr>
          <a:xfrm>
            <a:off x="3445902" y="5202092"/>
            <a:ext cx="2531628" cy="376443"/>
          </a:xfrm>
        </p:spPr>
        <p:txBody>
          <a:bodyPr/>
          <a:lstStyle>
            <a:lvl1pPr algn="ctr">
              <a:defRPr sz="2000">
                <a:latin typeface="+mj-lt"/>
              </a:defRPr>
            </a:lvl1pPr>
          </a:lstStyle>
          <a:p>
            <a:pPr lvl="0"/>
            <a:r>
              <a:rPr lang="en-US"/>
              <a:t>Insert name</a:t>
            </a:r>
          </a:p>
        </p:txBody>
      </p:sp>
      <p:sp>
        <p:nvSpPr>
          <p:cNvPr id="33" name="Text Placeholder 33">
            <a:extLst>
              <a:ext uri="{FF2B5EF4-FFF2-40B4-BE49-F238E27FC236}">
                <a16:creationId xmlns:a16="http://schemas.microsoft.com/office/drawing/2014/main" id="{07A2F8A2-A060-F19E-43D2-AB9B080C9C59}"/>
              </a:ext>
            </a:extLst>
          </p:cNvPr>
          <p:cNvSpPr>
            <a:spLocks noGrp="1"/>
          </p:cNvSpPr>
          <p:nvPr>
            <p:ph type="body" sz="quarter" idx="79" hasCustomPrompt="1"/>
          </p:nvPr>
        </p:nvSpPr>
        <p:spPr>
          <a:xfrm>
            <a:off x="3445902" y="5545718"/>
            <a:ext cx="2531628" cy="376443"/>
          </a:xfrm>
        </p:spPr>
        <p:txBody>
          <a:bodyPr/>
          <a:lstStyle>
            <a:lvl1pPr algn="ctr">
              <a:defRPr sz="1400">
                <a:latin typeface="+mn-lt"/>
              </a:defRPr>
            </a:lvl1pPr>
          </a:lstStyle>
          <a:p>
            <a:pPr lvl="0"/>
            <a:r>
              <a:rPr lang="en-US"/>
              <a:t>Insert name</a:t>
            </a:r>
          </a:p>
        </p:txBody>
      </p:sp>
      <p:sp>
        <p:nvSpPr>
          <p:cNvPr id="34" name="Text Placeholder 33">
            <a:extLst>
              <a:ext uri="{FF2B5EF4-FFF2-40B4-BE49-F238E27FC236}">
                <a16:creationId xmlns:a16="http://schemas.microsoft.com/office/drawing/2014/main" id="{2C4242D9-4151-75DB-70EE-A23ACDC6C4A8}"/>
              </a:ext>
            </a:extLst>
          </p:cNvPr>
          <p:cNvSpPr>
            <a:spLocks noGrp="1"/>
          </p:cNvSpPr>
          <p:nvPr>
            <p:ph type="body" sz="quarter" idx="80" hasCustomPrompt="1"/>
          </p:nvPr>
        </p:nvSpPr>
        <p:spPr>
          <a:xfrm>
            <a:off x="6214468" y="5202092"/>
            <a:ext cx="2531628" cy="376443"/>
          </a:xfrm>
        </p:spPr>
        <p:txBody>
          <a:bodyPr/>
          <a:lstStyle>
            <a:lvl1pPr algn="ctr">
              <a:defRPr sz="2000">
                <a:latin typeface="+mj-lt"/>
              </a:defRPr>
            </a:lvl1pPr>
          </a:lstStyle>
          <a:p>
            <a:pPr lvl="0"/>
            <a:r>
              <a:rPr lang="en-US"/>
              <a:t>Insert name</a:t>
            </a:r>
          </a:p>
        </p:txBody>
      </p:sp>
      <p:sp>
        <p:nvSpPr>
          <p:cNvPr id="35" name="Text Placeholder 33">
            <a:extLst>
              <a:ext uri="{FF2B5EF4-FFF2-40B4-BE49-F238E27FC236}">
                <a16:creationId xmlns:a16="http://schemas.microsoft.com/office/drawing/2014/main" id="{8DA2527C-55F5-7A56-F7C1-29A1388C0D83}"/>
              </a:ext>
            </a:extLst>
          </p:cNvPr>
          <p:cNvSpPr>
            <a:spLocks noGrp="1"/>
          </p:cNvSpPr>
          <p:nvPr>
            <p:ph type="body" sz="quarter" idx="81" hasCustomPrompt="1"/>
          </p:nvPr>
        </p:nvSpPr>
        <p:spPr>
          <a:xfrm>
            <a:off x="6214468" y="5545718"/>
            <a:ext cx="2531628" cy="376443"/>
          </a:xfrm>
        </p:spPr>
        <p:txBody>
          <a:bodyPr/>
          <a:lstStyle>
            <a:lvl1pPr algn="ctr">
              <a:defRPr sz="1400">
                <a:latin typeface="+mn-lt"/>
              </a:defRPr>
            </a:lvl1pPr>
          </a:lstStyle>
          <a:p>
            <a:pPr lvl="0"/>
            <a:r>
              <a:rPr lang="en-US"/>
              <a:t>Insert name</a:t>
            </a:r>
          </a:p>
        </p:txBody>
      </p:sp>
      <p:sp>
        <p:nvSpPr>
          <p:cNvPr id="36" name="Text Placeholder 33">
            <a:extLst>
              <a:ext uri="{FF2B5EF4-FFF2-40B4-BE49-F238E27FC236}">
                <a16:creationId xmlns:a16="http://schemas.microsoft.com/office/drawing/2014/main" id="{8C6E551C-8E43-1E25-1362-8E07C4E36FCC}"/>
              </a:ext>
            </a:extLst>
          </p:cNvPr>
          <p:cNvSpPr>
            <a:spLocks noGrp="1"/>
          </p:cNvSpPr>
          <p:nvPr>
            <p:ph type="body" sz="quarter" idx="82" hasCustomPrompt="1"/>
          </p:nvPr>
        </p:nvSpPr>
        <p:spPr>
          <a:xfrm>
            <a:off x="8941103" y="5202092"/>
            <a:ext cx="2531628" cy="376443"/>
          </a:xfrm>
        </p:spPr>
        <p:txBody>
          <a:bodyPr/>
          <a:lstStyle>
            <a:lvl1pPr algn="ctr">
              <a:defRPr sz="2000">
                <a:latin typeface="+mj-lt"/>
              </a:defRPr>
            </a:lvl1pPr>
          </a:lstStyle>
          <a:p>
            <a:pPr lvl="0"/>
            <a:r>
              <a:rPr lang="en-US"/>
              <a:t>Insert name</a:t>
            </a:r>
          </a:p>
        </p:txBody>
      </p:sp>
      <p:sp>
        <p:nvSpPr>
          <p:cNvPr id="37" name="Text Placeholder 33">
            <a:extLst>
              <a:ext uri="{FF2B5EF4-FFF2-40B4-BE49-F238E27FC236}">
                <a16:creationId xmlns:a16="http://schemas.microsoft.com/office/drawing/2014/main" id="{82274D4E-0E68-245B-19BA-295C3A8B9D73}"/>
              </a:ext>
            </a:extLst>
          </p:cNvPr>
          <p:cNvSpPr>
            <a:spLocks noGrp="1"/>
          </p:cNvSpPr>
          <p:nvPr>
            <p:ph type="body" sz="quarter" idx="83" hasCustomPrompt="1"/>
          </p:nvPr>
        </p:nvSpPr>
        <p:spPr>
          <a:xfrm>
            <a:off x="8941103" y="5545718"/>
            <a:ext cx="2531628" cy="376443"/>
          </a:xfrm>
        </p:spPr>
        <p:txBody>
          <a:bodyPr/>
          <a:lstStyle>
            <a:lvl1pPr algn="ctr">
              <a:defRPr sz="1400">
                <a:latin typeface="+mn-lt"/>
              </a:defRPr>
            </a:lvl1pPr>
          </a:lstStyle>
          <a:p>
            <a:pPr lvl="0"/>
            <a:r>
              <a:rPr lang="en-US"/>
              <a:t>Insert name</a:t>
            </a:r>
          </a:p>
        </p:txBody>
      </p:sp>
      <p:sp>
        <p:nvSpPr>
          <p:cNvPr id="9" name="TextBox 8">
            <a:extLst>
              <a:ext uri="{FF2B5EF4-FFF2-40B4-BE49-F238E27FC236}">
                <a16:creationId xmlns:a16="http://schemas.microsoft.com/office/drawing/2014/main" id="{EE3DDC36-7BE4-90C5-7DD4-480046F98E64}"/>
              </a:ext>
            </a:extLst>
          </p:cNvPr>
          <p:cNvSpPr txBox="1"/>
          <p:nvPr userDrawn="1"/>
        </p:nvSpPr>
        <p:spPr>
          <a:xfrm>
            <a:off x="185806" y="6607387"/>
            <a:ext cx="2589909" cy="230832"/>
          </a:xfrm>
          <a:prstGeom prst="rect">
            <a:avLst/>
          </a:prstGeom>
          <a:noFill/>
        </p:spPr>
        <p:txBody>
          <a:bodyPr wrap="square" lIns="0" tIns="0" rIns="0" bIns="0" rtlCol="0">
            <a:noAutofit/>
          </a:bodyPr>
          <a:lstStyle/>
          <a:p>
            <a:pPr algn="l"/>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28892382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userDrawn="1">
  <p:cSld name="Title left, light">
    <p:spTree>
      <p:nvGrpSpPr>
        <p:cNvPr id="1" name=""/>
        <p:cNvGrpSpPr/>
        <p:nvPr/>
      </p:nvGrpSpPr>
      <p:grpSpPr>
        <a:xfrm>
          <a:off x="0" y="0"/>
          <a:ext cx="0" cy="0"/>
          <a:chOff x="0" y="0"/>
          <a:chExt cx="0" cy="0"/>
        </a:xfrm>
      </p:grpSpPr>
      <p:sp>
        <p:nvSpPr>
          <p:cNvPr id="6" name="Title 10">
            <a:extLst>
              <a:ext uri="{FF2B5EF4-FFF2-40B4-BE49-F238E27FC236}">
                <a16:creationId xmlns:a16="http://schemas.microsoft.com/office/drawing/2014/main" id="{B7A6ACE2-85BA-FE97-A9CE-0BF9DB03B3CF}"/>
              </a:ext>
            </a:extLst>
          </p:cNvPr>
          <p:cNvSpPr>
            <a:spLocks noGrp="1"/>
          </p:cNvSpPr>
          <p:nvPr>
            <p:ph type="title" hasCustomPrompt="1"/>
          </p:nvPr>
        </p:nvSpPr>
        <p:spPr>
          <a:xfrm>
            <a:off x="615042" y="2750143"/>
            <a:ext cx="4235254" cy="1357713"/>
          </a:xfrm>
          <a:prstGeom prst="rect">
            <a:avLst/>
          </a:prstGeom>
        </p:spPr>
        <p:txBody>
          <a:bodyPr vert="horz" lIns="0" anchor="ctr">
            <a:normAutofit/>
          </a:bodyPr>
          <a:lstStyle>
            <a:lvl1pPr algn="l">
              <a:defRPr sz="3600" b="0" i="0" baseline="0">
                <a:solidFill>
                  <a:schemeClr val="tx1"/>
                </a:solidFill>
                <a:latin typeface="+mj-lt"/>
                <a:cs typeface="Arial" panose="020B0604020202020204" pitchFamily="34" charset="0"/>
              </a:defRPr>
            </a:lvl1pPr>
          </a:lstStyle>
          <a:p>
            <a:r>
              <a:rPr lang="en-US"/>
              <a:t>Headline</a:t>
            </a:r>
          </a:p>
        </p:txBody>
      </p:sp>
      <p:sp>
        <p:nvSpPr>
          <p:cNvPr id="4" name="TextBox 3">
            <a:extLst>
              <a:ext uri="{FF2B5EF4-FFF2-40B4-BE49-F238E27FC236}">
                <a16:creationId xmlns:a16="http://schemas.microsoft.com/office/drawing/2014/main" id="{96010144-E7A7-DB8E-E691-D286F3712D46}"/>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4048604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Title Left, light Sunflower">
    <p:bg>
      <p:bgPr>
        <a:solidFill>
          <a:schemeClr val="accent2"/>
        </a:solidFill>
        <a:effectLst/>
      </p:bgPr>
    </p:bg>
    <p:spTree>
      <p:nvGrpSpPr>
        <p:cNvPr id="1" name=""/>
        <p:cNvGrpSpPr/>
        <p:nvPr/>
      </p:nvGrpSpPr>
      <p:grpSpPr>
        <a:xfrm>
          <a:off x="0" y="0"/>
          <a:ext cx="0" cy="0"/>
          <a:chOff x="0" y="0"/>
          <a:chExt cx="0" cy="0"/>
        </a:xfrm>
      </p:grpSpPr>
      <p:sp>
        <p:nvSpPr>
          <p:cNvPr id="6" name="Title 10">
            <a:extLst>
              <a:ext uri="{FF2B5EF4-FFF2-40B4-BE49-F238E27FC236}">
                <a16:creationId xmlns:a16="http://schemas.microsoft.com/office/drawing/2014/main" id="{B7A6ACE2-85BA-FE97-A9CE-0BF9DB03B3CF}"/>
              </a:ext>
            </a:extLst>
          </p:cNvPr>
          <p:cNvSpPr>
            <a:spLocks noGrp="1"/>
          </p:cNvSpPr>
          <p:nvPr>
            <p:ph type="title" hasCustomPrompt="1"/>
          </p:nvPr>
        </p:nvSpPr>
        <p:spPr>
          <a:xfrm>
            <a:off x="615042" y="2750143"/>
            <a:ext cx="4235254" cy="1357713"/>
          </a:xfrm>
          <a:prstGeom prst="rect">
            <a:avLst/>
          </a:prstGeom>
        </p:spPr>
        <p:txBody>
          <a:bodyPr vert="horz" lIns="0" anchor="ctr">
            <a:normAutofit/>
          </a:bodyPr>
          <a:lstStyle>
            <a:lvl1pPr algn="l">
              <a:defRPr sz="3600" b="0" i="0" baseline="0">
                <a:solidFill>
                  <a:schemeClr val="tx1"/>
                </a:solidFill>
                <a:latin typeface="+mj-lt"/>
                <a:cs typeface="Arial" panose="020B0604020202020204" pitchFamily="34" charset="0"/>
              </a:defRPr>
            </a:lvl1pPr>
          </a:lstStyle>
          <a:p>
            <a:r>
              <a:rPr lang="en-US"/>
              <a:t>Headline</a:t>
            </a:r>
          </a:p>
        </p:txBody>
      </p:sp>
      <p:sp>
        <p:nvSpPr>
          <p:cNvPr id="3" name="TextBox 2">
            <a:extLst>
              <a:ext uri="{FF2B5EF4-FFF2-40B4-BE49-F238E27FC236}">
                <a16:creationId xmlns:a16="http://schemas.microsoft.com/office/drawing/2014/main" id="{16F9D89B-CAAA-BA08-EEF5-4C12975C7C7C}"/>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10371870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Title Left, dark">
    <p:bg>
      <p:bgPr>
        <a:solidFill>
          <a:schemeClr val="tx2"/>
        </a:solidFill>
        <a:effectLst/>
      </p:bgPr>
    </p:bg>
    <p:spTree>
      <p:nvGrpSpPr>
        <p:cNvPr id="1" name=""/>
        <p:cNvGrpSpPr/>
        <p:nvPr/>
      </p:nvGrpSpPr>
      <p:grpSpPr>
        <a:xfrm>
          <a:off x="0" y="0"/>
          <a:ext cx="0" cy="0"/>
          <a:chOff x="0" y="0"/>
          <a:chExt cx="0" cy="0"/>
        </a:xfrm>
      </p:grpSpPr>
      <p:sp>
        <p:nvSpPr>
          <p:cNvPr id="6" name="Title 10">
            <a:extLst>
              <a:ext uri="{FF2B5EF4-FFF2-40B4-BE49-F238E27FC236}">
                <a16:creationId xmlns:a16="http://schemas.microsoft.com/office/drawing/2014/main" id="{B7A6ACE2-85BA-FE97-A9CE-0BF9DB03B3CF}"/>
              </a:ext>
            </a:extLst>
          </p:cNvPr>
          <p:cNvSpPr>
            <a:spLocks noGrp="1"/>
          </p:cNvSpPr>
          <p:nvPr>
            <p:ph type="title" hasCustomPrompt="1"/>
          </p:nvPr>
        </p:nvSpPr>
        <p:spPr>
          <a:xfrm>
            <a:off x="615042" y="2750143"/>
            <a:ext cx="4235254" cy="1357713"/>
          </a:xfrm>
          <a:prstGeom prst="rect">
            <a:avLst/>
          </a:prstGeom>
        </p:spPr>
        <p:txBody>
          <a:bodyPr vert="horz" lIns="0" anchor="ctr">
            <a:normAutofit/>
          </a:bodyPr>
          <a:lstStyle>
            <a:lvl1pPr algn="l">
              <a:defRPr sz="3600" b="0" i="0" baseline="0">
                <a:solidFill>
                  <a:schemeClr val="bg2"/>
                </a:solidFill>
                <a:latin typeface="+mj-lt"/>
                <a:cs typeface="Arial" panose="020B0604020202020204" pitchFamily="34" charset="0"/>
              </a:defRPr>
            </a:lvl1pPr>
          </a:lstStyle>
          <a:p>
            <a:r>
              <a:rPr lang="en-US"/>
              <a:t>Headline</a:t>
            </a:r>
          </a:p>
        </p:txBody>
      </p:sp>
      <p:sp>
        <p:nvSpPr>
          <p:cNvPr id="2" name="TextBox 1">
            <a:extLst>
              <a:ext uri="{FF2B5EF4-FFF2-40B4-BE49-F238E27FC236}">
                <a16:creationId xmlns:a16="http://schemas.microsoft.com/office/drawing/2014/main" id="{F5A8C2A6-DF03-83BD-B4D1-8BBDF448E8F4}"/>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rgbClr val="C7E5FF"/>
                </a:solidFill>
                <a:latin typeface="Clarika Grotesque" pitchFamily="2" charset="77"/>
              </a:rPr>
              <a:t>© Dayforce</a:t>
            </a:r>
          </a:p>
        </p:txBody>
      </p:sp>
    </p:spTree>
    <p:extLst>
      <p:ext uri="{BB962C8B-B14F-4D97-AF65-F5344CB8AC3E}">
        <p14:creationId xmlns:p14="http://schemas.microsoft.com/office/powerpoint/2010/main" val="20305729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preserve="1" userDrawn="1">
  <p:cSld name="Title Left, dark Breeze">
    <p:bg>
      <p:bgPr>
        <a:solidFill>
          <a:schemeClr val="accent1"/>
        </a:solidFill>
        <a:effectLst/>
      </p:bgPr>
    </p:bg>
    <p:spTree>
      <p:nvGrpSpPr>
        <p:cNvPr id="1" name=""/>
        <p:cNvGrpSpPr/>
        <p:nvPr/>
      </p:nvGrpSpPr>
      <p:grpSpPr>
        <a:xfrm>
          <a:off x="0" y="0"/>
          <a:ext cx="0" cy="0"/>
          <a:chOff x="0" y="0"/>
          <a:chExt cx="0" cy="0"/>
        </a:xfrm>
      </p:grpSpPr>
      <p:sp>
        <p:nvSpPr>
          <p:cNvPr id="6" name="Title 10">
            <a:extLst>
              <a:ext uri="{FF2B5EF4-FFF2-40B4-BE49-F238E27FC236}">
                <a16:creationId xmlns:a16="http://schemas.microsoft.com/office/drawing/2014/main" id="{B7A6ACE2-85BA-FE97-A9CE-0BF9DB03B3CF}"/>
              </a:ext>
            </a:extLst>
          </p:cNvPr>
          <p:cNvSpPr>
            <a:spLocks noGrp="1"/>
          </p:cNvSpPr>
          <p:nvPr>
            <p:ph type="title" hasCustomPrompt="1"/>
          </p:nvPr>
        </p:nvSpPr>
        <p:spPr>
          <a:xfrm>
            <a:off x="615042" y="2750143"/>
            <a:ext cx="4235254" cy="1357713"/>
          </a:xfrm>
          <a:prstGeom prst="rect">
            <a:avLst/>
          </a:prstGeom>
        </p:spPr>
        <p:txBody>
          <a:bodyPr vert="horz" lIns="0" anchor="ctr">
            <a:normAutofit/>
          </a:bodyPr>
          <a:lstStyle>
            <a:lvl1pPr algn="l">
              <a:defRPr sz="3600" b="0" i="0" baseline="0">
                <a:solidFill>
                  <a:schemeClr val="bg2"/>
                </a:solidFill>
                <a:latin typeface="+mj-lt"/>
                <a:cs typeface="Arial" panose="020B0604020202020204" pitchFamily="34" charset="0"/>
              </a:defRPr>
            </a:lvl1pPr>
          </a:lstStyle>
          <a:p>
            <a:r>
              <a:rPr lang="en-US"/>
              <a:t>Headline</a:t>
            </a:r>
          </a:p>
        </p:txBody>
      </p:sp>
      <p:sp>
        <p:nvSpPr>
          <p:cNvPr id="2" name="TextBox 1">
            <a:extLst>
              <a:ext uri="{FF2B5EF4-FFF2-40B4-BE49-F238E27FC236}">
                <a16:creationId xmlns:a16="http://schemas.microsoft.com/office/drawing/2014/main" id="{07E62EB1-DEB9-966F-3415-360149B7858D}"/>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2"/>
                </a:solidFill>
                <a:latin typeface="Clarika Grotesque" pitchFamily="2" charset="77"/>
              </a:rPr>
              <a:t>© Dayforce</a:t>
            </a:r>
          </a:p>
        </p:txBody>
      </p:sp>
    </p:spTree>
    <p:extLst>
      <p:ext uri="{BB962C8B-B14F-4D97-AF65-F5344CB8AC3E}">
        <p14:creationId xmlns:p14="http://schemas.microsoft.com/office/powerpoint/2010/main" val="5072447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Title Left, dark Laguna">
    <p:bg>
      <p:bgPr>
        <a:solidFill>
          <a:schemeClr val="accent3"/>
        </a:solidFill>
        <a:effectLst/>
      </p:bgPr>
    </p:bg>
    <p:spTree>
      <p:nvGrpSpPr>
        <p:cNvPr id="1" name=""/>
        <p:cNvGrpSpPr/>
        <p:nvPr/>
      </p:nvGrpSpPr>
      <p:grpSpPr>
        <a:xfrm>
          <a:off x="0" y="0"/>
          <a:ext cx="0" cy="0"/>
          <a:chOff x="0" y="0"/>
          <a:chExt cx="0" cy="0"/>
        </a:xfrm>
      </p:grpSpPr>
      <p:sp>
        <p:nvSpPr>
          <p:cNvPr id="6" name="Title 10">
            <a:extLst>
              <a:ext uri="{FF2B5EF4-FFF2-40B4-BE49-F238E27FC236}">
                <a16:creationId xmlns:a16="http://schemas.microsoft.com/office/drawing/2014/main" id="{B7A6ACE2-85BA-FE97-A9CE-0BF9DB03B3CF}"/>
              </a:ext>
            </a:extLst>
          </p:cNvPr>
          <p:cNvSpPr>
            <a:spLocks noGrp="1"/>
          </p:cNvSpPr>
          <p:nvPr>
            <p:ph type="title" hasCustomPrompt="1"/>
          </p:nvPr>
        </p:nvSpPr>
        <p:spPr>
          <a:xfrm>
            <a:off x="615042" y="2750143"/>
            <a:ext cx="4235254" cy="1357713"/>
          </a:xfrm>
          <a:prstGeom prst="rect">
            <a:avLst/>
          </a:prstGeom>
        </p:spPr>
        <p:txBody>
          <a:bodyPr vert="horz" lIns="0" anchor="ctr">
            <a:normAutofit/>
          </a:bodyPr>
          <a:lstStyle>
            <a:lvl1pPr algn="l">
              <a:defRPr sz="3600" b="0" i="0" baseline="0">
                <a:solidFill>
                  <a:schemeClr val="bg2"/>
                </a:solidFill>
                <a:latin typeface="+mj-lt"/>
                <a:cs typeface="Arial" panose="020B0604020202020204" pitchFamily="34" charset="0"/>
              </a:defRPr>
            </a:lvl1pPr>
          </a:lstStyle>
          <a:p>
            <a:r>
              <a:rPr lang="en-US"/>
              <a:t>Headline</a:t>
            </a:r>
          </a:p>
        </p:txBody>
      </p:sp>
      <p:sp>
        <p:nvSpPr>
          <p:cNvPr id="2" name="TextBox 1">
            <a:extLst>
              <a:ext uri="{FF2B5EF4-FFF2-40B4-BE49-F238E27FC236}">
                <a16:creationId xmlns:a16="http://schemas.microsoft.com/office/drawing/2014/main" id="{18B791EA-1698-2076-AE37-F6C4D0DB2DDE}"/>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2"/>
                </a:solidFill>
                <a:latin typeface="Clarika Grotesque" pitchFamily="2" charset="77"/>
              </a:rPr>
              <a:t>© Dayforce</a:t>
            </a:r>
          </a:p>
        </p:txBody>
      </p:sp>
    </p:spTree>
    <p:extLst>
      <p:ext uri="{BB962C8B-B14F-4D97-AF65-F5344CB8AC3E}">
        <p14:creationId xmlns:p14="http://schemas.microsoft.com/office/powerpoint/2010/main" val="1379463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Left, dark Prince">
    <p:bg>
      <p:bgPr>
        <a:solidFill>
          <a:schemeClr val="accent4"/>
        </a:solidFill>
        <a:effectLst/>
      </p:bgPr>
    </p:bg>
    <p:spTree>
      <p:nvGrpSpPr>
        <p:cNvPr id="1" name=""/>
        <p:cNvGrpSpPr/>
        <p:nvPr/>
      </p:nvGrpSpPr>
      <p:grpSpPr>
        <a:xfrm>
          <a:off x="0" y="0"/>
          <a:ext cx="0" cy="0"/>
          <a:chOff x="0" y="0"/>
          <a:chExt cx="0" cy="0"/>
        </a:xfrm>
      </p:grpSpPr>
      <p:sp>
        <p:nvSpPr>
          <p:cNvPr id="6" name="Title 10">
            <a:extLst>
              <a:ext uri="{FF2B5EF4-FFF2-40B4-BE49-F238E27FC236}">
                <a16:creationId xmlns:a16="http://schemas.microsoft.com/office/drawing/2014/main" id="{B7A6ACE2-85BA-FE97-A9CE-0BF9DB03B3CF}"/>
              </a:ext>
            </a:extLst>
          </p:cNvPr>
          <p:cNvSpPr>
            <a:spLocks noGrp="1"/>
          </p:cNvSpPr>
          <p:nvPr>
            <p:ph type="title" hasCustomPrompt="1"/>
          </p:nvPr>
        </p:nvSpPr>
        <p:spPr>
          <a:xfrm>
            <a:off x="615042" y="2750143"/>
            <a:ext cx="4235254" cy="1357713"/>
          </a:xfrm>
          <a:prstGeom prst="rect">
            <a:avLst/>
          </a:prstGeom>
        </p:spPr>
        <p:txBody>
          <a:bodyPr vert="horz" lIns="0" anchor="ctr">
            <a:normAutofit/>
          </a:bodyPr>
          <a:lstStyle>
            <a:lvl1pPr algn="l">
              <a:defRPr sz="3600" b="0" i="0" baseline="0">
                <a:solidFill>
                  <a:schemeClr val="bg2"/>
                </a:solidFill>
                <a:latin typeface="+mj-lt"/>
                <a:cs typeface="Arial" panose="020B0604020202020204" pitchFamily="34" charset="0"/>
              </a:defRPr>
            </a:lvl1pPr>
          </a:lstStyle>
          <a:p>
            <a:r>
              <a:rPr lang="en-US"/>
              <a:t>Headline</a:t>
            </a:r>
          </a:p>
        </p:txBody>
      </p:sp>
      <p:sp>
        <p:nvSpPr>
          <p:cNvPr id="2" name="TextBox 1">
            <a:extLst>
              <a:ext uri="{FF2B5EF4-FFF2-40B4-BE49-F238E27FC236}">
                <a16:creationId xmlns:a16="http://schemas.microsoft.com/office/drawing/2014/main" id="{8354D8E8-5679-D602-E636-863765CB3642}"/>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1"/>
                </a:solidFill>
                <a:latin typeface="Clarika Grotesque" pitchFamily="2" charset="77"/>
              </a:rPr>
              <a:t>© Dayforce</a:t>
            </a:r>
          </a:p>
        </p:txBody>
      </p:sp>
    </p:spTree>
    <p:extLst>
      <p:ext uri="{BB962C8B-B14F-4D97-AF65-F5344CB8AC3E}">
        <p14:creationId xmlns:p14="http://schemas.microsoft.com/office/powerpoint/2010/main" val="3022118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preserve="1" userDrawn="1">
  <p:cSld name="Title Left, dark Hibiscus">
    <p:bg>
      <p:bgPr>
        <a:solidFill>
          <a:schemeClr val="accent6"/>
        </a:solidFill>
        <a:effectLst/>
      </p:bgPr>
    </p:bg>
    <p:spTree>
      <p:nvGrpSpPr>
        <p:cNvPr id="1" name=""/>
        <p:cNvGrpSpPr/>
        <p:nvPr/>
      </p:nvGrpSpPr>
      <p:grpSpPr>
        <a:xfrm>
          <a:off x="0" y="0"/>
          <a:ext cx="0" cy="0"/>
          <a:chOff x="0" y="0"/>
          <a:chExt cx="0" cy="0"/>
        </a:xfrm>
      </p:grpSpPr>
      <p:sp>
        <p:nvSpPr>
          <p:cNvPr id="6" name="Title 10">
            <a:extLst>
              <a:ext uri="{FF2B5EF4-FFF2-40B4-BE49-F238E27FC236}">
                <a16:creationId xmlns:a16="http://schemas.microsoft.com/office/drawing/2014/main" id="{B7A6ACE2-85BA-FE97-A9CE-0BF9DB03B3CF}"/>
              </a:ext>
            </a:extLst>
          </p:cNvPr>
          <p:cNvSpPr>
            <a:spLocks noGrp="1"/>
          </p:cNvSpPr>
          <p:nvPr>
            <p:ph type="title" hasCustomPrompt="1"/>
          </p:nvPr>
        </p:nvSpPr>
        <p:spPr>
          <a:xfrm>
            <a:off x="615042" y="2750143"/>
            <a:ext cx="4235254" cy="1357713"/>
          </a:xfrm>
          <a:prstGeom prst="rect">
            <a:avLst/>
          </a:prstGeom>
        </p:spPr>
        <p:txBody>
          <a:bodyPr vert="horz" lIns="0" anchor="ctr">
            <a:normAutofit/>
          </a:bodyPr>
          <a:lstStyle>
            <a:lvl1pPr algn="l">
              <a:defRPr sz="3600" b="0" i="0" baseline="0">
                <a:solidFill>
                  <a:schemeClr val="bg2"/>
                </a:solidFill>
                <a:latin typeface="+mj-lt"/>
                <a:cs typeface="Arial" panose="020B0604020202020204" pitchFamily="34" charset="0"/>
              </a:defRPr>
            </a:lvl1pPr>
          </a:lstStyle>
          <a:p>
            <a:r>
              <a:rPr lang="en-US"/>
              <a:t>Headline</a:t>
            </a:r>
          </a:p>
        </p:txBody>
      </p:sp>
      <p:sp>
        <p:nvSpPr>
          <p:cNvPr id="2" name="TextBox 1">
            <a:extLst>
              <a:ext uri="{FF2B5EF4-FFF2-40B4-BE49-F238E27FC236}">
                <a16:creationId xmlns:a16="http://schemas.microsoft.com/office/drawing/2014/main" id="{5B77F6D9-4EB0-6A3A-775A-9D5953D41115}"/>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2"/>
                </a:solidFill>
                <a:latin typeface="Clarika Grotesque" pitchFamily="2" charset="77"/>
              </a:rPr>
              <a:t>© Dayforce</a:t>
            </a:r>
          </a:p>
        </p:txBody>
      </p:sp>
    </p:spTree>
    <p:extLst>
      <p:ext uri="{BB962C8B-B14F-4D97-AF65-F5344CB8AC3E}">
        <p14:creationId xmlns:p14="http://schemas.microsoft.com/office/powerpoint/2010/main" val="21491733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Title left. light with call to actions">
    <p:spTree>
      <p:nvGrpSpPr>
        <p:cNvPr id="1" name=""/>
        <p:cNvGrpSpPr/>
        <p:nvPr/>
      </p:nvGrpSpPr>
      <p:grpSpPr>
        <a:xfrm>
          <a:off x="0" y="0"/>
          <a:ext cx="0" cy="0"/>
          <a:chOff x="0" y="0"/>
          <a:chExt cx="0" cy="0"/>
        </a:xfrm>
      </p:grpSpPr>
      <p:pic>
        <p:nvPicPr>
          <p:cNvPr id="26" name="Graphic 25">
            <a:extLst>
              <a:ext uri="{FF2B5EF4-FFF2-40B4-BE49-F238E27FC236}">
                <a16:creationId xmlns:a16="http://schemas.microsoft.com/office/drawing/2014/main" id="{28932F3C-7AE3-6048-0E52-1E0C3F761525}"/>
              </a:ext>
            </a:extLst>
          </p:cNvPr>
          <p:cNvPicPr>
            <a:picLocks noChangeAspect="1"/>
          </p:cNvPicPr>
          <p:nvPr userDrawn="1"/>
        </p:nvPicPr>
        <p:blipFill>
          <a:blip r:embed="rId2">
            <a:extLst>
              <a:ext uri="{96DAC541-7B7A-43D3-8B79-37D633B846F1}">
                <asvg:svgBlip xmlns:asvg="http://schemas.microsoft.com/office/drawing/2016/SVG/main" r:embed="rId3"/>
              </a:ext>
            </a:extLst>
          </a:blip>
          <a:srcRect r="5921"/>
          <a:stretch>
            <a:fillRect/>
          </a:stretch>
        </p:blipFill>
        <p:spPr>
          <a:xfrm rot="5922905" flipH="1">
            <a:off x="-4514879" y="-1046341"/>
            <a:ext cx="8884873" cy="9444008"/>
          </a:xfrm>
          <a:custGeom>
            <a:avLst/>
            <a:gdLst>
              <a:gd name="connsiteX0" fmla="*/ 3968058 w 8884873"/>
              <a:gd name="connsiteY0" fmla="*/ 9444007 h 9444008"/>
              <a:gd name="connsiteX1" fmla="*/ 573771 w 8884873"/>
              <a:gd name="connsiteY1" fmla="*/ 8923693 h 9444008"/>
              <a:gd name="connsiteX2" fmla="*/ 0 w 8884873"/>
              <a:gd name="connsiteY2" fmla="*/ 8835740 h 9444008"/>
              <a:gd name="connsiteX3" fmla="*/ 0 w 8884873"/>
              <a:gd name="connsiteY3" fmla="*/ 9444008 h 9444008"/>
              <a:gd name="connsiteX4" fmla="*/ 8086636 w 8884873"/>
              <a:gd name="connsiteY4" fmla="*/ 5207337 h 9444008"/>
              <a:gd name="connsiteX5" fmla="*/ 8884873 w 8884873"/>
              <a:gd name="connsiteY5" fmla="*/ 0 h 9444008"/>
              <a:gd name="connsiteX6" fmla="*/ 1941692 w 8884873"/>
              <a:gd name="connsiteY6" fmla="*/ 0 h 9444008"/>
              <a:gd name="connsiteX7" fmla="*/ 1302861 w 8884873"/>
              <a:gd name="connsiteY7" fmla="*/ 4167446 h 94440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884873" h="9444008">
                <a:moveTo>
                  <a:pt x="3968058" y="9444007"/>
                </a:moveTo>
                <a:lnTo>
                  <a:pt x="573771" y="8923693"/>
                </a:lnTo>
                <a:lnTo>
                  <a:pt x="0" y="8835740"/>
                </a:lnTo>
                <a:lnTo>
                  <a:pt x="0" y="9444008"/>
                </a:lnTo>
                <a:close/>
                <a:moveTo>
                  <a:pt x="8086636" y="5207337"/>
                </a:moveTo>
                <a:lnTo>
                  <a:pt x="8884873" y="0"/>
                </a:lnTo>
                <a:lnTo>
                  <a:pt x="1941692" y="0"/>
                </a:lnTo>
                <a:lnTo>
                  <a:pt x="1302861" y="4167446"/>
                </a:lnTo>
                <a:close/>
              </a:path>
            </a:pathLst>
          </a:custGeom>
        </p:spPr>
      </p:pic>
      <p:pic>
        <p:nvPicPr>
          <p:cNvPr id="31" name="Graphic 30">
            <a:extLst>
              <a:ext uri="{FF2B5EF4-FFF2-40B4-BE49-F238E27FC236}">
                <a16:creationId xmlns:a16="http://schemas.microsoft.com/office/drawing/2014/main" id="{CE618A21-FF94-F5BE-A310-6C6DEE1F3D4B}"/>
              </a:ext>
            </a:extLst>
          </p:cNvPr>
          <p:cNvPicPr>
            <a:picLocks noChangeAspect="1"/>
          </p:cNvPicPr>
          <p:nvPr userDrawn="1"/>
        </p:nvPicPr>
        <p:blipFill>
          <a:blip r:embed="rId4">
            <a:extLst>
              <a:ext uri="{96DAC541-7B7A-43D3-8B79-37D633B846F1}">
                <asvg:svgBlip xmlns:asvg="http://schemas.microsoft.com/office/drawing/2016/SVG/main" r:embed="rId5"/>
              </a:ext>
            </a:extLst>
          </a:blip>
          <a:srcRect r="7579"/>
          <a:stretch>
            <a:fillRect/>
          </a:stretch>
        </p:blipFill>
        <p:spPr>
          <a:xfrm rot="4877095">
            <a:off x="-4499657" y="-1500731"/>
            <a:ext cx="8773886" cy="9493356"/>
          </a:xfrm>
          <a:custGeom>
            <a:avLst/>
            <a:gdLst>
              <a:gd name="connsiteX0" fmla="*/ 1830706 w 8773886"/>
              <a:gd name="connsiteY0" fmla="*/ 1 h 9493356"/>
              <a:gd name="connsiteX1" fmla="*/ 8773886 w 8773886"/>
              <a:gd name="connsiteY1" fmla="*/ 0 h 9493356"/>
              <a:gd name="connsiteX2" fmla="*/ 7979330 w 8773886"/>
              <a:gd name="connsiteY2" fmla="*/ 5183325 h 9493356"/>
              <a:gd name="connsiteX3" fmla="*/ 1195556 w 8773886"/>
              <a:gd name="connsiteY3" fmla="*/ 4143434 h 9493356"/>
              <a:gd name="connsiteX4" fmla="*/ 0 w 8773886"/>
              <a:gd name="connsiteY4" fmla="*/ 9436446 h 9493356"/>
              <a:gd name="connsiteX5" fmla="*/ 193263 w 8773886"/>
              <a:gd name="connsiteY5" fmla="*/ 9466071 h 9493356"/>
              <a:gd name="connsiteX6" fmla="*/ 371258 w 8773886"/>
              <a:gd name="connsiteY6" fmla="*/ 9493356 h 9493356"/>
              <a:gd name="connsiteX7" fmla="*/ 0 w 8773886"/>
              <a:gd name="connsiteY7" fmla="*/ 9493356 h 9493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73886" h="9493356">
                <a:moveTo>
                  <a:pt x="1830706" y="1"/>
                </a:moveTo>
                <a:lnTo>
                  <a:pt x="8773886" y="0"/>
                </a:lnTo>
                <a:lnTo>
                  <a:pt x="7979330" y="5183325"/>
                </a:lnTo>
                <a:lnTo>
                  <a:pt x="1195556" y="4143434"/>
                </a:lnTo>
                <a:close/>
                <a:moveTo>
                  <a:pt x="0" y="9436446"/>
                </a:moveTo>
                <a:lnTo>
                  <a:pt x="193263" y="9466071"/>
                </a:lnTo>
                <a:lnTo>
                  <a:pt x="371258" y="9493356"/>
                </a:lnTo>
                <a:lnTo>
                  <a:pt x="0" y="9493356"/>
                </a:lnTo>
                <a:close/>
              </a:path>
            </a:pathLst>
          </a:custGeom>
        </p:spPr>
      </p:pic>
      <p:sp>
        <p:nvSpPr>
          <p:cNvPr id="6" name="Title 10">
            <a:extLst>
              <a:ext uri="{FF2B5EF4-FFF2-40B4-BE49-F238E27FC236}">
                <a16:creationId xmlns:a16="http://schemas.microsoft.com/office/drawing/2014/main" id="{B7A6ACE2-85BA-FE97-A9CE-0BF9DB03B3CF}"/>
              </a:ext>
            </a:extLst>
          </p:cNvPr>
          <p:cNvSpPr>
            <a:spLocks noGrp="1"/>
          </p:cNvSpPr>
          <p:nvPr userDrawn="1">
            <p:ph type="title" hasCustomPrompt="1"/>
          </p:nvPr>
        </p:nvSpPr>
        <p:spPr>
          <a:xfrm>
            <a:off x="615042" y="2109630"/>
            <a:ext cx="3194958" cy="2638740"/>
          </a:xfrm>
          <a:prstGeom prst="rect">
            <a:avLst/>
          </a:prstGeom>
        </p:spPr>
        <p:txBody>
          <a:bodyPr vert="horz" lIns="0" anchor="ctr">
            <a:normAutofit/>
          </a:bodyPr>
          <a:lstStyle>
            <a:lvl1pPr algn="l">
              <a:defRPr sz="3600" b="0" i="0" baseline="0">
                <a:solidFill>
                  <a:schemeClr val="tx1"/>
                </a:solidFill>
                <a:latin typeface="+mj-lt"/>
                <a:cs typeface="Arial" panose="020B0604020202020204" pitchFamily="34" charset="0"/>
              </a:defRPr>
            </a:lvl1pPr>
          </a:lstStyle>
          <a:p>
            <a:r>
              <a:rPr lang="en-US"/>
              <a:t>Headline</a:t>
            </a:r>
          </a:p>
        </p:txBody>
      </p:sp>
      <p:sp>
        <p:nvSpPr>
          <p:cNvPr id="3" name="Text Placeholder 15">
            <a:extLst>
              <a:ext uri="{FF2B5EF4-FFF2-40B4-BE49-F238E27FC236}">
                <a16:creationId xmlns:a16="http://schemas.microsoft.com/office/drawing/2014/main" id="{0E2F7D6B-F6BD-A4B8-3251-57F3DDCC47DD}"/>
              </a:ext>
            </a:extLst>
          </p:cNvPr>
          <p:cNvSpPr>
            <a:spLocks noGrp="1"/>
          </p:cNvSpPr>
          <p:nvPr userDrawn="1">
            <p:ph type="body" sz="quarter" idx="10" hasCustomPrompt="1"/>
          </p:nvPr>
        </p:nvSpPr>
        <p:spPr>
          <a:xfrm>
            <a:off x="6489668" y="1630132"/>
            <a:ext cx="3994481" cy="722181"/>
          </a:xfrm>
        </p:spPr>
        <p:txBody>
          <a:bodyPr anchor="ctr" anchorCtr="0"/>
          <a:lstStyle>
            <a:lvl1pPr algn="l">
              <a:defRPr sz="2000"/>
            </a:lvl1pPr>
          </a:lstStyle>
          <a:p>
            <a:pPr lvl="0"/>
            <a:r>
              <a:rPr lang="en-US"/>
              <a:t>Insert text here</a:t>
            </a:r>
          </a:p>
        </p:txBody>
      </p:sp>
      <p:sp>
        <p:nvSpPr>
          <p:cNvPr id="4" name="Picture Placeholder 19">
            <a:extLst>
              <a:ext uri="{FF2B5EF4-FFF2-40B4-BE49-F238E27FC236}">
                <a16:creationId xmlns:a16="http://schemas.microsoft.com/office/drawing/2014/main" id="{EC44FA7D-959C-852E-6E74-729193E546E3}"/>
              </a:ext>
            </a:extLst>
          </p:cNvPr>
          <p:cNvSpPr>
            <a:spLocks noGrp="1"/>
          </p:cNvSpPr>
          <p:nvPr userDrawn="1">
            <p:ph type="pic" sz="quarter" idx="13"/>
          </p:nvPr>
        </p:nvSpPr>
        <p:spPr>
          <a:xfrm>
            <a:off x="5517037" y="1692250"/>
            <a:ext cx="597342" cy="597342"/>
          </a:xfrm>
        </p:spPr>
        <p:txBody>
          <a:bodyPr/>
          <a:lstStyle/>
          <a:p>
            <a:endParaRPr lang="en-US"/>
          </a:p>
        </p:txBody>
      </p:sp>
      <p:sp>
        <p:nvSpPr>
          <p:cNvPr id="5" name="Text Placeholder 15">
            <a:extLst>
              <a:ext uri="{FF2B5EF4-FFF2-40B4-BE49-F238E27FC236}">
                <a16:creationId xmlns:a16="http://schemas.microsoft.com/office/drawing/2014/main" id="{F27A9DE2-C2B8-951A-65C3-5AF4A08A22AD}"/>
              </a:ext>
            </a:extLst>
          </p:cNvPr>
          <p:cNvSpPr>
            <a:spLocks noGrp="1"/>
          </p:cNvSpPr>
          <p:nvPr userDrawn="1">
            <p:ph type="body" sz="quarter" idx="14" hasCustomPrompt="1"/>
          </p:nvPr>
        </p:nvSpPr>
        <p:spPr>
          <a:xfrm>
            <a:off x="6489668" y="2642643"/>
            <a:ext cx="3994481" cy="722181"/>
          </a:xfrm>
        </p:spPr>
        <p:txBody>
          <a:bodyPr anchor="ctr" anchorCtr="0"/>
          <a:lstStyle>
            <a:lvl1pPr algn="l">
              <a:defRPr sz="2000"/>
            </a:lvl1pPr>
          </a:lstStyle>
          <a:p>
            <a:pPr lvl="0"/>
            <a:r>
              <a:rPr lang="en-US"/>
              <a:t>Insert text here</a:t>
            </a:r>
          </a:p>
        </p:txBody>
      </p:sp>
      <p:sp>
        <p:nvSpPr>
          <p:cNvPr id="7" name="Picture Placeholder 19">
            <a:extLst>
              <a:ext uri="{FF2B5EF4-FFF2-40B4-BE49-F238E27FC236}">
                <a16:creationId xmlns:a16="http://schemas.microsoft.com/office/drawing/2014/main" id="{3F032639-A854-AC52-FD21-56EC1EDFDC04}"/>
              </a:ext>
            </a:extLst>
          </p:cNvPr>
          <p:cNvSpPr>
            <a:spLocks noGrp="1"/>
          </p:cNvSpPr>
          <p:nvPr userDrawn="1">
            <p:ph type="pic" sz="quarter" idx="15"/>
          </p:nvPr>
        </p:nvSpPr>
        <p:spPr>
          <a:xfrm>
            <a:off x="5517037" y="2704761"/>
            <a:ext cx="597342" cy="597342"/>
          </a:xfrm>
        </p:spPr>
        <p:txBody>
          <a:bodyPr/>
          <a:lstStyle/>
          <a:p>
            <a:endParaRPr lang="en-US"/>
          </a:p>
        </p:txBody>
      </p:sp>
      <p:sp>
        <p:nvSpPr>
          <p:cNvPr id="8" name="Text Placeholder 15">
            <a:extLst>
              <a:ext uri="{FF2B5EF4-FFF2-40B4-BE49-F238E27FC236}">
                <a16:creationId xmlns:a16="http://schemas.microsoft.com/office/drawing/2014/main" id="{9D2617BC-11A3-62F1-9236-76CF94A7E152}"/>
              </a:ext>
            </a:extLst>
          </p:cNvPr>
          <p:cNvSpPr>
            <a:spLocks noGrp="1"/>
          </p:cNvSpPr>
          <p:nvPr userDrawn="1">
            <p:ph type="body" sz="quarter" idx="16" hasCustomPrompt="1"/>
          </p:nvPr>
        </p:nvSpPr>
        <p:spPr>
          <a:xfrm>
            <a:off x="6489668" y="3654192"/>
            <a:ext cx="3994481" cy="722181"/>
          </a:xfrm>
        </p:spPr>
        <p:txBody>
          <a:bodyPr anchor="ctr" anchorCtr="0"/>
          <a:lstStyle>
            <a:lvl1pPr algn="l">
              <a:defRPr sz="2000"/>
            </a:lvl1pPr>
          </a:lstStyle>
          <a:p>
            <a:pPr lvl="0"/>
            <a:r>
              <a:rPr lang="en-US"/>
              <a:t>Insert text here</a:t>
            </a:r>
          </a:p>
        </p:txBody>
      </p:sp>
      <p:sp>
        <p:nvSpPr>
          <p:cNvPr id="9" name="Picture Placeholder 19">
            <a:extLst>
              <a:ext uri="{FF2B5EF4-FFF2-40B4-BE49-F238E27FC236}">
                <a16:creationId xmlns:a16="http://schemas.microsoft.com/office/drawing/2014/main" id="{37997980-72AE-1EDE-CAE9-7D8945A7E81B}"/>
              </a:ext>
            </a:extLst>
          </p:cNvPr>
          <p:cNvSpPr>
            <a:spLocks noGrp="1"/>
          </p:cNvSpPr>
          <p:nvPr userDrawn="1">
            <p:ph type="pic" sz="quarter" idx="17"/>
          </p:nvPr>
        </p:nvSpPr>
        <p:spPr>
          <a:xfrm>
            <a:off x="5517037" y="3716310"/>
            <a:ext cx="597342" cy="597342"/>
          </a:xfrm>
        </p:spPr>
        <p:txBody>
          <a:bodyPr/>
          <a:lstStyle/>
          <a:p>
            <a:endParaRPr lang="en-US"/>
          </a:p>
        </p:txBody>
      </p:sp>
      <p:sp>
        <p:nvSpPr>
          <p:cNvPr id="10" name="Text Placeholder 15">
            <a:extLst>
              <a:ext uri="{FF2B5EF4-FFF2-40B4-BE49-F238E27FC236}">
                <a16:creationId xmlns:a16="http://schemas.microsoft.com/office/drawing/2014/main" id="{A6144D48-A0A6-8185-B353-1FF7D6C32684}"/>
              </a:ext>
            </a:extLst>
          </p:cNvPr>
          <p:cNvSpPr>
            <a:spLocks noGrp="1"/>
          </p:cNvSpPr>
          <p:nvPr userDrawn="1">
            <p:ph type="body" sz="quarter" idx="18" hasCustomPrompt="1"/>
          </p:nvPr>
        </p:nvSpPr>
        <p:spPr>
          <a:xfrm>
            <a:off x="6489668" y="4666703"/>
            <a:ext cx="3994481" cy="722181"/>
          </a:xfrm>
        </p:spPr>
        <p:txBody>
          <a:bodyPr anchor="ctr" anchorCtr="0"/>
          <a:lstStyle>
            <a:lvl1pPr algn="l">
              <a:defRPr sz="2000"/>
            </a:lvl1pPr>
          </a:lstStyle>
          <a:p>
            <a:pPr lvl="0"/>
            <a:r>
              <a:rPr lang="en-US"/>
              <a:t>Insert text here</a:t>
            </a:r>
          </a:p>
        </p:txBody>
      </p:sp>
      <p:sp>
        <p:nvSpPr>
          <p:cNvPr id="11" name="Picture Placeholder 19">
            <a:extLst>
              <a:ext uri="{FF2B5EF4-FFF2-40B4-BE49-F238E27FC236}">
                <a16:creationId xmlns:a16="http://schemas.microsoft.com/office/drawing/2014/main" id="{E20145AD-A705-B184-91E1-427A4BAF65AD}"/>
              </a:ext>
            </a:extLst>
          </p:cNvPr>
          <p:cNvSpPr>
            <a:spLocks noGrp="1"/>
          </p:cNvSpPr>
          <p:nvPr userDrawn="1">
            <p:ph type="pic" sz="quarter" idx="19"/>
          </p:nvPr>
        </p:nvSpPr>
        <p:spPr>
          <a:xfrm>
            <a:off x="5517037" y="4728821"/>
            <a:ext cx="597342" cy="597342"/>
          </a:xfrm>
        </p:spPr>
        <p:txBody>
          <a:bodyPr/>
          <a:lstStyle/>
          <a:p>
            <a:endParaRPr lang="en-US"/>
          </a:p>
        </p:txBody>
      </p:sp>
      <p:cxnSp>
        <p:nvCxnSpPr>
          <p:cNvPr id="14" name="Straight Connector 13">
            <a:extLst>
              <a:ext uri="{FF2B5EF4-FFF2-40B4-BE49-F238E27FC236}">
                <a16:creationId xmlns:a16="http://schemas.microsoft.com/office/drawing/2014/main" id="{5D7FF85F-77B9-4F3C-0C7B-6484B5398B31}"/>
              </a:ext>
            </a:extLst>
          </p:cNvPr>
          <p:cNvCxnSpPr>
            <a:cxnSpLocks/>
          </p:cNvCxnSpPr>
          <p:nvPr userDrawn="1"/>
        </p:nvCxnSpPr>
        <p:spPr>
          <a:xfrm>
            <a:off x="5533079" y="2498100"/>
            <a:ext cx="4967112" cy="0"/>
          </a:xfrm>
          <a:prstGeom prst="line">
            <a:avLst/>
          </a:prstGeom>
          <a:ln w="15875">
            <a:solidFill>
              <a:srgbClr val="C7E5FF"/>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9511EA4-386E-E05C-0848-EF017B52E498}"/>
              </a:ext>
            </a:extLst>
          </p:cNvPr>
          <p:cNvCxnSpPr>
            <a:cxnSpLocks/>
          </p:cNvCxnSpPr>
          <p:nvPr userDrawn="1"/>
        </p:nvCxnSpPr>
        <p:spPr>
          <a:xfrm>
            <a:off x="5533079" y="3512763"/>
            <a:ext cx="4967112" cy="0"/>
          </a:xfrm>
          <a:prstGeom prst="line">
            <a:avLst/>
          </a:prstGeom>
          <a:ln w="15875">
            <a:solidFill>
              <a:srgbClr val="C7E5FF"/>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C8E1C5AE-60B4-CED9-072A-D0DA630800FF}"/>
              </a:ext>
            </a:extLst>
          </p:cNvPr>
          <p:cNvCxnSpPr>
            <a:cxnSpLocks/>
          </p:cNvCxnSpPr>
          <p:nvPr userDrawn="1"/>
        </p:nvCxnSpPr>
        <p:spPr>
          <a:xfrm>
            <a:off x="5533079" y="4515395"/>
            <a:ext cx="4967112" cy="0"/>
          </a:xfrm>
          <a:prstGeom prst="line">
            <a:avLst/>
          </a:prstGeom>
          <a:ln w="15875">
            <a:solidFill>
              <a:srgbClr val="C7E5FF"/>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3FEADF42-7537-E5F1-844F-82B76BB8E20E}"/>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21857258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Agenda Light, Long">
    <p:spTree>
      <p:nvGrpSpPr>
        <p:cNvPr id="1" name=""/>
        <p:cNvGrpSpPr/>
        <p:nvPr/>
      </p:nvGrpSpPr>
      <p:grpSpPr>
        <a:xfrm>
          <a:off x="0" y="0"/>
          <a:ext cx="0" cy="0"/>
          <a:chOff x="0" y="0"/>
          <a:chExt cx="0" cy="0"/>
        </a:xfrm>
      </p:grpSpPr>
      <p:sp>
        <p:nvSpPr>
          <p:cNvPr id="6" name="Title 10">
            <a:extLst>
              <a:ext uri="{FF2B5EF4-FFF2-40B4-BE49-F238E27FC236}">
                <a16:creationId xmlns:a16="http://schemas.microsoft.com/office/drawing/2014/main" id="{B7A6ACE2-85BA-FE97-A9CE-0BF9DB03B3CF}"/>
              </a:ext>
            </a:extLst>
          </p:cNvPr>
          <p:cNvSpPr>
            <a:spLocks noGrp="1"/>
          </p:cNvSpPr>
          <p:nvPr>
            <p:ph type="title" hasCustomPrompt="1"/>
          </p:nvPr>
        </p:nvSpPr>
        <p:spPr>
          <a:xfrm>
            <a:off x="615042" y="2750143"/>
            <a:ext cx="4235254" cy="1357713"/>
          </a:xfrm>
          <a:prstGeom prst="rect">
            <a:avLst/>
          </a:prstGeom>
        </p:spPr>
        <p:txBody>
          <a:bodyPr vert="horz" lIns="0" anchor="ctr">
            <a:normAutofit/>
          </a:bodyPr>
          <a:lstStyle>
            <a:lvl1pPr algn="l">
              <a:defRPr sz="3600" b="0" i="0" baseline="0">
                <a:solidFill>
                  <a:schemeClr val="tx1"/>
                </a:solidFill>
                <a:latin typeface="+mj-lt"/>
                <a:cs typeface="Arial" panose="020B0604020202020204" pitchFamily="34" charset="0"/>
              </a:defRPr>
            </a:lvl1pPr>
          </a:lstStyle>
          <a:p>
            <a:r>
              <a:rPr lang="en-US"/>
              <a:t>Agenda</a:t>
            </a:r>
          </a:p>
        </p:txBody>
      </p:sp>
      <p:pic>
        <p:nvPicPr>
          <p:cNvPr id="9" name="Graphic 8">
            <a:extLst>
              <a:ext uri="{FF2B5EF4-FFF2-40B4-BE49-F238E27FC236}">
                <a16:creationId xmlns:a16="http://schemas.microsoft.com/office/drawing/2014/main" id="{51E37F8F-B407-8BF3-6B86-FE67DC57958A}"/>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rot="1304002">
            <a:off x="3943579" y="-455121"/>
            <a:ext cx="7987134" cy="7987135"/>
          </a:xfrm>
          <a:custGeom>
            <a:avLst/>
            <a:gdLst>
              <a:gd name="connsiteX0" fmla="*/ 0 w 7987134"/>
              <a:gd name="connsiteY0" fmla="*/ 1776282 h 7987135"/>
              <a:gd name="connsiteX1" fmla="*/ 4456045 w 7987134"/>
              <a:gd name="connsiteY1" fmla="*/ 0 h 7987135"/>
              <a:gd name="connsiteX2" fmla="*/ 6982083 w 7987134"/>
              <a:gd name="connsiteY2" fmla="*/ 0 h 7987135"/>
              <a:gd name="connsiteX3" fmla="*/ 7987134 w 7987134"/>
              <a:gd name="connsiteY3" fmla="*/ 2521306 h 7987135"/>
              <a:gd name="connsiteX4" fmla="*/ 7987134 w 7987134"/>
              <a:gd name="connsiteY4" fmla="*/ 5980616 h 7987135"/>
              <a:gd name="connsiteX5" fmla="*/ 2953509 w 7987134"/>
              <a:gd name="connsiteY5" fmla="*/ 7987135 h 7987135"/>
              <a:gd name="connsiteX6" fmla="*/ 0 w 7987134"/>
              <a:gd name="connsiteY6" fmla="*/ 7987135 h 79871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987134" h="7987135">
                <a:moveTo>
                  <a:pt x="0" y="1776282"/>
                </a:moveTo>
                <a:lnTo>
                  <a:pt x="4456045" y="0"/>
                </a:lnTo>
                <a:lnTo>
                  <a:pt x="6982083" y="0"/>
                </a:lnTo>
                <a:lnTo>
                  <a:pt x="7987134" y="2521306"/>
                </a:lnTo>
                <a:lnTo>
                  <a:pt x="7987134" y="5980616"/>
                </a:lnTo>
                <a:lnTo>
                  <a:pt x="2953509" y="7987135"/>
                </a:lnTo>
                <a:lnTo>
                  <a:pt x="0" y="7987135"/>
                </a:lnTo>
                <a:close/>
              </a:path>
            </a:pathLst>
          </a:custGeom>
        </p:spPr>
      </p:pic>
      <p:pic>
        <p:nvPicPr>
          <p:cNvPr id="14" name="Graphic 13">
            <a:extLst>
              <a:ext uri="{FF2B5EF4-FFF2-40B4-BE49-F238E27FC236}">
                <a16:creationId xmlns:a16="http://schemas.microsoft.com/office/drawing/2014/main" id="{56627062-532E-70B9-E1FC-5874AF76AEC0}"/>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a:fillRect/>
          </a:stretch>
        </p:blipFill>
        <p:spPr>
          <a:xfrm rot="20910920">
            <a:off x="4131410" y="-511664"/>
            <a:ext cx="7708646" cy="7708646"/>
          </a:xfrm>
          <a:custGeom>
            <a:avLst/>
            <a:gdLst>
              <a:gd name="connsiteX0" fmla="*/ 1672091 w 7708646"/>
              <a:gd name="connsiteY0" fmla="*/ 0 h 7708646"/>
              <a:gd name="connsiteX1" fmla="*/ 7708646 w 7708646"/>
              <a:gd name="connsiteY1" fmla="*/ 1226468 h 7708646"/>
              <a:gd name="connsiteX2" fmla="*/ 7708646 w 7708646"/>
              <a:gd name="connsiteY2" fmla="*/ 6009534 h 7708646"/>
              <a:gd name="connsiteX3" fmla="*/ 7363432 w 7708646"/>
              <a:gd name="connsiteY3" fmla="*/ 7708646 h 7708646"/>
              <a:gd name="connsiteX4" fmla="*/ 5144059 w 7708646"/>
              <a:gd name="connsiteY4" fmla="*/ 7708646 h 7708646"/>
              <a:gd name="connsiteX5" fmla="*/ 0 w 7708646"/>
              <a:gd name="connsiteY5" fmla="*/ 6663509 h 7708646"/>
              <a:gd name="connsiteX6" fmla="*/ 0 w 7708646"/>
              <a:gd name="connsiteY6" fmla="*/ 0 h 77086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708646" h="7708646">
                <a:moveTo>
                  <a:pt x="1672091" y="0"/>
                </a:moveTo>
                <a:lnTo>
                  <a:pt x="7708646" y="1226468"/>
                </a:lnTo>
                <a:lnTo>
                  <a:pt x="7708646" y="6009534"/>
                </a:lnTo>
                <a:lnTo>
                  <a:pt x="7363432" y="7708646"/>
                </a:lnTo>
                <a:lnTo>
                  <a:pt x="5144059" y="7708646"/>
                </a:lnTo>
                <a:lnTo>
                  <a:pt x="0" y="6663509"/>
                </a:lnTo>
                <a:lnTo>
                  <a:pt x="0" y="0"/>
                </a:lnTo>
                <a:close/>
              </a:path>
            </a:pathLst>
          </a:custGeom>
        </p:spPr>
      </p:pic>
      <p:sp>
        <p:nvSpPr>
          <p:cNvPr id="3" name="TextBox 2">
            <a:extLst>
              <a:ext uri="{FF2B5EF4-FFF2-40B4-BE49-F238E27FC236}">
                <a16:creationId xmlns:a16="http://schemas.microsoft.com/office/drawing/2014/main" id="{3D227C12-D8C3-B3BC-A2BE-526BAE3C6D5E}"/>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41694813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Agenda Light, 3 items">
    <p:spTree>
      <p:nvGrpSpPr>
        <p:cNvPr id="1" name=""/>
        <p:cNvGrpSpPr/>
        <p:nvPr/>
      </p:nvGrpSpPr>
      <p:grpSpPr>
        <a:xfrm>
          <a:off x="0" y="0"/>
          <a:ext cx="0" cy="0"/>
          <a:chOff x="0" y="0"/>
          <a:chExt cx="0" cy="0"/>
        </a:xfrm>
      </p:grpSpPr>
      <p:sp>
        <p:nvSpPr>
          <p:cNvPr id="6" name="Title 10">
            <a:extLst>
              <a:ext uri="{FF2B5EF4-FFF2-40B4-BE49-F238E27FC236}">
                <a16:creationId xmlns:a16="http://schemas.microsoft.com/office/drawing/2014/main" id="{B7A6ACE2-85BA-FE97-A9CE-0BF9DB03B3CF}"/>
              </a:ext>
            </a:extLst>
          </p:cNvPr>
          <p:cNvSpPr>
            <a:spLocks noGrp="1"/>
          </p:cNvSpPr>
          <p:nvPr>
            <p:ph type="title" hasCustomPrompt="1"/>
          </p:nvPr>
        </p:nvSpPr>
        <p:spPr>
          <a:xfrm>
            <a:off x="615042" y="611444"/>
            <a:ext cx="5328558" cy="598232"/>
          </a:xfrm>
          <a:prstGeom prst="rect">
            <a:avLst/>
          </a:prstGeom>
        </p:spPr>
        <p:txBody>
          <a:bodyPr vert="horz" lIns="0" anchor="t" anchorCtr="0">
            <a:noAutofit/>
          </a:bodyPr>
          <a:lstStyle>
            <a:lvl1pPr algn="l">
              <a:defRPr sz="3600" b="0" i="0" baseline="0">
                <a:solidFill>
                  <a:schemeClr val="tx1"/>
                </a:solidFill>
                <a:latin typeface="+mj-lt"/>
                <a:cs typeface="Arial" panose="020B0604020202020204" pitchFamily="34" charset="0"/>
              </a:defRPr>
            </a:lvl1pPr>
          </a:lstStyle>
          <a:p>
            <a:r>
              <a:rPr lang="en-US"/>
              <a:t>Agenda, 3 items</a:t>
            </a:r>
          </a:p>
        </p:txBody>
      </p:sp>
      <p:sp>
        <p:nvSpPr>
          <p:cNvPr id="4" name="Text Placeholder 11">
            <a:extLst>
              <a:ext uri="{FF2B5EF4-FFF2-40B4-BE49-F238E27FC236}">
                <a16:creationId xmlns:a16="http://schemas.microsoft.com/office/drawing/2014/main" id="{D01220DB-4A22-0635-7B90-9550DC2E0AC2}"/>
              </a:ext>
            </a:extLst>
          </p:cNvPr>
          <p:cNvSpPr>
            <a:spLocks noGrp="1"/>
          </p:cNvSpPr>
          <p:nvPr>
            <p:ph type="body" sz="quarter" idx="10" hasCustomPrompt="1"/>
          </p:nvPr>
        </p:nvSpPr>
        <p:spPr>
          <a:xfrm>
            <a:off x="615042" y="2155345"/>
            <a:ext cx="1042308" cy="823912"/>
          </a:xfrm>
        </p:spPr>
        <p:txBody>
          <a:bodyPr anchor="ctr" anchorCtr="0"/>
          <a:lstStyle>
            <a:lvl1pPr>
              <a:spcAft>
                <a:spcPts val="0"/>
              </a:spcAft>
              <a:defRPr sz="6400">
                <a:solidFill>
                  <a:schemeClr val="tx2"/>
                </a:solidFill>
                <a:latin typeface="+mj-lt"/>
              </a:defRPr>
            </a:lvl1pPr>
          </a:lstStyle>
          <a:p>
            <a:pPr lvl="0"/>
            <a:r>
              <a:rPr lang="en-US"/>
              <a:t>01</a:t>
            </a:r>
          </a:p>
        </p:txBody>
      </p:sp>
      <p:sp>
        <p:nvSpPr>
          <p:cNvPr id="5" name="Text Placeholder 15">
            <a:extLst>
              <a:ext uri="{FF2B5EF4-FFF2-40B4-BE49-F238E27FC236}">
                <a16:creationId xmlns:a16="http://schemas.microsoft.com/office/drawing/2014/main" id="{76404906-FA4D-9AE6-F7CC-AC7112C3267D}"/>
              </a:ext>
            </a:extLst>
          </p:cNvPr>
          <p:cNvSpPr>
            <a:spLocks noGrp="1"/>
          </p:cNvSpPr>
          <p:nvPr>
            <p:ph type="body" sz="quarter" idx="11" hasCustomPrompt="1"/>
          </p:nvPr>
        </p:nvSpPr>
        <p:spPr>
          <a:xfrm>
            <a:off x="615041" y="3207232"/>
            <a:ext cx="2283504" cy="823912"/>
          </a:xfrm>
        </p:spPr>
        <p:txBody>
          <a:bodyPr anchor="t" anchorCtr="0"/>
          <a:lstStyle>
            <a:lvl1pPr algn="l">
              <a:defRPr sz="2200">
                <a:solidFill>
                  <a:schemeClr val="tx1"/>
                </a:solidFill>
              </a:defRPr>
            </a:lvl1pPr>
          </a:lstStyle>
          <a:p>
            <a:pPr lvl="0"/>
            <a:r>
              <a:rPr lang="en-US"/>
              <a:t>Insert text here</a:t>
            </a:r>
          </a:p>
        </p:txBody>
      </p:sp>
      <p:sp>
        <p:nvSpPr>
          <p:cNvPr id="9" name="Text Placeholder 11">
            <a:extLst>
              <a:ext uri="{FF2B5EF4-FFF2-40B4-BE49-F238E27FC236}">
                <a16:creationId xmlns:a16="http://schemas.microsoft.com/office/drawing/2014/main" id="{DF005748-42CA-8252-2346-388F064FDDCC}"/>
              </a:ext>
            </a:extLst>
          </p:cNvPr>
          <p:cNvSpPr>
            <a:spLocks noGrp="1"/>
          </p:cNvSpPr>
          <p:nvPr>
            <p:ph type="body" sz="quarter" idx="14" hasCustomPrompt="1"/>
          </p:nvPr>
        </p:nvSpPr>
        <p:spPr>
          <a:xfrm>
            <a:off x="3250522" y="2155345"/>
            <a:ext cx="1042308" cy="823912"/>
          </a:xfrm>
        </p:spPr>
        <p:txBody>
          <a:bodyPr anchor="ctr" anchorCtr="0"/>
          <a:lstStyle>
            <a:lvl1pPr>
              <a:spcAft>
                <a:spcPts val="0"/>
              </a:spcAft>
              <a:defRPr sz="6400">
                <a:solidFill>
                  <a:schemeClr val="tx2"/>
                </a:solidFill>
                <a:latin typeface="+mj-lt"/>
              </a:defRPr>
            </a:lvl1pPr>
          </a:lstStyle>
          <a:p>
            <a:pPr lvl="0"/>
            <a:r>
              <a:rPr lang="en-US"/>
              <a:t>02</a:t>
            </a:r>
          </a:p>
        </p:txBody>
      </p:sp>
      <p:sp>
        <p:nvSpPr>
          <p:cNvPr id="10" name="Text Placeholder 15">
            <a:extLst>
              <a:ext uri="{FF2B5EF4-FFF2-40B4-BE49-F238E27FC236}">
                <a16:creationId xmlns:a16="http://schemas.microsoft.com/office/drawing/2014/main" id="{D64B805D-370A-E1EC-4E4B-4FC008AB7B88}"/>
              </a:ext>
            </a:extLst>
          </p:cNvPr>
          <p:cNvSpPr>
            <a:spLocks noGrp="1"/>
          </p:cNvSpPr>
          <p:nvPr>
            <p:ph type="body" sz="quarter" idx="15" hasCustomPrompt="1"/>
          </p:nvPr>
        </p:nvSpPr>
        <p:spPr>
          <a:xfrm>
            <a:off x="3250521" y="3207232"/>
            <a:ext cx="2283504" cy="823912"/>
          </a:xfrm>
        </p:spPr>
        <p:txBody>
          <a:bodyPr anchor="t" anchorCtr="0"/>
          <a:lstStyle>
            <a:lvl1pPr algn="l">
              <a:defRPr sz="2200">
                <a:solidFill>
                  <a:schemeClr val="tx1"/>
                </a:solidFill>
              </a:defRPr>
            </a:lvl1pPr>
          </a:lstStyle>
          <a:p>
            <a:pPr lvl="0"/>
            <a:r>
              <a:rPr lang="en-US"/>
              <a:t>Insert text here</a:t>
            </a:r>
          </a:p>
        </p:txBody>
      </p:sp>
      <p:sp>
        <p:nvSpPr>
          <p:cNvPr id="2" name="Text Placeholder 11">
            <a:extLst>
              <a:ext uri="{FF2B5EF4-FFF2-40B4-BE49-F238E27FC236}">
                <a16:creationId xmlns:a16="http://schemas.microsoft.com/office/drawing/2014/main" id="{EABFA7BC-9B0F-597B-74B1-988C29108076}"/>
              </a:ext>
            </a:extLst>
          </p:cNvPr>
          <p:cNvSpPr>
            <a:spLocks noGrp="1"/>
          </p:cNvSpPr>
          <p:nvPr>
            <p:ph type="body" sz="quarter" idx="16" hasCustomPrompt="1"/>
          </p:nvPr>
        </p:nvSpPr>
        <p:spPr>
          <a:xfrm>
            <a:off x="5886002" y="2155345"/>
            <a:ext cx="1042308" cy="823912"/>
          </a:xfrm>
        </p:spPr>
        <p:txBody>
          <a:bodyPr anchor="ctr" anchorCtr="0"/>
          <a:lstStyle>
            <a:lvl1pPr>
              <a:spcAft>
                <a:spcPts val="0"/>
              </a:spcAft>
              <a:defRPr sz="6400">
                <a:solidFill>
                  <a:schemeClr val="tx2"/>
                </a:solidFill>
                <a:latin typeface="+mj-lt"/>
              </a:defRPr>
            </a:lvl1pPr>
          </a:lstStyle>
          <a:p>
            <a:pPr lvl="0"/>
            <a:r>
              <a:rPr lang="en-US"/>
              <a:t>03</a:t>
            </a:r>
          </a:p>
        </p:txBody>
      </p:sp>
      <p:sp>
        <p:nvSpPr>
          <p:cNvPr id="3" name="Text Placeholder 15">
            <a:extLst>
              <a:ext uri="{FF2B5EF4-FFF2-40B4-BE49-F238E27FC236}">
                <a16:creationId xmlns:a16="http://schemas.microsoft.com/office/drawing/2014/main" id="{1A9D6B86-156C-8FE3-30E0-8B3B37248A8B}"/>
              </a:ext>
            </a:extLst>
          </p:cNvPr>
          <p:cNvSpPr>
            <a:spLocks noGrp="1"/>
          </p:cNvSpPr>
          <p:nvPr>
            <p:ph type="body" sz="quarter" idx="17" hasCustomPrompt="1"/>
          </p:nvPr>
        </p:nvSpPr>
        <p:spPr>
          <a:xfrm>
            <a:off x="5886001" y="3207232"/>
            <a:ext cx="2283504" cy="823912"/>
          </a:xfrm>
        </p:spPr>
        <p:txBody>
          <a:bodyPr anchor="t" anchorCtr="0"/>
          <a:lstStyle>
            <a:lvl1pPr algn="l">
              <a:defRPr sz="2200">
                <a:solidFill>
                  <a:schemeClr val="tx1"/>
                </a:solidFill>
              </a:defRPr>
            </a:lvl1pPr>
          </a:lstStyle>
          <a:p>
            <a:pPr lvl="0"/>
            <a:r>
              <a:rPr lang="en-US"/>
              <a:t>Insert text here</a:t>
            </a:r>
          </a:p>
        </p:txBody>
      </p:sp>
      <p:grpSp>
        <p:nvGrpSpPr>
          <p:cNvPr id="23" name="Group 22">
            <a:extLst>
              <a:ext uri="{FF2B5EF4-FFF2-40B4-BE49-F238E27FC236}">
                <a16:creationId xmlns:a16="http://schemas.microsoft.com/office/drawing/2014/main" id="{11B2BDDD-5853-0A5B-3DBA-9374C63939F3}"/>
              </a:ext>
            </a:extLst>
          </p:cNvPr>
          <p:cNvGrpSpPr/>
          <p:nvPr userDrawn="1"/>
        </p:nvGrpSpPr>
        <p:grpSpPr>
          <a:xfrm>
            <a:off x="8882218" y="-206377"/>
            <a:ext cx="4775715" cy="5113725"/>
            <a:chOff x="8882218" y="-206377"/>
            <a:chExt cx="4775715" cy="5113725"/>
          </a:xfrm>
        </p:grpSpPr>
        <p:pic>
          <p:nvPicPr>
            <p:cNvPr id="15" name="Graphic 14">
              <a:extLst>
                <a:ext uri="{FF2B5EF4-FFF2-40B4-BE49-F238E27FC236}">
                  <a16:creationId xmlns:a16="http://schemas.microsoft.com/office/drawing/2014/main" id="{9D828345-BC94-6ABE-9FA0-890CFDA93D20}"/>
                </a:ext>
              </a:extLst>
            </p:cNvPr>
            <p:cNvPicPr>
              <a:picLocks noChangeAspect="1"/>
            </p:cNvPicPr>
            <p:nvPr userDrawn="1"/>
          </p:nvPicPr>
          <p:blipFill>
            <a:blip r:embed="rId2">
              <a:extLst>
                <a:ext uri="{96DAC541-7B7A-43D3-8B79-37D633B846F1}">
                  <asvg:svgBlip xmlns:asvg="http://schemas.microsoft.com/office/drawing/2016/SVG/main" r:embed="rId3"/>
                </a:ext>
              </a:extLst>
            </a:blip>
            <a:srcRect l="30846" b="14308"/>
            <a:stretch>
              <a:fillRect/>
            </a:stretch>
          </p:blipFill>
          <p:spPr>
            <a:xfrm rot="11351318">
              <a:off x="8882218" y="-206377"/>
              <a:ext cx="3699537" cy="4584251"/>
            </a:xfrm>
            <a:custGeom>
              <a:avLst/>
              <a:gdLst>
                <a:gd name="connsiteX0" fmla="*/ 3699537 w 3699537"/>
                <a:gd name="connsiteY0" fmla="*/ 4105765 h 4584251"/>
                <a:gd name="connsiteX1" fmla="*/ 741553 w 3699537"/>
                <a:gd name="connsiteY1" fmla="*/ 4584251 h 4584251"/>
                <a:gd name="connsiteX2" fmla="*/ 0 w 3699537"/>
                <a:gd name="connsiteY2" fmla="*/ 0 h 4584251"/>
                <a:gd name="connsiteX3" fmla="*/ 3699537 w 3699537"/>
                <a:gd name="connsiteY3" fmla="*/ 0 h 4584251"/>
              </a:gdLst>
              <a:ahLst/>
              <a:cxnLst>
                <a:cxn ang="0">
                  <a:pos x="connsiteX0" y="connsiteY0"/>
                </a:cxn>
                <a:cxn ang="0">
                  <a:pos x="connsiteX1" y="connsiteY1"/>
                </a:cxn>
                <a:cxn ang="0">
                  <a:pos x="connsiteX2" y="connsiteY2"/>
                </a:cxn>
                <a:cxn ang="0">
                  <a:pos x="connsiteX3" y="connsiteY3"/>
                </a:cxn>
              </a:cxnLst>
              <a:rect l="l" t="t" r="r" b="b"/>
              <a:pathLst>
                <a:path w="3699537" h="4584251">
                  <a:moveTo>
                    <a:pt x="3699537" y="4105765"/>
                  </a:moveTo>
                  <a:lnTo>
                    <a:pt x="741553" y="4584251"/>
                  </a:lnTo>
                  <a:lnTo>
                    <a:pt x="0" y="0"/>
                  </a:lnTo>
                  <a:lnTo>
                    <a:pt x="3699537" y="0"/>
                  </a:lnTo>
                  <a:close/>
                </a:path>
              </a:pathLst>
            </a:custGeom>
          </p:spPr>
        </p:pic>
        <p:sp>
          <p:nvSpPr>
            <p:cNvPr id="8" name="Oval 7">
              <a:extLst>
                <a:ext uri="{FF2B5EF4-FFF2-40B4-BE49-F238E27FC236}">
                  <a16:creationId xmlns:a16="http://schemas.microsoft.com/office/drawing/2014/main" id="{63E0C817-ED3E-4CAB-F54B-A83442445443}"/>
                </a:ext>
              </a:extLst>
            </p:cNvPr>
            <p:cNvSpPr/>
            <p:nvPr userDrawn="1"/>
          </p:nvSpPr>
          <p:spPr>
            <a:xfrm>
              <a:off x="9778840" y="2697387"/>
              <a:ext cx="2209961" cy="2209961"/>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Graphic 21">
              <a:extLst>
                <a:ext uri="{FF2B5EF4-FFF2-40B4-BE49-F238E27FC236}">
                  <a16:creationId xmlns:a16="http://schemas.microsoft.com/office/drawing/2014/main" id="{46947C85-03B4-D1EB-7DF9-B6B8497DF964}"/>
                </a:ext>
              </a:extLst>
            </p:cNvPr>
            <p:cNvPicPr>
              <a:picLocks noChangeAspect="1"/>
            </p:cNvPicPr>
            <p:nvPr userDrawn="1"/>
          </p:nvPicPr>
          <p:blipFill>
            <a:blip r:embed="rId4">
              <a:extLst>
                <a:ext uri="{96DAC541-7B7A-43D3-8B79-37D633B846F1}">
                  <asvg:svgBlip xmlns:asvg="http://schemas.microsoft.com/office/drawing/2016/SVG/main" r:embed="rId5"/>
                </a:ext>
              </a:extLst>
            </a:blip>
            <a:srcRect l="18868" b="18458"/>
            <a:stretch>
              <a:fillRect/>
            </a:stretch>
          </p:blipFill>
          <p:spPr>
            <a:xfrm rot="12870065">
              <a:off x="9723425" y="77415"/>
              <a:ext cx="3934508" cy="3954381"/>
            </a:xfrm>
            <a:custGeom>
              <a:avLst/>
              <a:gdLst>
                <a:gd name="connsiteX0" fmla="*/ 3934507 w 3934508"/>
                <a:gd name="connsiteY0" fmla="*/ 3118182 h 3954381"/>
                <a:gd name="connsiteX1" fmla="*/ 2717880 w 3934508"/>
                <a:gd name="connsiteY1" fmla="*/ 3954381 h 3954381"/>
                <a:gd name="connsiteX2" fmla="*/ 0 w 3934508"/>
                <a:gd name="connsiteY2" fmla="*/ 1 h 3954381"/>
                <a:gd name="connsiteX3" fmla="*/ 3934508 w 3934508"/>
                <a:gd name="connsiteY3" fmla="*/ 0 h 3954381"/>
              </a:gdLst>
              <a:ahLst/>
              <a:cxnLst>
                <a:cxn ang="0">
                  <a:pos x="connsiteX0" y="connsiteY0"/>
                </a:cxn>
                <a:cxn ang="0">
                  <a:pos x="connsiteX1" y="connsiteY1"/>
                </a:cxn>
                <a:cxn ang="0">
                  <a:pos x="connsiteX2" y="connsiteY2"/>
                </a:cxn>
                <a:cxn ang="0">
                  <a:pos x="connsiteX3" y="connsiteY3"/>
                </a:cxn>
              </a:cxnLst>
              <a:rect l="l" t="t" r="r" b="b"/>
              <a:pathLst>
                <a:path w="3934508" h="3954381">
                  <a:moveTo>
                    <a:pt x="3934507" y="3118182"/>
                  </a:moveTo>
                  <a:lnTo>
                    <a:pt x="2717880" y="3954381"/>
                  </a:lnTo>
                  <a:lnTo>
                    <a:pt x="0" y="1"/>
                  </a:lnTo>
                  <a:lnTo>
                    <a:pt x="3934508" y="0"/>
                  </a:lnTo>
                  <a:close/>
                </a:path>
              </a:pathLst>
            </a:custGeom>
          </p:spPr>
        </p:pic>
        <p:sp>
          <p:nvSpPr>
            <p:cNvPr id="19" name="Freeform 18">
              <a:extLst>
                <a:ext uri="{FF2B5EF4-FFF2-40B4-BE49-F238E27FC236}">
                  <a16:creationId xmlns:a16="http://schemas.microsoft.com/office/drawing/2014/main" id="{B0EDF79F-D66B-BF50-EFAB-6016521F4627}"/>
                </a:ext>
              </a:extLst>
            </p:cNvPr>
            <p:cNvSpPr/>
            <p:nvPr userDrawn="1"/>
          </p:nvSpPr>
          <p:spPr>
            <a:xfrm>
              <a:off x="10014787" y="2697387"/>
              <a:ext cx="1974015" cy="1699525"/>
            </a:xfrm>
            <a:custGeom>
              <a:avLst/>
              <a:gdLst>
                <a:gd name="connsiteX0" fmla="*/ 869034 w 1974015"/>
                <a:gd name="connsiteY0" fmla="*/ 0 h 1699525"/>
                <a:gd name="connsiteX1" fmla="*/ 1974015 w 1974015"/>
                <a:gd name="connsiteY1" fmla="*/ 1104981 h 1699525"/>
                <a:gd name="connsiteX2" fmla="*/ 1840650 w 1974015"/>
                <a:gd name="connsiteY2" fmla="*/ 1631680 h 1699525"/>
                <a:gd name="connsiteX3" fmla="*/ 1799434 w 1974015"/>
                <a:gd name="connsiteY3" fmla="*/ 1699525 h 1699525"/>
                <a:gd name="connsiteX4" fmla="*/ 1606478 w 1974015"/>
                <a:gd name="connsiteY4" fmla="*/ 1613737 h 1699525"/>
                <a:gd name="connsiteX5" fmla="*/ 128750 w 1974015"/>
                <a:gd name="connsiteY5" fmla="*/ 560018 h 1699525"/>
                <a:gd name="connsiteX6" fmla="*/ 33303 w 1974015"/>
                <a:gd name="connsiteY6" fmla="*/ 462804 h 1699525"/>
                <a:gd name="connsiteX7" fmla="*/ 0 w 1974015"/>
                <a:gd name="connsiteY7" fmla="*/ 424012 h 1699525"/>
                <a:gd name="connsiteX8" fmla="*/ 16377 w 1974015"/>
                <a:gd name="connsiteY8" fmla="*/ 402111 h 1699525"/>
                <a:gd name="connsiteX9" fmla="*/ 869034 w 1974015"/>
                <a:gd name="connsiteY9" fmla="*/ 0 h 169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74015" h="1699525">
                  <a:moveTo>
                    <a:pt x="869034" y="0"/>
                  </a:moveTo>
                  <a:cubicBezTo>
                    <a:pt x="1479298" y="0"/>
                    <a:pt x="1974015" y="494717"/>
                    <a:pt x="1974015" y="1104981"/>
                  </a:cubicBezTo>
                  <a:cubicBezTo>
                    <a:pt x="1974015" y="1295689"/>
                    <a:pt x="1925703" y="1475112"/>
                    <a:pt x="1840650" y="1631680"/>
                  </a:cubicBezTo>
                  <a:lnTo>
                    <a:pt x="1799434" y="1699525"/>
                  </a:lnTo>
                  <a:lnTo>
                    <a:pt x="1606478" y="1613737"/>
                  </a:lnTo>
                  <a:cubicBezTo>
                    <a:pt x="890569" y="1266593"/>
                    <a:pt x="263807" y="687374"/>
                    <a:pt x="128750" y="560018"/>
                  </a:cubicBezTo>
                  <a:cubicBezTo>
                    <a:pt x="98992" y="530755"/>
                    <a:pt x="66617" y="498490"/>
                    <a:pt x="33303" y="462804"/>
                  </a:cubicBezTo>
                  <a:lnTo>
                    <a:pt x="0" y="424012"/>
                  </a:lnTo>
                  <a:lnTo>
                    <a:pt x="16377" y="402111"/>
                  </a:lnTo>
                  <a:cubicBezTo>
                    <a:pt x="219047" y="156532"/>
                    <a:pt x="525761" y="0"/>
                    <a:pt x="869034"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7" name="TextBox 6">
            <a:extLst>
              <a:ext uri="{FF2B5EF4-FFF2-40B4-BE49-F238E27FC236}">
                <a16:creationId xmlns:a16="http://schemas.microsoft.com/office/drawing/2014/main" id="{53B8B631-228D-3D70-889D-F321DAC6964D}"/>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16768218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preserve="1" userDrawn="1">
  <p:cSld name="Agenda Light, 4 items">
    <p:spTree>
      <p:nvGrpSpPr>
        <p:cNvPr id="1" name=""/>
        <p:cNvGrpSpPr/>
        <p:nvPr/>
      </p:nvGrpSpPr>
      <p:grpSpPr>
        <a:xfrm>
          <a:off x="0" y="0"/>
          <a:ext cx="0" cy="0"/>
          <a:chOff x="0" y="0"/>
          <a:chExt cx="0" cy="0"/>
        </a:xfrm>
      </p:grpSpPr>
      <p:sp>
        <p:nvSpPr>
          <p:cNvPr id="6" name="Title 10">
            <a:extLst>
              <a:ext uri="{FF2B5EF4-FFF2-40B4-BE49-F238E27FC236}">
                <a16:creationId xmlns:a16="http://schemas.microsoft.com/office/drawing/2014/main" id="{B7A6ACE2-85BA-FE97-A9CE-0BF9DB03B3CF}"/>
              </a:ext>
            </a:extLst>
          </p:cNvPr>
          <p:cNvSpPr>
            <a:spLocks noGrp="1"/>
          </p:cNvSpPr>
          <p:nvPr>
            <p:ph type="title" hasCustomPrompt="1"/>
          </p:nvPr>
        </p:nvSpPr>
        <p:spPr>
          <a:xfrm>
            <a:off x="615042" y="611444"/>
            <a:ext cx="5328558" cy="598232"/>
          </a:xfrm>
          <a:prstGeom prst="rect">
            <a:avLst/>
          </a:prstGeom>
        </p:spPr>
        <p:txBody>
          <a:bodyPr vert="horz" lIns="0" anchor="t" anchorCtr="0">
            <a:noAutofit/>
          </a:bodyPr>
          <a:lstStyle>
            <a:lvl1pPr algn="l">
              <a:defRPr sz="3600" b="0" i="0" baseline="0">
                <a:solidFill>
                  <a:schemeClr val="tx1"/>
                </a:solidFill>
                <a:latin typeface="+mj-lt"/>
                <a:cs typeface="Arial" panose="020B0604020202020204" pitchFamily="34" charset="0"/>
              </a:defRPr>
            </a:lvl1pPr>
          </a:lstStyle>
          <a:p>
            <a:r>
              <a:rPr lang="en-US"/>
              <a:t>Agenda, 4 items</a:t>
            </a:r>
          </a:p>
        </p:txBody>
      </p:sp>
      <p:sp>
        <p:nvSpPr>
          <p:cNvPr id="4" name="Text Placeholder 11">
            <a:extLst>
              <a:ext uri="{FF2B5EF4-FFF2-40B4-BE49-F238E27FC236}">
                <a16:creationId xmlns:a16="http://schemas.microsoft.com/office/drawing/2014/main" id="{D01220DB-4A22-0635-7B90-9550DC2E0AC2}"/>
              </a:ext>
            </a:extLst>
          </p:cNvPr>
          <p:cNvSpPr>
            <a:spLocks noGrp="1"/>
          </p:cNvSpPr>
          <p:nvPr>
            <p:ph type="body" sz="quarter" idx="10" hasCustomPrompt="1"/>
          </p:nvPr>
        </p:nvSpPr>
        <p:spPr>
          <a:xfrm>
            <a:off x="615042" y="2079145"/>
            <a:ext cx="1042308" cy="823912"/>
          </a:xfrm>
        </p:spPr>
        <p:txBody>
          <a:bodyPr anchor="ctr" anchorCtr="0"/>
          <a:lstStyle>
            <a:lvl1pPr>
              <a:spcAft>
                <a:spcPts val="0"/>
              </a:spcAft>
              <a:defRPr sz="6400">
                <a:solidFill>
                  <a:schemeClr val="tx2"/>
                </a:solidFill>
                <a:latin typeface="+mj-lt"/>
              </a:defRPr>
            </a:lvl1pPr>
          </a:lstStyle>
          <a:p>
            <a:pPr lvl="0"/>
            <a:r>
              <a:rPr lang="en-US"/>
              <a:t>01</a:t>
            </a:r>
          </a:p>
        </p:txBody>
      </p:sp>
      <p:sp>
        <p:nvSpPr>
          <p:cNvPr id="5" name="Text Placeholder 15">
            <a:extLst>
              <a:ext uri="{FF2B5EF4-FFF2-40B4-BE49-F238E27FC236}">
                <a16:creationId xmlns:a16="http://schemas.microsoft.com/office/drawing/2014/main" id="{76404906-FA4D-9AE6-F7CC-AC7112C3267D}"/>
              </a:ext>
            </a:extLst>
          </p:cNvPr>
          <p:cNvSpPr>
            <a:spLocks noGrp="1"/>
          </p:cNvSpPr>
          <p:nvPr>
            <p:ph type="body" sz="quarter" idx="11" hasCustomPrompt="1"/>
          </p:nvPr>
        </p:nvSpPr>
        <p:spPr>
          <a:xfrm>
            <a:off x="1879569" y="2079145"/>
            <a:ext cx="2955049" cy="823912"/>
          </a:xfrm>
        </p:spPr>
        <p:txBody>
          <a:bodyPr anchor="ctr" anchorCtr="0"/>
          <a:lstStyle>
            <a:lvl1pPr algn="l">
              <a:defRPr sz="2200">
                <a:solidFill>
                  <a:schemeClr val="tx1"/>
                </a:solidFill>
              </a:defRPr>
            </a:lvl1pPr>
          </a:lstStyle>
          <a:p>
            <a:pPr lvl="0"/>
            <a:r>
              <a:rPr lang="en-US"/>
              <a:t>Insert text here</a:t>
            </a:r>
          </a:p>
        </p:txBody>
      </p:sp>
      <p:sp>
        <p:nvSpPr>
          <p:cNvPr id="7" name="Text Placeholder 11">
            <a:extLst>
              <a:ext uri="{FF2B5EF4-FFF2-40B4-BE49-F238E27FC236}">
                <a16:creationId xmlns:a16="http://schemas.microsoft.com/office/drawing/2014/main" id="{9956389A-62F4-B54C-81BB-C449E07FD2EE}"/>
              </a:ext>
            </a:extLst>
          </p:cNvPr>
          <p:cNvSpPr>
            <a:spLocks noGrp="1"/>
          </p:cNvSpPr>
          <p:nvPr>
            <p:ph type="body" sz="quarter" idx="12" hasCustomPrompt="1"/>
          </p:nvPr>
        </p:nvSpPr>
        <p:spPr>
          <a:xfrm>
            <a:off x="5143501" y="2079145"/>
            <a:ext cx="1042308" cy="823912"/>
          </a:xfrm>
        </p:spPr>
        <p:txBody>
          <a:bodyPr anchor="ctr" anchorCtr="0"/>
          <a:lstStyle>
            <a:lvl1pPr>
              <a:spcAft>
                <a:spcPts val="0"/>
              </a:spcAft>
              <a:defRPr sz="6400">
                <a:solidFill>
                  <a:schemeClr val="tx2"/>
                </a:solidFill>
                <a:latin typeface="+mj-lt"/>
              </a:defRPr>
            </a:lvl1pPr>
          </a:lstStyle>
          <a:p>
            <a:pPr lvl="0"/>
            <a:r>
              <a:rPr lang="en-US"/>
              <a:t>02</a:t>
            </a:r>
          </a:p>
        </p:txBody>
      </p:sp>
      <p:sp>
        <p:nvSpPr>
          <p:cNvPr id="8" name="Text Placeholder 15">
            <a:extLst>
              <a:ext uri="{FF2B5EF4-FFF2-40B4-BE49-F238E27FC236}">
                <a16:creationId xmlns:a16="http://schemas.microsoft.com/office/drawing/2014/main" id="{6BB134E3-F1EB-A95E-48C2-D25646AAC254}"/>
              </a:ext>
            </a:extLst>
          </p:cNvPr>
          <p:cNvSpPr>
            <a:spLocks noGrp="1"/>
          </p:cNvSpPr>
          <p:nvPr>
            <p:ph type="body" sz="quarter" idx="13" hasCustomPrompt="1"/>
          </p:nvPr>
        </p:nvSpPr>
        <p:spPr>
          <a:xfrm>
            <a:off x="6408028" y="2079145"/>
            <a:ext cx="2955049" cy="823912"/>
          </a:xfrm>
        </p:spPr>
        <p:txBody>
          <a:bodyPr anchor="ctr" anchorCtr="0"/>
          <a:lstStyle>
            <a:lvl1pPr algn="l">
              <a:defRPr sz="2200">
                <a:solidFill>
                  <a:schemeClr val="tx1"/>
                </a:solidFill>
              </a:defRPr>
            </a:lvl1pPr>
          </a:lstStyle>
          <a:p>
            <a:pPr lvl="0"/>
            <a:r>
              <a:rPr lang="en-US"/>
              <a:t>Insert text here</a:t>
            </a:r>
          </a:p>
        </p:txBody>
      </p:sp>
      <p:sp>
        <p:nvSpPr>
          <p:cNvPr id="9" name="Text Placeholder 11">
            <a:extLst>
              <a:ext uri="{FF2B5EF4-FFF2-40B4-BE49-F238E27FC236}">
                <a16:creationId xmlns:a16="http://schemas.microsoft.com/office/drawing/2014/main" id="{DF005748-42CA-8252-2346-388F064FDDCC}"/>
              </a:ext>
            </a:extLst>
          </p:cNvPr>
          <p:cNvSpPr>
            <a:spLocks noGrp="1"/>
          </p:cNvSpPr>
          <p:nvPr>
            <p:ph type="body" sz="quarter" idx="14" hasCustomPrompt="1"/>
          </p:nvPr>
        </p:nvSpPr>
        <p:spPr>
          <a:xfrm>
            <a:off x="615040" y="3279295"/>
            <a:ext cx="1042308" cy="823912"/>
          </a:xfrm>
        </p:spPr>
        <p:txBody>
          <a:bodyPr anchor="ctr" anchorCtr="0"/>
          <a:lstStyle>
            <a:lvl1pPr>
              <a:spcAft>
                <a:spcPts val="0"/>
              </a:spcAft>
              <a:defRPr sz="6400">
                <a:solidFill>
                  <a:schemeClr val="tx2"/>
                </a:solidFill>
                <a:latin typeface="+mj-lt"/>
              </a:defRPr>
            </a:lvl1pPr>
          </a:lstStyle>
          <a:p>
            <a:pPr lvl="0"/>
            <a:r>
              <a:rPr lang="en-US"/>
              <a:t>03</a:t>
            </a:r>
          </a:p>
        </p:txBody>
      </p:sp>
      <p:sp>
        <p:nvSpPr>
          <p:cNvPr id="10" name="Text Placeholder 15">
            <a:extLst>
              <a:ext uri="{FF2B5EF4-FFF2-40B4-BE49-F238E27FC236}">
                <a16:creationId xmlns:a16="http://schemas.microsoft.com/office/drawing/2014/main" id="{D64B805D-370A-E1EC-4E4B-4FC008AB7B88}"/>
              </a:ext>
            </a:extLst>
          </p:cNvPr>
          <p:cNvSpPr>
            <a:spLocks noGrp="1"/>
          </p:cNvSpPr>
          <p:nvPr>
            <p:ph type="body" sz="quarter" idx="15" hasCustomPrompt="1"/>
          </p:nvPr>
        </p:nvSpPr>
        <p:spPr>
          <a:xfrm>
            <a:off x="1879567" y="3279295"/>
            <a:ext cx="2955049" cy="823912"/>
          </a:xfrm>
        </p:spPr>
        <p:txBody>
          <a:bodyPr anchor="ctr" anchorCtr="0"/>
          <a:lstStyle>
            <a:lvl1pPr algn="l">
              <a:defRPr sz="2200">
                <a:solidFill>
                  <a:schemeClr val="tx1"/>
                </a:solidFill>
              </a:defRPr>
            </a:lvl1pPr>
          </a:lstStyle>
          <a:p>
            <a:pPr lvl="0"/>
            <a:r>
              <a:rPr lang="en-US"/>
              <a:t>Insert text here</a:t>
            </a:r>
          </a:p>
        </p:txBody>
      </p:sp>
      <p:sp>
        <p:nvSpPr>
          <p:cNvPr id="11" name="Text Placeholder 11">
            <a:extLst>
              <a:ext uri="{FF2B5EF4-FFF2-40B4-BE49-F238E27FC236}">
                <a16:creationId xmlns:a16="http://schemas.microsoft.com/office/drawing/2014/main" id="{AF735DB0-2792-9FF4-BA70-EB654854DBED}"/>
              </a:ext>
            </a:extLst>
          </p:cNvPr>
          <p:cNvSpPr>
            <a:spLocks noGrp="1"/>
          </p:cNvSpPr>
          <p:nvPr>
            <p:ph type="body" sz="quarter" idx="16" hasCustomPrompt="1"/>
          </p:nvPr>
        </p:nvSpPr>
        <p:spPr>
          <a:xfrm>
            <a:off x="5143499" y="3279295"/>
            <a:ext cx="1042308" cy="823912"/>
          </a:xfrm>
        </p:spPr>
        <p:txBody>
          <a:bodyPr anchor="ctr" anchorCtr="0"/>
          <a:lstStyle>
            <a:lvl1pPr>
              <a:spcAft>
                <a:spcPts val="0"/>
              </a:spcAft>
              <a:defRPr sz="6400">
                <a:solidFill>
                  <a:schemeClr val="tx2"/>
                </a:solidFill>
                <a:latin typeface="+mj-lt"/>
              </a:defRPr>
            </a:lvl1pPr>
          </a:lstStyle>
          <a:p>
            <a:pPr lvl="0"/>
            <a:r>
              <a:rPr lang="en-US"/>
              <a:t>04</a:t>
            </a:r>
          </a:p>
        </p:txBody>
      </p:sp>
      <p:sp>
        <p:nvSpPr>
          <p:cNvPr id="12" name="Text Placeholder 15">
            <a:extLst>
              <a:ext uri="{FF2B5EF4-FFF2-40B4-BE49-F238E27FC236}">
                <a16:creationId xmlns:a16="http://schemas.microsoft.com/office/drawing/2014/main" id="{0F764166-DDD3-3435-0AAB-F255B54FF9D1}"/>
              </a:ext>
            </a:extLst>
          </p:cNvPr>
          <p:cNvSpPr>
            <a:spLocks noGrp="1"/>
          </p:cNvSpPr>
          <p:nvPr>
            <p:ph type="body" sz="quarter" idx="17" hasCustomPrompt="1"/>
          </p:nvPr>
        </p:nvSpPr>
        <p:spPr>
          <a:xfrm>
            <a:off x="6408026" y="3279295"/>
            <a:ext cx="2955049" cy="823912"/>
          </a:xfrm>
        </p:spPr>
        <p:txBody>
          <a:bodyPr anchor="ctr" anchorCtr="0"/>
          <a:lstStyle>
            <a:lvl1pPr algn="l">
              <a:defRPr sz="2200">
                <a:solidFill>
                  <a:schemeClr val="tx1"/>
                </a:solidFill>
              </a:defRPr>
            </a:lvl1pPr>
          </a:lstStyle>
          <a:p>
            <a:pPr lvl="0"/>
            <a:r>
              <a:rPr lang="en-US"/>
              <a:t>Insert text here</a:t>
            </a:r>
          </a:p>
        </p:txBody>
      </p:sp>
      <p:grpSp>
        <p:nvGrpSpPr>
          <p:cNvPr id="26" name="Group 25">
            <a:extLst>
              <a:ext uri="{FF2B5EF4-FFF2-40B4-BE49-F238E27FC236}">
                <a16:creationId xmlns:a16="http://schemas.microsoft.com/office/drawing/2014/main" id="{B7F88B2C-BCD3-9694-C43B-343D0F4BE762}"/>
              </a:ext>
            </a:extLst>
          </p:cNvPr>
          <p:cNvGrpSpPr/>
          <p:nvPr userDrawn="1"/>
        </p:nvGrpSpPr>
        <p:grpSpPr>
          <a:xfrm>
            <a:off x="8014226" y="3541013"/>
            <a:ext cx="4563967" cy="3838820"/>
            <a:chOff x="8014226" y="3541013"/>
            <a:chExt cx="4563967" cy="3838820"/>
          </a:xfrm>
        </p:grpSpPr>
        <p:pic>
          <p:nvPicPr>
            <p:cNvPr id="25" name="Graphic 24">
              <a:extLst>
                <a:ext uri="{FF2B5EF4-FFF2-40B4-BE49-F238E27FC236}">
                  <a16:creationId xmlns:a16="http://schemas.microsoft.com/office/drawing/2014/main" id="{BEB36A12-E3FE-E7FC-5F3F-C681CFBC32C2}"/>
                </a:ext>
              </a:extLst>
            </p:cNvPr>
            <p:cNvPicPr>
              <a:picLocks noChangeAspect="1"/>
            </p:cNvPicPr>
            <p:nvPr userDrawn="1"/>
          </p:nvPicPr>
          <p:blipFill>
            <a:blip r:embed="rId2">
              <a:extLst>
                <a:ext uri="{96DAC541-7B7A-43D3-8B79-37D633B846F1}">
                  <asvg:svgBlip xmlns:asvg="http://schemas.microsoft.com/office/drawing/2016/SVG/main" r:embed="rId3"/>
                </a:ext>
              </a:extLst>
            </a:blip>
            <a:srcRect r="10631" b="39485"/>
            <a:stretch>
              <a:fillRect/>
            </a:stretch>
          </p:blipFill>
          <p:spPr>
            <a:xfrm rot="768367">
              <a:off x="8018828" y="4445170"/>
              <a:ext cx="4333954" cy="2934663"/>
            </a:xfrm>
            <a:custGeom>
              <a:avLst/>
              <a:gdLst>
                <a:gd name="connsiteX0" fmla="*/ 0 w 4333954"/>
                <a:gd name="connsiteY0" fmla="*/ 1 h 2934663"/>
                <a:gd name="connsiteX1" fmla="*/ 3890813 w 4333954"/>
                <a:gd name="connsiteY1" fmla="*/ 0 h 2934663"/>
                <a:gd name="connsiteX2" fmla="*/ 4333954 w 4333954"/>
                <a:gd name="connsiteY2" fmla="*/ 1949527 h 2934663"/>
                <a:gd name="connsiteX3" fmla="*/ 0 w 4333954"/>
                <a:gd name="connsiteY3" fmla="*/ 2934663 h 2934663"/>
              </a:gdLst>
              <a:ahLst/>
              <a:cxnLst>
                <a:cxn ang="0">
                  <a:pos x="connsiteX0" y="connsiteY0"/>
                </a:cxn>
                <a:cxn ang="0">
                  <a:pos x="connsiteX1" y="connsiteY1"/>
                </a:cxn>
                <a:cxn ang="0">
                  <a:pos x="connsiteX2" y="connsiteY2"/>
                </a:cxn>
                <a:cxn ang="0">
                  <a:pos x="connsiteX3" y="connsiteY3"/>
                </a:cxn>
              </a:cxnLst>
              <a:rect l="l" t="t" r="r" b="b"/>
              <a:pathLst>
                <a:path w="4333954" h="2934663">
                  <a:moveTo>
                    <a:pt x="0" y="1"/>
                  </a:moveTo>
                  <a:lnTo>
                    <a:pt x="3890813" y="0"/>
                  </a:lnTo>
                  <a:lnTo>
                    <a:pt x="4333954" y="1949527"/>
                  </a:lnTo>
                  <a:lnTo>
                    <a:pt x="0" y="2934663"/>
                  </a:lnTo>
                  <a:close/>
                </a:path>
              </a:pathLst>
            </a:custGeom>
          </p:spPr>
        </p:pic>
        <p:pic>
          <p:nvPicPr>
            <p:cNvPr id="20" name="Graphic 19">
              <a:extLst>
                <a:ext uri="{FF2B5EF4-FFF2-40B4-BE49-F238E27FC236}">
                  <a16:creationId xmlns:a16="http://schemas.microsoft.com/office/drawing/2014/main" id="{B716DD19-FFD1-F3B1-70D1-F9BD4BCAB80A}"/>
                </a:ext>
              </a:extLst>
            </p:cNvPr>
            <p:cNvPicPr>
              <a:picLocks noChangeAspect="1"/>
            </p:cNvPicPr>
            <p:nvPr userDrawn="1"/>
          </p:nvPicPr>
          <p:blipFill>
            <a:blip r:embed="rId4">
              <a:extLst>
                <a:ext uri="{96DAC541-7B7A-43D3-8B79-37D633B846F1}">
                  <asvg:svgBlip xmlns:asvg="http://schemas.microsoft.com/office/drawing/2016/SVG/main" r:embed="rId5"/>
                </a:ext>
              </a:extLst>
            </a:blip>
            <a:srcRect r="14687" b="42675"/>
            <a:stretch>
              <a:fillRect/>
            </a:stretch>
          </p:blipFill>
          <p:spPr>
            <a:xfrm rot="20849620">
              <a:off x="8014226" y="4174508"/>
              <a:ext cx="4563967" cy="3066731"/>
            </a:xfrm>
            <a:custGeom>
              <a:avLst/>
              <a:gdLst>
                <a:gd name="connsiteX0" fmla="*/ 4563967 w 4563967"/>
                <a:gd name="connsiteY0" fmla="*/ 1 h 3066731"/>
                <a:gd name="connsiteX1" fmla="*/ 3883733 w 4563967"/>
                <a:gd name="connsiteY1" fmla="*/ 3066731 h 3066731"/>
                <a:gd name="connsiteX2" fmla="*/ 0 w 4563967"/>
                <a:gd name="connsiteY2" fmla="*/ 2205277 h 3066731"/>
                <a:gd name="connsiteX3" fmla="*/ 0 w 4563967"/>
                <a:gd name="connsiteY3" fmla="*/ 0 h 3066731"/>
              </a:gdLst>
              <a:ahLst/>
              <a:cxnLst>
                <a:cxn ang="0">
                  <a:pos x="connsiteX0" y="connsiteY0"/>
                </a:cxn>
                <a:cxn ang="0">
                  <a:pos x="connsiteX1" y="connsiteY1"/>
                </a:cxn>
                <a:cxn ang="0">
                  <a:pos x="connsiteX2" y="connsiteY2"/>
                </a:cxn>
                <a:cxn ang="0">
                  <a:pos x="connsiteX3" y="connsiteY3"/>
                </a:cxn>
              </a:cxnLst>
              <a:rect l="l" t="t" r="r" b="b"/>
              <a:pathLst>
                <a:path w="4563967" h="3066731">
                  <a:moveTo>
                    <a:pt x="4563967" y="1"/>
                  </a:moveTo>
                  <a:lnTo>
                    <a:pt x="3883733" y="3066731"/>
                  </a:lnTo>
                  <a:lnTo>
                    <a:pt x="0" y="2205277"/>
                  </a:lnTo>
                  <a:lnTo>
                    <a:pt x="0" y="0"/>
                  </a:lnTo>
                  <a:close/>
                </a:path>
              </a:pathLst>
            </a:custGeom>
          </p:spPr>
        </p:pic>
        <p:sp>
          <p:nvSpPr>
            <p:cNvPr id="14" name="Oval 13">
              <a:extLst>
                <a:ext uri="{FF2B5EF4-FFF2-40B4-BE49-F238E27FC236}">
                  <a16:creationId xmlns:a16="http://schemas.microsoft.com/office/drawing/2014/main" id="{DC72384C-FDBC-B34C-B5C4-095545B5C341}"/>
                </a:ext>
              </a:extLst>
            </p:cNvPr>
            <p:cNvSpPr/>
            <p:nvPr userDrawn="1"/>
          </p:nvSpPr>
          <p:spPr>
            <a:xfrm rot="9498302">
              <a:off x="9768922" y="3541013"/>
              <a:ext cx="2209961" cy="2209961"/>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14">
              <a:extLst>
                <a:ext uri="{FF2B5EF4-FFF2-40B4-BE49-F238E27FC236}">
                  <a16:creationId xmlns:a16="http://schemas.microsoft.com/office/drawing/2014/main" id="{5F28267F-3EEB-179B-EC50-882AC517B9A0}"/>
                </a:ext>
              </a:extLst>
            </p:cNvPr>
            <p:cNvSpPr/>
            <p:nvPr userDrawn="1"/>
          </p:nvSpPr>
          <p:spPr>
            <a:xfrm rot="9498302">
              <a:off x="9871623" y="4076982"/>
              <a:ext cx="1974015" cy="1699525"/>
            </a:xfrm>
            <a:custGeom>
              <a:avLst/>
              <a:gdLst>
                <a:gd name="connsiteX0" fmla="*/ 869034 w 1974015"/>
                <a:gd name="connsiteY0" fmla="*/ 0 h 1699525"/>
                <a:gd name="connsiteX1" fmla="*/ 1974015 w 1974015"/>
                <a:gd name="connsiteY1" fmla="*/ 1104981 h 1699525"/>
                <a:gd name="connsiteX2" fmla="*/ 1840650 w 1974015"/>
                <a:gd name="connsiteY2" fmla="*/ 1631680 h 1699525"/>
                <a:gd name="connsiteX3" fmla="*/ 1799434 w 1974015"/>
                <a:gd name="connsiteY3" fmla="*/ 1699525 h 1699525"/>
                <a:gd name="connsiteX4" fmla="*/ 1606478 w 1974015"/>
                <a:gd name="connsiteY4" fmla="*/ 1613737 h 1699525"/>
                <a:gd name="connsiteX5" fmla="*/ 128750 w 1974015"/>
                <a:gd name="connsiteY5" fmla="*/ 560018 h 1699525"/>
                <a:gd name="connsiteX6" fmla="*/ 33303 w 1974015"/>
                <a:gd name="connsiteY6" fmla="*/ 462804 h 1699525"/>
                <a:gd name="connsiteX7" fmla="*/ 0 w 1974015"/>
                <a:gd name="connsiteY7" fmla="*/ 424012 h 1699525"/>
                <a:gd name="connsiteX8" fmla="*/ 16377 w 1974015"/>
                <a:gd name="connsiteY8" fmla="*/ 402111 h 1699525"/>
                <a:gd name="connsiteX9" fmla="*/ 869034 w 1974015"/>
                <a:gd name="connsiteY9" fmla="*/ 0 h 169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74015" h="1699525">
                  <a:moveTo>
                    <a:pt x="869034" y="0"/>
                  </a:moveTo>
                  <a:cubicBezTo>
                    <a:pt x="1479298" y="0"/>
                    <a:pt x="1974015" y="494717"/>
                    <a:pt x="1974015" y="1104981"/>
                  </a:cubicBezTo>
                  <a:cubicBezTo>
                    <a:pt x="1974015" y="1295689"/>
                    <a:pt x="1925703" y="1475112"/>
                    <a:pt x="1840650" y="1631680"/>
                  </a:cubicBezTo>
                  <a:lnTo>
                    <a:pt x="1799434" y="1699525"/>
                  </a:lnTo>
                  <a:lnTo>
                    <a:pt x="1606478" y="1613737"/>
                  </a:lnTo>
                  <a:cubicBezTo>
                    <a:pt x="890569" y="1266593"/>
                    <a:pt x="263807" y="687374"/>
                    <a:pt x="128750" y="560018"/>
                  </a:cubicBezTo>
                  <a:cubicBezTo>
                    <a:pt x="98992" y="530755"/>
                    <a:pt x="66617" y="498490"/>
                    <a:pt x="33303" y="462804"/>
                  </a:cubicBezTo>
                  <a:lnTo>
                    <a:pt x="0" y="424012"/>
                  </a:lnTo>
                  <a:lnTo>
                    <a:pt x="16377" y="402111"/>
                  </a:lnTo>
                  <a:cubicBezTo>
                    <a:pt x="219047" y="156532"/>
                    <a:pt x="525761" y="0"/>
                    <a:pt x="869034" y="0"/>
                  </a:cubicBezTo>
                  <a:close/>
                </a:path>
              </a:pathLst>
            </a:custGeom>
            <a:solidFill>
              <a:srgbClr val="BCF76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 name="TextBox 1">
            <a:extLst>
              <a:ext uri="{FF2B5EF4-FFF2-40B4-BE49-F238E27FC236}">
                <a16:creationId xmlns:a16="http://schemas.microsoft.com/office/drawing/2014/main" id="{BC956F15-DC7F-0193-05CA-86D2CF70103F}"/>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15293862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preserve="1" userDrawn="1">
  <p:cSld name="Agenda Light, 6 items">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A6F0FBCA-3ECF-31FC-ACDF-E87538E023E2}"/>
              </a:ext>
            </a:extLst>
          </p:cNvPr>
          <p:cNvGrpSpPr/>
          <p:nvPr userDrawn="1"/>
        </p:nvGrpSpPr>
        <p:grpSpPr>
          <a:xfrm>
            <a:off x="9244064" y="-180418"/>
            <a:ext cx="4311277" cy="4829352"/>
            <a:chOff x="9244064" y="-180418"/>
            <a:chExt cx="4311277" cy="4829352"/>
          </a:xfrm>
        </p:grpSpPr>
        <p:pic>
          <p:nvPicPr>
            <p:cNvPr id="19" name="Graphic 18">
              <a:extLst>
                <a:ext uri="{FF2B5EF4-FFF2-40B4-BE49-F238E27FC236}">
                  <a16:creationId xmlns:a16="http://schemas.microsoft.com/office/drawing/2014/main" id="{C93F23E6-26CE-30EA-CF1B-453B409CAC06}"/>
                </a:ext>
              </a:extLst>
            </p:cNvPr>
            <p:cNvPicPr>
              <a:picLocks noChangeAspect="1"/>
            </p:cNvPicPr>
            <p:nvPr userDrawn="1"/>
          </p:nvPicPr>
          <p:blipFill>
            <a:blip r:embed="rId2">
              <a:extLst>
                <a:ext uri="{96DAC541-7B7A-43D3-8B79-37D633B846F1}">
                  <asvg:svgBlip xmlns:asvg="http://schemas.microsoft.com/office/drawing/2016/SVG/main" r:embed="rId3"/>
                </a:ext>
              </a:extLst>
            </a:blip>
            <a:srcRect l="31896" b="10776"/>
            <a:stretch>
              <a:fillRect/>
            </a:stretch>
          </p:blipFill>
          <p:spPr>
            <a:xfrm rot="11351318">
              <a:off x="9244064" y="-180418"/>
              <a:ext cx="3316086" cy="4344460"/>
            </a:xfrm>
            <a:custGeom>
              <a:avLst/>
              <a:gdLst>
                <a:gd name="connsiteX0" fmla="*/ 3316086 w 3316086"/>
                <a:gd name="connsiteY0" fmla="*/ 3921727 h 4344460"/>
                <a:gd name="connsiteX1" fmla="*/ 702765 w 3316086"/>
                <a:gd name="connsiteY1" fmla="*/ 4344460 h 4344460"/>
                <a:gd name="connsiteX2" fmla="*/ 0 w 3316086"/>
                <a:gd name="connsiteY2" fmla="*/ 0 h 4344460"/>
                <a:gd name="connsiteX3" fmla="*/ 3316085 w 3316086"/>
                <a:gd name="connsiteY3" fmla="*/ 1 h 4344460"/>
              </a:gdLst>
              <a:ahLst/>
              <a:cxnLst>
                <a:cxn ang="0">
                  <a:pos x="connsiteX0" y="connsiteY0"/>
                </a:cxn>
                <a:cxn ang="0">
                  <a:pos x="connsiteX1" y="connsiteY1"/>
                </a:cxn>
                <a:cxn ang="0">
                  <a:pos x="connsiteX2" y="connsiteY2"/>
                </a:cxn>
                <a:cxn ang="0">
                  <a:pos x="connsiteX3" y="connsiteY3"/>
                </a:cxn>
              </a:cxnLst>
              <a:rect l="l" t="t" r="r" b="b"/>
              <a:pathLst>
                <a:path w="3316086" h="4344460">
                  <a:moveTo>
                    <a:pt x="3316086" y="3921727"/>
                  </a:moveTo>
                  <a:lnTo>
                    <a:pt x="702765" y="4344460"/>
                  </a:lnTo>
                  <a:lnTo>
                    <a:pt x="0" y="0"/>
                  </a:lnTo>
                  <a:lnTo>
                    <a:pt x="3316085" y="1"/>
                  </a:lnTo>
                  <a:close/>
                </a:path>
              </a:pathLst>
            </a:custGeom>
          </p:spPr>
        </p:pic>
        <p:sp>
          <p:nvSpPr>
            <p:cNvPr id="23" name="Oval 22">
              <a:extLst>
                <a:ext uri="{FF2B5EF4-FFF2-40B4-BE49-F238E27FC236}">
                  <a16:creationId xmlns:a16="http://schemas.microsoft.com/office/drawing/2014/main" id="{5BABA39B-5661-4E8B-3F8E-B3E84A3107D3}"/>
                </a:ext>
              </a:extLst>
            </p:cNvPr>
            <p:cNvSpPr/>
            <p:nvPr userDrawn="1"/>
          </p:nvSpPr>
          <p:spPr>
            <a:xfrm>
              <a:off x="10046083" y="2637489"/>
              <a:ext cx="2011445" cy="2011445"/>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9" name="Graphic 28">
              <a:extLst>
                <a:ext uri="{FF2B5EF4-FFF2-40B4-BE49-F238E27FC236}">
                  <a16:creationId xmlns:a16="http://schemas.microsoft.com/office/drawing/2014/main" id="{FE57AC2C-0A41-61D8-1B2C-E479B17AFD23}"/>
                </a:ext>
              </a:extLst>
            </p:cNvPr>
            <p:cNvPicPr>
              <a:picLocks noChangeAspect="1"/>
            </p:cNvPicPr>
            <p:nvPr userDrawn="1"/>
          </p:nvPicPr>
          <p:blipFill>
            <a:blip r:embed="rId4">
              <a:extLst>
                <a:ext uri="{96DAC541-7B7A-43D3-8B79-37D633B846F1}">
                  <asvg:svgBlip xmlns:asvg="http://schemas.microsoft.com/office/drawing/2016/SVG/main" r:embed="rId5"/>
                </a:ext>
              </a:extLst>
            </a:blip>
            <a:srcRect l="20256" b="15700"/>
            <a:stretch>
              <a:fillRect/>
            </a:stretch>
          </p:blipFill>
          <p:spPr>
            <a:xfrm rot="12870065">
              <a:off x="10035508" y="124493"/>
              <a:ext cx="3519833" cy="3720898"/>
            </a:xfrm>
            <a:custGeom>
              <a:avLst/>
              <a:gdLst>
                <a:gd name="connsiteX0" fmla="*/ 3519832 w 3519833"/>
                <a:gd name="connsiteY0" fmla="*/ 3059414 h 3720898"/>
                <a:gd name="connsiteX1" fmla="*/ 2557406 w 3519833"/>
                <a:gd name="connsiteY1" fmla="*/ 3720898 h 3720898"/>
                <a:gd name="connsiteX2" fmla="*/ 0 w 3519833"/>
                <a:gd name="connsiteY2" fmla="*/ 1 h 3720898"/>
                <a:gd name="connsiteX3" fmla="*/ 3519833 w 3519833"/>
                <a:gd name="connsiteY3" fmla="*/ 0 h 3720898"/>
              </a:gdLst>
              <a:ahLst/>
              <a:cxnLst>
                <a:cxn ang="0">
                  <a:pos x="connsiteX0" y="connsiteY0"/>
                </a:cxn>
                <a:cxn ang="0">
                  <a:pos x="connsiteX1" y="connsiteY1"/>
                </a:cxn>
                <a:cxn ang="0">
                  <a:pos x="connsiteX2" y="connsiteY2"/>
                </a:cxn>
                <a:cxn ang="0">
                  <a:pos x="connsiteX3" y="connsiteY3"/>
                </a:cxn>
              </a:cxnLst>
              <a:rect l="l" t="t" r="r" b="b"/>
              <a:pathLst>
                <a:path w="3519833" h="3720898">
                  <a:moveTo>
                    <a:pt x="3519832" y="3059414"/>
                  </a:moveTo>
                  <a:lnTo>
                    <a:pt x="2557406" y="3720898"/>
                  </a:lnTo>
                  <a:lnTo>
                    <a:pt x="0" y="1"/>
                  </a:lnTo>
                  <a:lnTo>
                    <a:pt x="3519833" y="0"/>
                  </a:lnTo>
                  <a:close/>
                </a:path>
              </a:pathLst>
            </a:custGeom>
          </p:spPr>
        </p:pic>
        <p:sp>
          <p:nvSpPr>
            <p:cNvPr id="24" name="Freeform 23">
              <a:extLst>
                <a:ext uri="{FF2B5EF4-FFF2-40B4-BE49-F238E27FC236}">
                  <a16:creationId xmlns:a16="http://schemas.microsoft.com/office/drawing/2014/main" id="{D533FAA9-6684-F39E-CFB9-8F654DE4C13E}"/>
                </a:ext>
              </a:extLst>
            </p:cNvPr>
            <p:cNvSpPr/>
            <p:nvPr userDrawn="1"/>
          </p:nvSpPr>
          <p:spPr>
            <a:xfrm>
              <a:off x="10260835" y="2637489"/>
              <a:ext cx="1796693" cy="1546860"/>
            </a:xfrm>
            <a:custGeom>
              <a:avLst/>
              <a:gdLst>
                <a:gd name="connsiteX0" fmla="*/ 869034 w 1974015"/>
                <a:gd name="connsiteY0" fmla="*/ 0 h 1699525"/>
                <a:gd name="connsiteX1" fmla="*/ 1974015 w 1974015"/>
                <a:gd name="connsiteY1" fmla="*/ 1104981 h 1699525"/>
                <a:gd name="connsiteX2" fmla="*/ 1840650 w 1974015"/>
                <a:gd name="connsiteY2" fmla="*/ 1631680 h 1699525"/>
                <a:gd name="connsiteX3" fmla="*/ 1799434 w 1974015"/>
                <a:gd name="connsiteY3" fmla="*/ 1699525 h 1699525"/>
                <a:gd name="connsiteX4" fmla="*/ 1606478 w 1974015"/>
                <a:gd name="connsiteY4" fmla="*/ 1613737 h 1699525"/>
                <a:gd name="connsiteX5" fmla="*/ 128750 w 1974015"/>
                <a:gd name="connsiteY5" fmla="*/ 560018 h 1699525"/>
                <a:gd name="connsiteX6" fmla="*/ 33303 w 1974015"/>
                <a:gd name="connsiteY6" fmla="*/ 462804 h 1699525"/>
                <a:gd name="connsiteX7" fmla="*/ 0 w 1974015"/>
                <a:gd name="connsiteY7" fmla="*/ 424012 h 1699525"/>
                <a:gd name="connsiteX8" fmla="*/ 16377 w 1974015"/>
                <a:gd name="connsiteY8" fmla="*/ 402111 h 1699525"/>
                <a:gd name="connsiteX9" fmla="*/ 869034 w 1974015"/>
                <a:gd name="connsiteY9" fmla="*/ 0 h 169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974015" h="1699525">
                  <a:moveTo>
                    <a:pt x="869034" y="0"/>
                  </a:moveTo>
                  <a:cubicBezTo>
                    <a:pt x="1479298" y="0"/>
                    <a:pt x="1974015" y="494717"/>
                    <a:pt x="1974015" y="1104981"/>
                  </a:cubicBezTo>
                  <a:cubicBezTo>
                    <a:pt x="1974015" y="1295689"/>
                    <a:pt x="1925703" y="1475112"/>
                    <a:pt x="1840650" y="1631680"/>
                  </a:cubicBezTo>
                  <a:lnTo>
                    <a:pt x="1799434" y="1699525"/>
                  </a:lnTo>
                  <a:lnTo>
                    <a:pt x="1606478" y="1613737"/>
                  </a:lnTo>
                  <a:cubicBezTo>
                    <a:pt x="890569" y="1266593"/>
                    <a:pt x="263807" y="687374"/>
                    <a:pt x="128750" y="560018"/>
                  </a:cubicBezTo>
                  <a:cubicBezTo>
                    <a:pt x="98992" y="530755"/>
                    <a:pt x="66617" y="498490"/>
                    <a:pt x="33303" y="462804"/>
                  </a:cubicBezTo>
                  <a:lnTo>
                    <a:pt x="0" y="424012"/>
                  </a:lnTo>
                  <a:lnTo>
                    <a:pt x="16377" y="402111"/>
                  </a:lnTo>
                  <a:cubicBezTo>
                    <a:pt x="219047" y="156532"/>
                    <a:pt x="525761" y="0"/>
                    <a:pt x="869034" y="0"/>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6" name="Title 10">
            <a:extLst>
              <a:ext uri="{FF2B5EF4-FFF2-40B4-BE49-F238E27FC236}">
                <a16:creationId xmlns:a16="http://schemas.microsoft.com/office/drawing/2014/main" id="{B7A6ACE2-85BA-FE97-A9CE-0BF9DB03B3CF}"/>
              </a:ext>
            </a:extLst>
          </p:cNvPr>
          <p:cNvSpPr>
            <a:spLocks noGrp="1"/>
          </p:cNvSpPr>
          <p:nvPr userDrawn="1">
            <p:ph type="title" hasCustomPrompt="1"/>
          </p:nvPr>
        </p:nvSpPr>
        <p:spPr>
          <a:xfrm>
            <a:off x="615042" y="611444"/>
            <a:ext cx="5328558" cy="598232"/>
          </a:xfrm>
          <a:prstGeom prst="rect">
            <a:avLst/>
          </a:prstGeom>
        </p:spPr>
        <p:txBody>
          <a:bodyPr vert="horz" lIns="0" anchor="t" anchorCtr="0">
            <a:noAutofit/>
          </a:bodyPr>
          <a:lstStyle>
            <a:lvl1pPr algn="l">
              <a:defRPr sz="3600" b="0" i="0" baseline="0">
                <a:solidFill>
                  <a:schemeClr val="tx1"/>
                </a:solidFill>
                <a:latin typeface="+mj-lt"/>
                <a:cs typeface="Arial" panose="020B0604020202020204" pitchFamily="34" charset="0"/>
              </a:defRPr>
            </a:lvl1pPr>
          </a:lstStyle>
          <a:p>
            <a:r>
              <a:rPr lang="en-US" dirty="0"/>
              <a:t>Agenda, 6 items</a:t>
            </a:r>
          </a:p>
        </p:txBody>
      </p:sp>
      <p:sp>
        <p:nvSpPr>
          <p:cNvPr id="4" name="Text Placeholder 11">
            <a:extLst>
              <a:ext uri="{FF2B5EF4-FFF2-40B4-BE49-F238E27FC236}">
                <a16:creationId xmlns:a16="http://schemas.microsoft.com/office/drawing/2014/main" id="{D01220DB-4A22-0635-7B90-9550DC2E0AC2}"/>
              </a:ext>
            </a:extLst>
          </p:cNvPr>
          <p:cNvSpPr>
            <a:spLocks noGrp="1"/>
          </p:cNvSpPr>
          <p:nvPr userDrawn="1">
            <p:ph type="body" sz="quarter" idx="10" hasCustomPrompt="1"/>
          </p:nvPr>
        </p:nvSpPr>
        <p:spPr>
          <a:xfrm>
            <a:off x="615042" y="2079145"/>
            <a:ext cx="1042308" cy="823912"/>
          </a:xfrm>
        </p:spPr>
        <p:txBody>
          <a:bodyPr anchor="ctr" anchorCtr="0"/>
          <a:lstStyle>
            <a:lvl1pPr>
              <a:spcAft>
                <a:spcPts val="0"/>
              </a:spcAft>
              <a:defRPr sz="6400">
                <a:solidFill>
                  <a:schemeClr val="tx2"/>
                </a:solidFill>
                <a:latin typeface="+mj-lt"/>
              </a:defRPr>
            </a:lvl1pPr>
          </a:lstStyle>
          <a:p>
            <a:pPr lvl="0"/>
            <a:r>
              <a:rPr lang="en-US"/>
              <a:t>01</a:t>
            </a:r>
          </a:p>
        </p:txBody>
      </p:sp>
      <p:sp>
        <p:nvSpPr>
          <p:cNvPr id="5" name="Text Placeholder 15">
            <a:extLst>
              <a:ext uri="{FF2B5EF4-FFF2-40B4-BE49-F238E27FC236}">
                <a16:creationId xmlns:a16="http://schemas.microsoft.com/office/drawing/2014/main" id="{76404906-FA4D-9AE6-F7CC-AC7112C3267D}"/>
              </a:ext>
            </a:extLst>
          </p:cNvPr>
          <p:cNvSpPr>
            <a:spLocks noGrp="1"/>
          </p:cNvSpPr>
          <p:nvPr userDrawn="1">
            <p:ph type="body" sz="quarter" idx="11" hasCustomPrompt="1"/>
          </p:nvPr>
        </p:nvSpPr>
        <p:spPr>
          <a:xfrm>
            <a:off x="1879569" y="2079145"/>
            <a:ext cx="2955049" cy="823912"/>
          </a:xfrm>
        </p:spPr>
        <p:txBody>
          <a:bodyPr anchor="ctr" anchorCtr="0"/>
          <a:lstStyle>
            <a:lvl1pPr algn="l">
              <a:defRPr sz="2200">
                <a:solidFill>
                  <a:schemeClr val="tx1"/>
                </a:solidFill>
              </a:defRPr>
            </a:lvl1pPr>
          </a:lstStyle>
          <a:p>
            <a:pPr lvl="0"/>
            <a:r>
              <a:rPr lang="en-US"/>
              <a:t>Insert text here</a:t>
            </a:r>
          </a:p>
        </p:txBody>
      </p:sp>
      <p:sp>
        <p:nvSpPr>
          <p:cNvPr id="7" name="Text Placeholder 11">
            <a:extLst>
              <a:ext uri="{FF2B5EF4-FFF2-40B4-BE49-F238E27FC236}">
                <a16:creationId xmlns:a16="http://schemas.microsoft.com/office/drawing/2014/main" id="{9956389A-62F4-B54C-81BB-C449E07FD2EE}"/>
              </a:ext>
            </a:extLst>
          </p:cNvPr>
          <p:cNvSpPr>
            <a:spLocks noGrp="1"/>
          </p:cNvSpPr>
          <p:nvPr userDrawn="1">
            <p:ph type="body" sz="quarter" idx="12" hasCustomPrompt="1"/>
          </p:nvPr>
        </p:nvSpPr>
        <p:spPr>
          <a:xfrm>
            <a:off x="5143501" y="2079145"/>
            <a:ext cx="1042308" cy="823912"/>
          </a:xfrm>
        </p:spPr>
        <p:txBody>
          <a:bodyPr anchor="ctr" anchorCtr="0"/>
          <a:lstStyle>
            <a:lvl1pPr>
              <a:spcAft>
                <a:spcPts val="0"/>
              </a:spcAft>
              <a:defRPr sz="6400">
                <a:solidFill>
                  <a:schemeClr val="tx2"/>
                </a:solidFill>
                <a:latin typeface="+mj-lt"/>
              </a:defRPr>
            </a:lvl1pPr>
          </a:lstStyle>
          <a:p>
            <a:pPr lvl="0"/>
            <a:r>
              <a:rPr lang="en-US"/>
              <a:t>02</a:t>
            </a:r>
          </a:p>
        </p:txBody>
      </p:sp>
      <p:sp>
        <p:nvSpPr>
          <p:cNvPr id="8" name="Text Placeholder 15">
            <a:extLst>
              <a:ext uri="{FF2B5EF4-FFF2-40B4-BE49-F238E27FC236}">
                <a16:creationId xmlns:a16="http://schemas.microsoft.com/office/drawing/2014/main" id="{6BB134E3-F1EB-A95E-48C2-D25646AAC254}"/>
              </a:ext>
            </a:extLst>
          </p:cNvPr>
          <p:cNvSpPr>
            <a:spLocks noGrp="1"/>
          </p:cNvSpPr>
          <p:nvPr userDrawn="1">
            <p:ph type="body" sz="quarter" idx="13" hasCustomPrompt="1"/>
          </p:nvPr>
        </p:nvSpPr>
        <p:spPr>
          <a:xfrm>
            <a:off x="6408028" y="2079145"/>
            <a:ext cx="2955049" cy="823912"/>
          </a:xfrm>
        </p:spPr>
        <p:txBody>
          <a:bodyPr anchor="ctr" anchorCtr="0"/>
          <a:lstStyle>
            <a:lvl1pPr algn="l">
              <a:defRPr sz="2200">
                <a:solidFill>
                  <a:schemeClr val="tx1"/>
                </a:solidFill>
              </a:defRPr>
            </a:lvl1pPr>
          </a:lstStyle>
          <a:p>
            <a:pPr lvl="0"/>
            <a:r>
              <a:rPr lang="en-US"/>
              <a:t>Insert text here</a:t>
            </a:r>
          </a:p>
        </p:txBody>
      </p:sp>
      <p:sp>
        <p:nvSpPr>
          <p:cNvPr id="9" name="Text Placeholder 11">
            <a:extLst>
              <a:ext uri="{FF2B5EF4-FFF2-40B4-BE49-F238E27FC236}">
                <a16:creationId xmlns:a16="http://schemas.microsoft.com/office/drawing/2014/main" id="{DF005748-42CA-8252-2346-388F064FDDCC}"/>
              </a:ext>
            </a:extLst>
          </p:cNvPr>
          <p:cNvSpPr>
            <a:spLocks noGrp="1"/>
          </p:cNvSpPr>
          <p:nvPr userDrawn="1">
            <p:ph type="body" sz="quarter" idx="14" hasCustomPrompt="1"/>
          </p:nvPr>
        </p:nvSpPr>
        <p:spPr>
          <a:xfrm>
            <a:off x="615040" y="3279295"/>
            <a:ext cx="1042308" cy="823912"/>
          </a:xfrm>
        </p:spPr>
        <p:txBody>
          <a:bodyPr anchor="ctr" anchorCtr="0"/>
          <a:lstStyle>
            <a:lvl1pPr>
              <a:spcAft>
                <a:spcPts val="0"/>
              </a:spcAft>
              <a:defRPr sz="6400">
                <a:solidFill>
                  <a:schemeClr val="tx2"/>
                </a:solidFill>
                <a:latin typeface="+mj-lt"/>
              </a:defRPr>
            </a:lvl1pPr>
          </a:lstStyle>
          <a:p>
            <a:pPr lvl="0"/>
            <a:r>
              <a:rPr lang="en-US"/>
              <a:t>03</a:t>
            </a:r>
          </a:p>
        </p:txBody>
      </p:sp>
      <p:sp>
        <p:nvSpPr>
          <p:cNvPr id="10" name="Text Placeholder 15">
            <a:extLst>
              <a:ext uri="{FF2B5EF4-FFF2-40B4-BE49-F238E27FC236}">
                <a16:creationId xmlns:a16="http://schemas.microsoft.com/office/drawing/2014/main" id="{D64B805D-370A-E1EC-4E4B-4FC008AB7B88}"/>
              </a:ext>
            </a:extLst>
          </p:cNvPr>
          <p:cNvSpPr>
            <a:spLocks noGrp="1"/>
          </p:cNvSpPr>
          <p:nvPr userDrawn="1">
            <p:ph type="body" sz="quarter" idx="15" hasCustomPrompt="1"/>
          </p:nvPr>
        </p:nvSpPr>
        <p:spPr>
          <a:xfrm>
            <a:off x="1879567" y="3279295"/>
            <a:ext cx="2955049" cy="823912"/>
          </a:xfrm>
        </p:spPr>
        <p:txBody>
          <a:bodyPr anchor="ctr" anchorCtr="0"/>
          <a:lstStyle>
            <a:lvl1pPr algn="l">
              <a:defRPr sz="2200">
                <a:solidFill>
                  <a:schemeClr val="tx1"/>
                </a:solidFill>
              </a:defRPr>
            </a:lvl1pPr>
          </a:lstStyle>
          <a:p>
            <a:pPr lvl="0"/>
            <a:r>
              <a:rPr lang="en-US"/>
              <a:t>Insert text here</a:t>
            </a:r>
          </a:p>
        </p:txBody>
      </p:sp>
      <p:sp>
        <p:nvSpPr>
          <p:cNvPr id="11" name="Text Placeholder 11">
            <a:extLst>
              <a:ext uri="{FF2B5EF4-FFF2-40B4-BE49-F238E27FC236}">
                <a16:creationId xmlns:a16="http://schemas.microsoft.com/office/drawing/2014/main" id="{AF735DB0-2792-9FF4-BA70-EB654854DBED}"/>
              </a:ext>
            </a:extLst>
          </p:cNvPr>
          <p:cNvSpPr>
            <a:spLocks noGrp="1"/>
          </p:cNvSpPr>
          <p:nvPr userDrawn="1">
            <p:ph type="body" sz="quarter" idx="16" hasCustomPrompt="1"/>
          </p:nvPr>
        </p:nvSpPr>
        <p:spPr>
          <a:xfrm>
            <a:off x="5143499" y="3279295"/>
            <a:ext cx="1042308" cy="823912"/>
          </a:xfrm>
        </p:spPr>
        <p:txBody>
          <a:bodyPr anchor="ctr" anchorCtr="0"/>
          <a:lstStyle>
            <a:lvl1pPr>
              <a:spcAft>
                <a:spcPts val="0"/>
              </a:spcAft>
              <a:defRPr sz="6400">
                <a:solidFill>
                  <a:schemeClr val="tx2"/>
                </a:solidFill>
                <a:latin typeface="+mj-lt"/>
              </a:defRPr>
            </a:lvl1pPr>
          </a:lstStyle>
          <a:p>
            <a:pPr lvl="0"/>
            <a:r>
              <a:rPr lang="en-US"/>
              <a:t>04</a:t>
            </a:r>
          </a:p>
        </p:txBody>
      </p:sp>
      <p:sp>
        <p:nvSpPr>
          <p:cNvPr id="12" name="Text Placeholder 15">
            <a:extLst>
              <a:ext uri="{FF2B5EF4-FFF2-40B4-BE49-F238E27FC236}">
                <a16:creationId xmlns:a16="http://schemas.microsoft.com/office/drawing/2014/main" id="{0F764166-DDD3-3435-0AAB-F255B54FF9D1}"/>
              </a:ext>
            </a:extLst>
          </p:cNvPr>
          <p:cNvSpPr>
            <a:spLocks noGrp="1"/>
          </p:cNvSpPr>
          <p:nvPr userDrawn="1">
            <p:ph type="body" sz="quarter" idx="17" hasCustomPrompt="1"/>
          </p:nvPr>
        </p:nvSpPr>
        <p:spPr>
          <a:xfrm>
            <a:off x="6408026" y="3279295"/>
            <a:ext cx="2955049" cy="823912"/>
          </a:xfrm>
        </p:spPr>
        <p:txBody>
          <a:bodyPr anchor="ctr" anchorCtr="0"/>
          <a:lstStyle>
            <a:lvl1pPr algn="l">
              <a:defRPr sz="2200">
                <a:solidFill>
                  <a:schemeClr val="tx1"/>
                </a:solidFill>
              </a:defRPr>
            </a:lvl1pPr>
          </a:lstStyle>
          <a:p>
            <a:pPr lvl="0"/>
            <a:r>
              <a:rPr lang="en-US"/>
              <a:t>Insert text here</a:t>
            </a:r>
          </a:p>
        </p:txBody>
      </p:sp>
      <p:sp>
        <p:nvSpPr>
          <p:cNvPr id="2" name="Text Placeholder 11">
            <a:extLst>
              <a:ext uri="{FF2B5EF4-FFF2-40B4-BE49-F238E27FC236}">
                <a16:creationId xmlns:a16="http://schemas.microsoft.com/office/drawing/2014/main" id="{26AF6E33-9C67-3BF8-50B0-67783BDB7AB9}"/>
              </a:ext>
            </a:extLst>
          </p:cNvPr>
          <p:cNvSpPr>
            <a:spLocks noGrp="1"/>
          </p:cNvSpPr>
          <p:nvPr userDrawn="1">
            <p:ph type="body" sz="quarter" idx="18" hasCustomPrompt="1"/>
          </p:nvPr>
        </p:nvSpPr>
        <p:spPr>
          <a:xfrm>
            <a:off x="615040" y="4479445"/>
            <a:ext cx="1042308" cy="823912"/>
          </a:xfrm>
        </p:spPr>
        <p:txBody>
          <a:bodyPr anchor="ctr" anchorCtr="0"/>
          <a:lstStyle>
            <a:lvl1pPr>
              <a:spcAft>
                <a:spcPts val="0"/>
              </a:spcAft>
              <a:defRPr sz="6400">
                <a:solidFill>
                  <a:schemeClr val="tx2"/>
                </a:solidFill>
                <a:latin typeface="+mj-lt"/>
              </a:defRPr>
            </a:lvl1pPr>
          </a:lstStyle>
          <a:p>
            <a:pPr lvl="0"/>
            <a:r>
              <a:rPr lang="en-US"/>
              <a:t>05</a:t>
            </a:r>
          </a:p>
        </p:txBody>
      </p:sp>
      <p:sp>
        <p:nvSpPr>
          <p:cNvPr id="3" name="Text Placeholder 15">
            <a:extLst>
              <a:ext uri="{FF2B5EF4-FFF2-40B4-BE49-F238E27FC236}">
                <a16:creationId xmlns:a16="http://schemas.microsoft.com/office/drawing/2014/main" id="{3A72040B-2438-135C-D9B2-9C010727BC7D}"/>
              </a:ext>
            </a:extLst>
          </p:cNvPr>
          <p:cNvSpPr>
            <a:spLocks noGrp="1"/>
          </p:cNvSpPr>
          <p:nvPr userDrawn="1">
            <p:ph type="body" sz="quarter" idx="19" hasCustomPrompt="1"/>
          </p:nvPr>
        </p:nvSpPr>
        <p:spPr>
          <a:xfrm>
            <a:off x="1879567" y="4479445"/>
            <a:ext cx="2955049" cy="823912"/>
          </a:xfrm>
        </p:spPr>
        <p:txBody>
          <a:bodyPr anchor="ctr" anchorCtr="0"/>
          <a:lstStyle>
            <a:lvl1pPr algn="l">
              <a:defRPr sz="2200">
                <a:solidFill>
                  <a:schemeClr val="tx1"/>
                </a:solidFill>
              </a:defRPr>
            </a:lvl1pPr>
          </a:lstStyle>
          <a:p>
            <a:pPr lvl="0"/>
            <a:r>
              <a:rPr lang="en-US"/>
              <a:t>Insert text here</a:t>
            </a:r>
          </a:p>
        </p:txBody>
      </p:sp>
      <p:sp>
        <p:nvSpPr>
          <p:cNvPr id="14" name="Text Placeholder 11">
            <a:extLst>
              <a:ext uri="{FF2B5EF4-FFF2-40B4-BE49-F238E27FC236}">
                <a16:creationId xmlns:a16="http://schemas.microsoft.com/office/drawing/2014/main" id="{9BD939DB-D7F9-9F0F-0DDF-2AC66138DECD}"/>
              </a:ext>
            </a:extLst>
          </p:cNvPr>
          <p:cNvSpPr>
            <a:spLocks noGrp="1"/>
          </p:cNvSpPr>
          <p:nvPr userDrawn="1">
            <p:ph type="body" sz="quarter" idx="20" hasCustomPrompt="1"/>
          </p:nvPr>
        </p:nvSpPr>
        <p:spPr>
          <a:xfrm>
            <a:off x="5143499" y="4479445"/>
            <a:ext cx="1042308" cy="823912"/>
          </a:xfrm>
        </p:spPr>
        <p:txBody>
          <a:bodyPr anchor="ctr" anchorCtr="0"/>
          <a:lstStyle>
            <a:lvl1pPr>
              <a:spcAft>
                <a:spcPts val="0"/>
              </a:spcAft>
              <a:defRPr sz="6400">
                <a:solidFill>
                  <a:schemeClr val="tx2"/>
                </a:solidFill>
                <a:latin typeface="+mj-lt"/>
              </a:defRPr>
            </a:lvl1pPr>
          </a:lstStyle>
          <a:p>
            <a:pPr lvl="0"/>
            <a:r>
              <a:rPr lang="en-US"/>
              <a:t>06</a:t>
            </a:r>
          </a:p>
        </p:txBody>
      </p:sp>
      <p:sp>
        <p:nvSpPr>
          <p:cNvPr id="15" name="Text Placeholder 15">
            <a:extLst>
              <a:ext uri="{FF2B5EF4-FFF2-40B4-BE49-F238E27FC236}">
                <a16:creationId xmlns:a16="http://schemas.microsoft.com/office/drawing/2014/main" id="{C610717F-3D19-484E-6443-EF684915559A}"/>
              </a:ext>
            </a:extLst>
          </p:cNvPr>
          <p:cNvSpPr>
            <a:spLocks noGrp="1"/>
          </p:cNvSpPr>
          <p:nvPr userDrawn="1">
            <p:ph type="body" sz="quarter" idx="21" hasCustomPrompt="1"/>
          </p:nvPr>
        </p:nvSpPr>
        <p:spPr>
          <a:xfrm>
            <a:off x="6408026" y="4479445"/>
            <a:ext cx="2955049" cy="823912"/>
          </a:xfrm>
        </p:spPr>
        <p:txBody>
          <a:bodyPr anchor="ctr" anchorCtr="0"/>
          <a:lstStyle>
            <a:lvl1pPr algn="l">
              <a:defRPr sz="2200">
                <a:solidFill>
                  <a:schemeClr val="tx1"/>
                </a:solidFill>
              </a:defRPr>
            </a:lvl1pPr>
          </a:lstStyle>
          <a:p>
            <a:pPr lvl="0"/>
            <a:r>
              <a:rPr lang="en-US"/>
              <a:t>Insert text here</a:t>
            </a:r>
          </a:p>
        </p:txBody>
      </p:sp>
      <p:sp>
        <p:nvSpPr>
          <p:cNvPr id="13" name="TextBox 12">
            <a:extLst>
              <a:ext uri="{FF2B5EF4-FFF2-40B4-BE49-F238E27FC236}">
                <a16:creationId xmlns:a16="http://schemas.microsoft.com/office/drawing/2014/main" id="{A5022891-5889-2E1C-5FFE-922943A31113}"/>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21186732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1_Section_Title_1">
    <p:bg>
      <p:bgPr>
        <a:solidFill>
          <a:schemeClr val="tx2"/>
        </a:solidFill>
        <a:effectLst/>
      </p:bgPr>
    </p:bg>
    <p:spTree>
      <p:nvGrpSpPr>
        <p:cNvPr id="1" name=""/>
        <p:cNvGrpSpPr/>
        <p:nvPr/>
      </p:nvGrpSpPr>
      <p:grpSpPr>
        <a:xfrm>
          <a:off x="0" y="0"/>
          <a:ext cx="0" cy="0"/>
          <a:chOff x="0" y="0"/>
          <a:chExt cx="0" cy="0"/>
        </a:xfrm>
      </p:grpSpPr>
      <p:sp>
        <p:nvSpPr>
          <p:cNvPr id="5" name="Title 10">
            <a:extLst>
              <a:ext uri="{FF2B5EF4-FFF2-40B4-BE49-F238E27FC236}">
                <a16:creationId xmlns:a16="http://schemas.microsoft.com/office/drawing/2014/main" id="{7B774C67-0882-845E-B3CA-47CE91747A0B}"/>
              </a:ext>
            </a:extLst>
          </p:cNvPr>
          <p:cNvSpPr>
            <a:spLocks noGrp="1"/>
          </p:cNvSpPr>
          <p:nvPr>
            <p:ph type="title" hasCustomPrompt="1"/>
          </p:nvPr>
        </p:nvSpPr>
        <p:spPr>
          <a:xfrm>
            <a:off x="595743" y="3589900"/>
            <a:ext cx="6959941" cy="2423441"/>
          </a:xfrm>
          <a:prstGeom prst="rect">
            <a:avLst/>
          </a:prstGeom>
        </p:spPr>
        <p:txBody>
          <a:bodyPr vert="horz" lIns="0" anchor="t" anchorCtr="0">
            <a:noAutofit/>
          </a:bodyPr>
          <a:lstStyle>
            <a:lvl1pPr algn="l">
              <a:defRPr sz="5600" b="0" i="0" baseline="0">
                <a:solidFill>
                  <a:schemeClr val="bg2"/>
                </a:solidFill>
                <a:latin typeface="+mj-lt"/>
                <a:cs typeface="Arial" panose="020B0604020202020204" pitchFamily="34" charset="0"/>
              </a:defRPr>
            </a:lvl1pPr>
          </a:lstStyle>
          <a:p>
            <a:r>
              <a:rPr lang="en-US"/>
              <a:t>Section title</a:t>
            </a:r>
          </a:p>
        </p:txBody>
      </p:sp>
      <p:sp>
        <p:nvSpPr>
          <p:cNvPr id="12" name="Text Placeholder 11">
            <a:extLst>
              <a:ext uri="{FF2B5EF4-FFF2-40B4-BE49-F238E27FC236}">
                <a16:creationId xmlns:a16="http://schemas.microsoft.com/office/drawing/2014/main" id="{C8639FD5-49E1-796E-A1F5-E191C4334B60}"/>
              </a:ext>
            </a:extLst>
          </p:cNvPr>
          <p:cNvSpPr>
            <a:spLocks noGrp="1"/>
          </p:cNvSpPr>
          <p:nvPr>
            <p:ph type="body" sz="quarter" idx="10" hasCustomPrompt="1"/>
          </p:nvPr>
        </p:nvSpPr>
        <p:spPr>
          <a:xfrm>
            <a:off x="595313" y="2828764"/>
            <a:ext cx="1631052" cy="823912"/>
          </a:xfrm>
        </p:spPr>
        <p:txBody>
          <a:bodyPr anchor="b" anchorCtr="0"/>
          <a:lstStyle>
            <a:lvl1pPr>
              <a:spcAft>
                <a:spcPts val="0"/>
              </a:spcAft>
              <a:defRPr sz="6400">
                <a:solidFill>
                  <a:srgbClr val="9EF5EF"/>
                </a:solidFill>
                <a:latin typeface="+mj-lt"/>
              </a:defRPr>
            </a:lvl1pPr>
          </a:lstStyle>
          <a:p>
            <a:pPr lvl="0"/>
            <a:r>
              <a:rPr lang="en-US"/>
              <a:t>01</a:t>
            </a:r>
          </a:p>
        </p:txBody>
      </p:sp>
      <p:grpSp>
        <p:nvGrpSpPr>
          <p:cNvPr id="20" name="Group 19">
            <a:extLst>
              <a:ext uri="{FF2B5EF4-FFF2-40B4-BE49-F238E27FC236}">
                <a16:creationId xmlns:a16="http://schemas.microsoft.com/office/drawing/2014/main" id="{C0D33397-8717-3410-66E3-61A0F91DDCE3}"/>
              </a:ext>
            </a:extLst>
          </p:cNvPr>
          <p:cNvGrpSpPr/>
          <p:nvPr userDrawn="1"/>
        </p:nvGrpSpPr>
        <p:grpSpPr>
          <a:xfrm>
            <a:off x="6650109" y="-636910"/>
            <a:ext cx="6383337" cy="4484120"/>
            <a:chOff x="6650109" y="-636910"/>
            <a:chExt cx="6383337" cy="4484120"/>
          </a:xfrm>
        </p:grpSpPr>
        <p:pic>
          <p:nvPicPr>
            <p:cNvPr id="19" name="Graphic 18">
              <a:extLst>
                <a:ext uri="{FF2B5EF4-FFF2-40B4-BE49-F238E27FC236}">
                  <a16:creationId xmlns:a16="http://schemas.microsoft.com/office/drawing/2014/main" id="{607F854E-9CC5-1692-D61A-EC23FE27B105}"/>
                </a:ext>
              </a:extLst>
            </p:cNvPr>
            <p:cNvPicPr>
              <a:picLocks noChangeAspect="1"/>
            </p:cNvPicPr>
            <p:nvPr userDrawn="1"/>
          </p:nvPicPr>
          <p:blipFill>
            <a:blip r:embed="rId2">
              <a:extLst>
                <a:ext uri="{96DAC541-7B7A-43D3-8B79-37D633B846F1}">
                  <asvg:svgBlip xmlns:asvg="http://schemas.microsoft.com/office/drawing/2016/SVG/main" r:embed="rId3"/>
                </a:ext>
              </a:extLst>
            </a:blip>
            <a:srcRect r="11423"/>
            <a:stretch>
              <a:fillRect/>
            </a:stretch>
          </p:blipFill>
          <p:spPr>
            <a:xfrm rot="18529699">
              <a:off x="8556865" y="-908066"/>
              <a:ext cx="4205425" cy="4747737"/>
            </a:xfrm>
            <a:custGeom>
              <a:avLst/>
              <a:gdLst>
                <a:gd name="connsiteX0" fmla="*/ 2073718 w 4205425"/>
                <a:gd name="connsiteY0" fmla="*/ 0 h 4747737"/>
                <a:gd name="connsiteX1" fmla="*/ 4205425 w 4205425"/>
                <a:gd name="connsiteY1" fmla="*/ 2648628 h 4747737"/>
                <a:gd name="connsiteX2" fmla="*/ 1597299 w 4205425"/>
                <a:gd name="connsiteY2" fmla="*/ 4747737 h 4747737"/>
                <a:gd name="connsiteX3" fmla="*/ 0 w 4205425"/>
                <a:gd name="connsiteY3" fmla="*/ 4747737 h 4747737"/>
                <a:gd name="connsiteX4" fmla="*/ 0 w 4205425"/>
                <a:gd name="connsiteY4" fmla="*/ 0 h 47477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5425" h="4747737">
                  <a:moveTo>
                    <a:pt x="2073718" y="0"/>
                  </a:moveTo>
                  <a:lnTo>
                    <a:pt x="4205425" y="2648628"/>
                  </a:lnTo>
                  <a:lnTo>
                    <a:pt x="1597299" y="4747737"/>
                  </a:lnTo>
                  <a:lnTo>
                    <a:pt x="0" y="4747737"/>
                  </a:lnTo>
                  <a:lnTo>
                    <a:pt x="0" y="0"/>
                  </a:lnTo>
                  <a:close/>
                </a:path>
              </a:pathLst>
            </a:custGeom>
          </p:spPr>
        </p:pic>
        <p:pic>
          <p:nvPicPr>
            <p:cNvPr id="11" name="Graphic 10">
              <a:extLst>
                <a:ext uri="{FF2B5EF4-FFF2-40B4-BE49-F238E27FC236}">
                  <a16:creationId xmlns:a16="http://schemas.microsoft.com/office/drawing/2014/main" id="{3ACA5833-E717-E8F0-AFDE-B2B3AAA74582}"/>
                </a:ext>
              </a:extLst>
            </p:cNvPr>
            <p:cNvPicPr>
              <a:picLocks noChangeAspect="1"/>
            </p:cNvPicPr>
            <p:nvPr userDrawn="1"/>
          </p:nvPicPr>
          <p:blipFill>
            <a:blip r:embed="rId4">
              <a:extLst>
                <a:ext uri="{96DAC541-7B7A-43D3-8B79-37D633B846F1}">
                  <asvg:svgBlip xmlns:asvg="http://schemas.microsoft.com/office/drawing/2016/SVG/main" r:embed="rId5"/>
                </a:ext>
              </a:extLst>
            </a:blip>
            <a:srcRect l="13609" b="11742"/>
            <a:stretch>
              <a:fillRect/>
            </a:stretch>
          </p:blipFill>
          <p:spPr>
            <a:xfrm rot="9948965">
              <a:off x="8179351" y="-601294"/>
              <a:ext cx="4354375" cy="4448504"/>
            </a:xfrm>
            <a:custGeom>
              <a:avLst/>
              <a:gdLst>
                <a:gd name="connsiteX0" fmla="*/ 4354375 w 4354375"/>
                <a:gd name="connsiteY0" fmla="*/ 4448504 h 4448504"/>
                <a:gd name="connsiteX1" fmla="*/ 0 w 4354375"/>
                <a:gd name="connsiteY1" fmla="*/ 3347978 h 4448504"/>
                <a:gd name="connsiteX2" fmla="*/ 846169 w 4354375"/>
                <a:gd name="connsiteY2" fmla="*/ 0 h 4448504"/>
                <a:gd name="connsiteX3" fmla="*/ 4354375 w 4354375"/>
                <a:gd name="connsiteY3" fmla="*/ 0 h 4448504"/>
              </a:gdLst>
              <a:ahLst/>
              <a:cxnLst>
                <a:cxn ang="0">
                  <a:pos x="connsiteX0" y="connsiteY0"/>
                </a:cxn>
                <a:cxn ang="0">
                  <a:pos x="connsiteX1" y="connsiteY1"/>
                </a:cxn>
                <a:cxn ang="0">
                  <a:pos x="connsiteX2" y="connsiteY2"/>
                </a:cxn>
                <a:cxn ang="0">
                  <a:pos x="connsiteX3" y="connsiteY3"/>
                </a:cxn>
              </a:cxnLst>
              <a:rect l="l" t="t" r="r" b="b"/>
              <a:pathLst>
                <a:path w="4354375" h="4448504">
                  <a:moveTo>
                    <a:pt x="4354375" y="4448504"/>
                  </a:moveTo>
                  <a:lnTo>
                    <a:pt x="0" y="3347978"/>
                  </a:lnTo>
                  <a:lnTo>
                    <a:pt x="846169" y="0"/>
                  </a:lnTo>
                  <a:lnTo>
                    <a:pt x="4354375" y="0"/>
                  </a:lnTo>
                  <a:close/>
                </a:path>
              </a:pathLst>
            </a:custGeom>
          </p:spPr>
        </p:pic>
        <p:sp>
          <p:nvSpPr>
            <p:cNvPr id="4" name="Oval 3">
              <a:extLst>
                <a:ext uri="{FF2B5EF4-FFF2-40B4-BE49-F238E27FC236}">
                  <a16:creationId xmlns:a16="http://schemas.microsoft.com/office/drawing/2014/main" id="{E8C8D076-B9ED-EAD0-3758-83599288DE97}"/>
                </a:ext>
              </a:extLst>
            </p:cNvPr>
            <p:cNvSpPr/>
            <p:nvPr userDrawn="1"/>
          </p:nvSpPr>
          <p:spPr>
            <a:xfrm>
              <a:off x="6650109" y="214412"/>
              <a:ext cx="2566563" cy="256656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FE45EE78-24E0-0F93-6680-2FBADC4FAA33}"/>
                </a:ext>
              </a:extLst>
            </p:cNvPr>
            <p:cNvSpPr/>
            <p:nvPr/>
          </p:nvSpPr>
          <p:spPr>
            <a:xfrm rot="18529699">
              <a:off x="7880457" y="713988"/>
              <a:ext cx="1575487" cy="1477901"/>
            </a:xfrm>
            <a:custGeom>
              <a:avLst/>
              <a:gdLst>
                <a:gd name="connsiteX0" fmla="*/ 1559559 w 1575487"/>
                <a:gd name="connsiteY0" fmla="*/ 0 h 1477901"/>
                <a:gd name="connsiteX1" fmla="*/ 1571000 w 1575487"/>
                <a:gd name="connsiteY1" fmla="*/ 86334 h 1477901"/>
                <a:gd name="connsiteX2" fmla="*/ 1096764 w 1575487"/>
                <a:gd name="connsiteY2" fmla="*/ 1194288 h 1477901"/>
                <a:gd name="connsiteX3" fmla="*/ 32536 w 1575487"/>
                <a:gd name="connsiteY3" fmla="*/ 1451356 h 1477901"/>
                <a:gd name="connsiteX4" fmla="*/ 0 w 1575487"/>
                <a:gd name="connsiteY4" fmla="*/ 1443013 h 1477901"/>
                <a:gd name="connsiteX5" fmla="*/ 7476 w 1575487"/>
                <a:gd name="connsiteY5" fmla="*/ 1392890 h 1477901"/>
                <a:gd name="connsiteX6" fmla="*/ 377212 w 1575487"/>
                <a:gd name="connsiteY6" fmla="*/ 538192 h 1477901"/>
                <a:gd name="connsiteX7" fmla="*/ 1550028 w 1575487"/>
                <a:gd name="connsiteY7" fmla="*/ 1162 h 1477901"/>
                <a:gd name="connsiteX8" fmla="*/ 1559559 w 1575487"/>
                <a:gd name="connsiteY8" fmla="*/ 0 h 147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5487" h="1477901">
                  <a:moveTo>
                    <a:pt x="1559559" y="0"/>
                  </a:moveTo>
                  <a:lnTo>
                    <a:pt x="1571000" y="86334"/>
                  </a:lnTo>
                  <a:cubicBezTo>
                    <a:pt x="1605370" y="496852"/>
                    <a:pt x="1441843" y="916556"/>
                    <a:pt x="1096764" y="1194288"/>
                  </a:cubicBezTo>
                  <a:cubicBezTo>
                    <a:pt x="786193" y="1444246"/>
                    <a:pt x="394719" y="1525963"/>
                    <a:pt x="32536" y="1451356"/>
                  </a:cubicBezTo>
                  <a:lnTo>
                    <a:pt x="0" y="1443013"/>
                  </a:lnTo>
                  <a:lnTo>
                    <a:pt x="7476" y="1392890"/>
                  </a:lnTo>
                  <a:cubicBezTo>
                    <a:pt x="69336" y="1055234"/>
                    <a:pt x="185538" y="751956"/>
                    <a:pt x="377212" y="538192"/>
                  </a:cubicBezTo>
                  <a:cubicBezTo>
                    <a:pt x="646330" y="226662"/>
                    <a:pt x="1087961" y="71310"/>
                    <a:pt x="1550028" y="1162"/>
                  </a:cubicBezTo>
                  <a:lnTo>
                    <a:pt x="1559559" y="0"/>
                  </a:lnTo>
                  <a:close/>
                </a:path>
              </a:pathLst>
            </a:custGeom>
            <a:solidFill>
              <a:schemeClr val="accent4"/>
            </a:solidFill>
            <a:ln w="24357" cap="flat">
              <a:noFill/>
              <a:prstDash val="solid"/>
              <a:miter/>
            </a:ln>
          </p:spPr>
          <p:txBody>
            <a:bodyPr rtlCol="0" anchor="ctr"/>
            <a:lstStyle/>
            <a:p>
              <a:endParaRPr lang="en-US"/>
            </a:p>
          </p:txBody>
        </p:sp>
      </p:grpSp>
      <p:sp>
        <p:nvSpPr>
          <p:cNvPr id="3" name="TextBox 2">
            <a:extLst>
              <a:ext uri="{FF2B5EF4-FFF2-40B4-BE49-F238E27FC236}">
                <a16:creationId xmlns:a16="http://schemas.microsoft.com/office/drawing/2014/main" id="{E73D0692-25E4-4302-4CAC-665E10D7657E}"/>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rgbClr val="C7E5FF"/>
                </a:solidFill>
                <a:latin typeface="Clarika Grotesque" pitchFamily="2" charset="77"/>
              </a:rPr>
              <a:t>© Dayforce</a:t>
            </a:r>
          </a:p>
        </p:txBody>
      </p:sp>
    </p:spTree>
    <p:extLst>
      <p:ext uri="{BB962C8B-B14F-4D97-AF65-F5344CB8AC3E}">
        <p14:creationId xmlns:p14="http://schemas.microsoft.com/office/powerpoint/2010/main" val="2086214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2_Section_Title_1">
    <p:bg>
      <p:bgPr>
        <a:solidFill>
          <a:schemeClr val="tx2"/>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9BA86E98-A879-164F-FCD6-F8B568532659}"/>
              </a:ext>
            </a:extLst>
          </p:cNvPr>
          <p:cNvGrpSpPr/>
          <p:nvPr userDrawn="1"/>
        </p:nvGrpSpPr>
        <p:grpSpPr>
          <a:xfrm>
            <a:off x="6650109" y="-636910"/>
            <a:ext cx="6383337" cy="4484120"/>
            <a:chOff x="6650109" y="-636910"/>
            <a:chExt cx="6383337" cy="4484120"/>
          </a:xfrm>
        </p:grpSpPr>
        <p:pic>
          <p:nvPicPr>
            <p:cNvPr id="18" name="Graphic 17">
              <a:extLst>
                <a:ext uri="{FF2B5EF4-FFF2-40B4-BE49-F238E27FC236}">
                  <a16:creationId xmlns:a16="http://schemas.microsoft.com/office/drawing/2014/main" id="{AB7344DA-442D-02FE-E811-8AD1273BFB37}"/>
                </a:ext>
              </a:extLst>
            </p:cNvPr>
            <p:cNvPicPr>
              <a:picLocks noChangeAspect="1"/>
            </p:cNvPicPr>
            <p:nvPr userDrawn="1"/>
          </p:nvPicPr>
          <p:blipFill>
            <a:blip r:embed="rId2">
              <a:extLst>
                <a:ext uri="{96DAC541-7B7A-43D3-8B79-37D633B846F1}">
                  <asvg:svgBlip xmlns:asvg="http://schemas.microsoft.com/office/drawing/2016/SVG/main" r:embed="rId3"/>
                </a:ext>
              </a:extLst>
            </a:blip>
            <a:srcRect r="11423"/>
            <a:stretch>
              <a:fillRect/>
            </a:stretch>
          </p:blipFill>
          <p:spPr>
            <a:xfrm rot="18529699">
              <a:off x="8556865" y="-908066"/>
              <a:ext cx="4205425" cy="4747737"/>
            </a:xfrm>
            <a:custGeom>
              <a:avLst/>
              <a:gdLst>
                <a:gd name="connsiteX0" fmla="*/ 2073718 w 4205425"/>
                <a:gd name="connsiteY0" fmla="*/ 0 h 4747737"/>
                <a:gd name="connsiteX1" fmla="*/ 4205425 w 4205425"/>
                <a:gd name="connsiteY1" fmla="*/ 2648628 h 4747737"/>
                <a:gd name="connsiteX2" fmla="*/ 1597299 w 4205425"/>
                <a:gd name="connsiteY2" fmla="*/ 4747737 h 4747737"/>
                <a:gd name="connsiteX3" fmla="*/ 0 w 4205425"/>
                <a:gd name="connsiteY3" fmla="*/ 4747737 h 4747737"/>
                <a:gd name="connsiteX4" fmla="*/ 0 w 4205425"/>
                <a:gd name="connsiteY4" fmla="*/ 0 h 47477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5425" h="4747737">
                  <a:moveTo>
                    <a:pt x="2073718" y="0"/>
                  </a:moveTo>
                  <a:lnTo>
                    <a:pt x="4205425" y="2648628"/>
                  </a:lnTo>
                  <a:lnTo>
                    <a:pt x="1597299" y="4747737"/>
                  </a:lnTo>
                  <a:lnTo>
                    <a:pt x="0" y="4747737"/>
                  </a:lnTo>
                  <a:lnTo>
                    <a:pt x="0" y="0"/>
                  </a:lnTo>
                  <a:close/>
                </a:path>
              </a:pathLst>
            </a:custGeom>
          </p:spPr>
        </p:pic>
        <p:pic>
          <p:nvPicPr>
            <p:cNvPr id="23" name="Graphic 22">
              <a:extLst>
                <a:ext uri="{FF2B5EF4-FFF2-40B4-BE49-F238E27FC236}">
                  <a16:creationId xmlns:a16="http://schemas.microsoft.com/office/drawing/2014/main" id="{6FA22C0B-AA4F-B464-A1FD-F9CBDA910E67}"/>
                </a:ext>
              </a:extLst>
            </p:cNvPr>
            <p:cNvPicPr>
              <a:picLocks noChangeAspect="1"/>
            </p:cNvPicPr>
            <p:nvPr userDrawn="1"/>
          </p:nvPicPr>
          <p:blipFill>
            <a:blip r:embed="rId4">
              <a:extLst>
                <a:ext uri="{96DAC541-7B7A-43D3-8B79-37D633B846F1}">
                  <asvg:svgBlip xmlns:asvg="http://schemas.microsoft.com/office/drawing/2016/SVG/main" r:embed="rId5"/>
                </a:ext>
              </a:extLst>
            </a:blip>
            <a:srcRect l="13609" b="11742"/>
            <a:stretch>
              <a:fillRect/>
            </a:stretch>
          </p:blipFill>
          <p:spPr>
            <a:xfrm rot="9948965">
              <a:off x="8179351" y="-601294"/>
              <a:ext cx="4354375" cy="4448504"/>
            </a:xfrm>
            <a:custGeom>
              <a:avLst/>
              <a:gdLst>
                <a:gd name="connsiteX0" fmla="*/ 4354375 w 4354375"/>
                <a:gd name="connsiteY0" fmla="*/ 4448504 h 4448504"/>
                <a:gd name="connsiteX1" fmla="*/ 0 w 4354375"/>
                <a:gd name="connsiteY1" fmla="*/ 3347978 h 4448504"/>
                <a:gd name="connsiteX2" fmla="*/ 846169 w 4354375"/>
                <a:gd name="connsiteY2" fmla="*/ 0 h 4448504"/>
                <a:gd name="connsiteX3" fmla="*/ 4354375 w 4354375"/>
                <a:gd name="connsiteY3" fmla="*/ 0 h 4448504"/>
              </a:gdLst>
              <a:ahLst/>
              <a:cxnLst>
                <a:cxn ang="0">
                  <a:pos x="connsiteX0" y="connsiteY0"/>
                </a:cxn>
                <a:cxn ang="0">
                  <a:pos x="connsiteX1" y="connsiteY1"/>
                </a:cxn>
                <a:cxn ang="0">
                  <a:pos x="connsiteX2" y="connsiteY2"/>
                </a:cxn>
                <a:cxn ang="0">
                  <a:pos x="connsiteX3" y="connsiteY3"/>
                </a:cxn>
              </a:cxnLst>
              <a:rect l="l" t="t" r="r" b="b"/>
              <a:pathLst>
                <a:path w="4354375" h="4448504">
                  <a:moveTo>
                    <a:pt x="4354375" y="4448504"/>
                  </a:moveTo>
                  <a:lnTo>
                    <a:pt x="0" y="3347978"/>
                  </a:lnTo>
                  <a:lnTo>
                    <a:pt x="846169" y="0"/>
                  </a:lnTo>
                  <a:lnTo>
                    <a:pt x="4354375" y="0"/>
                  </a:lnTo>
                  <a:close/>
                </a:path>
              </a:pathLst>
            </a:custGeom>
          </p:spPr>
        </p:pic>
        <p:sp>
          <p:nvSpPr>
            <p:cNvPr id="4" name="Oval 3">
              <a:extLst>
                <a:ext uri="{FF2B5EF4-FFF2-40B4-BE49-F238E27FC236}">
                  <a16:creationId xmlns:a16="http://schemas.microsoft.com/office/drawing/2014/main" id="{E8C8D076-B9ED-EAD0-3758-83599288DE97}"/>
                </a:ext>
              </a:extLst>
            </p:cNvPr>
            <p:cNvSpPr/>
            <p:nvPr userDrawn="1"/>
          </p:nvSpPr>
          <p:spPr>
            <a:xfrm>
              <a:off x="6650109" y="214412"/>
              <a:ext cx="2566563" cy="2566563"/>
            </a:xfrm>
            <a:prstGeom prst="ellipse">
              <a:avLst/>
            </a:prstGeom>
            <a:solidFill>
              <a:srgbClr val="BCF7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FE45EE78-24E0-0F93-6680-2FBADC4FAA33}"/>
                </a:ext>
              </a:extLst>
            </p:cNvPr>
            <p:cNvSpPr/>
            <p:nvPr/>
          </p:nvSpPr>
          <p:spPr>
            <a:xfrm rot="18529699">
              <a:off x="7880457" y="713988"/>
              <a:ext cx="1575487" cy="1477901"/>
            </a:xfrm>
            <a:custGeom>
              <a:avLst/>
              <a:gdLst>
                <a:gd name="connsiteX0" fmla="*/ 1559559 w 1575487"/>
                <a:gd name="connsiteY0" fmla="*/ 0 h 1477901"/>
                <a:gd name="connsiteX1" fmla="*/ 1571000 w 1575487"/>
                <a:gd name="connsiteY1" fmla="*/ 86334 h 1477901"/>
                <a:gd name="connsiteX2" fmla="*/ 1096764 w 1575487"/>
                <a:gd name="connsiteY2" fmla="*/ 1194288 h 1477901"/>
                <a:gd name="connsiteX3" fmla="*/ 32536 w 1575487"/>
                <a:gd name="connsiteY3" fmla="*/ 1451356 h 1477901"/>
                <a:gd name="connsiteX4" fmla="*/ 0 w 1575487"/>
                <a:gd name="connsiteY4" fmla="*/ 1443013 h 1477901"/>
                <a:gd name="connsiteX5" fmla="*/ 7476 w 1575487"/>
                <a:gd name="connsiteY5" fmla="*/ 1392890 h 1477901"/>
                <a:gd name="connsiteX6" fmla="*/ 377212 w 1575487"/>
                <a:gd name="connsiteY6" fmla="*/ 538192 h 1477901"/>
                <a:gd name="connsiteX7" fmla="*/ 1550028 w 1575487"/>
                <a:gd name="connsiteY7" fmla="*/ 1162 h 1477901"/>
                <a:gd name="connsiteX8" fmla="*/ 1559559 w 1575487"/>
                <a:gd name="connsiteY8" fmla="*/ 0 h 147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5487" h="1477901">
                  <a:moveTo>
                    <a:pt x="1559559" y="0"/>
                  </a:moveTo>
                  <a:lnTo>
                    <a:pt x="1571000" y="86334"/>
                  </a:lnTo>
                  <a:cubicBezTo>
                    <a:pt x="1605370" y="496852"/>
                    <a:pt x="1441843" y="916556"/>
                    <a:pt x="1096764" y="1194288"/>
                  </a:cubicBezTo>
                  <a:cubicBezTo>
                    <a:pt x="786193" y="1444246"/>
                    <a:pt x="394719" y="1525963"/>
                    <a:pt x="32536" y="1451356"/>
                  </a:cubicBezTo>
                  <a:lnTo>
                    <a:pt x="0" y="1443013"/>
                  </a:lnTo>
                  <a:lnTo>
                    <a:pt x="7476" y="1392890"/>
                  </a:lnTo>
                  <a:cubicBezTo>
                    <a:pt x="69336" y="1055234"/>
                    <a:pt x="185538" y="751956"/>
                    <a:pt x="377212" y="538192"/>
                  </a:cubicBezTo>
                  <a:cubicBezTo>
                    <a:pt x="646330" y="226662"/>
                    <a:pt x="1087961" y="71310"/>
                    <a:pt x="1550028" y="1162"/>
                  </a:cubicBezTo>
                  <a:lnTo>
                    <a:pt x="1559559" y="0"/>
                  </a:lnTo>
                  <a:close/>
                </a:path>
              </a:pathLst>
            </a:custGeom>
            <a:solidFill>
              <a:schemeClr val="accent3"/>
            </a:solidFill>
            <a:ln w="24357" cap="flat">
              <a:noFill/>
              <a:prstDash val="solid"/>
              <a:miter/>
            </a:ln>
          </p:spPr>
          <p:txBody>
            <a:bodyPr rtlCol="0" anchor="ctr"/>
            <a:lstStyle/>
            <a:p>
              <a:endParaRPr lang="en-US"/>
            </a:p>
          </p:txBody>
        </p:sp>
      </p:grpSp>
      <p:sp>
        <p:nvSpPr>
          <p:cNvPr id="28" name="Title 10">
            <a:extLst>
              <a:ext uri="{FF2B5EF4-FFF2-40B4-BE49-F238E27FC236}">
                <a16:creationId xmlns:a16="http://schemas.microsoft.com/office/drawing/2014/main" id="{21B16B60-E592-4F1A-6D88-21C0B69883BB}"/>
              </a:ext>
            </a:extLst>
          </p:cNvPr>
          <p:cNvSpPr>
            <a:spLocks noGrp="1"/>
          </p:cNvSpPr>
          <p:nvPr>
            <p:ph type="title" hasCustomPrompt="1"/>
          </p:nvPr>
        </p:nvSpPr>
        <p:spPr>
          <a:xfrm>
            <a:off x="595743" y="3589900"/>
            <a:ext cx="6959941" cy="2423441"/>
          </a:xfrm>
          <a:prstGeom prst="rect">
            <a:avLst/>
          </a:prstGeom>
        </p:spPr>
        <p:txBody>
          <a:bodyPr vert="horz" lIns="0" anchor="t" anchorCtr="0">
            <a:noAutofit/>
          </a:bodyPr>
          <a:lstStyle>
            <a:lvl1pPr algn="l">
              <a:defRPr sz="5600" b="0" i="0" baseline="0">
                <a:solidFill>
                  <a:schemeClr val="bg2"/>
                </a:solidFill>
                <a:latin typeface="+mj-lt"/>
                <a:cs typeface="Arial" panose="020B0604020202020204" pitchFamily="34" charset="0"/>
              </a:defRPr>
            </a:lvl1pPr>
          </a:lstStyle>
          <a:p>
            <a:r>
              <a:rPr lang="en-US"/>
              <a:t>Section title</a:t>
            </a:r>
          </a:p>
        </p:txBody>
      </p:sp>
      <p:sp>
        <p:nvSpPr>
          <p:cNvPr id="29" name="Text Placeholder 11">
            <a:extLst>
              <a:ext uri="{FF2B5EF4-FFF2-40B4-BE49-F238E27FC236}">
                <a16:creationId xmlns:a16="http://schemas.microsoft.com/office/drawing/2014/main" id="{3AE09951-BE70-9543-72B0-B37077E67F5F}"/>
              </a:ext>
            </a:extLst>
          </p:cNvPr>
          <p:cNvSpPr>
            <a:spLocks noGrp="1"/>
          </p:cNvSpPr>
          <p:nvPr>
            <p:ph type="body" sz="quarter" idx="10" hasCustomPrompt="1"/>
          </p:nvPr>
        </p:nvSpPr>
        <p:spPr>
          <a:xfrm>
            <a:off x="595313" y="2828764"/>
            <a:ext cx="1631052" cy="823912"/>
          </a:xfrm>
        </p:spPr>
        <p:txBody>
          <a:bodyPr anchor="b" anchorCtr="0"/>
          <a:lstStyle>
            <a:lvl1pPr>
              <a:spcAft>
                <a:spcPts val="0"/>
              </a:spcAft>
              <a:defRPr sz="6400">
                <a:solidFill>
                  <a:srgbClr val="9EF5EF"/>
                </a:solidFill>
                <a:latin typeface="+mj-lt"/>
              </a:defRPr>
            </a:lvl1pPr>
          </a:lstStyle>
          <a:p>
            <a:pPr lvl="0"/>
            <a:r>
              <a:rPr lang="en-US"/>
              <a:t>01</a:t>
            </a:r>
          </a:p>
        </p:txBody>
      </p:sp>
      <p:sp>
        <p:nvSpPr>
          <p:cNvPr id="3" name="TextBox 2">
            <a:extLst>
              <a:ext uri="{FF2B5EF4-FFF2-40B4-BE49-F238E27FC236}">
                <a16:creationId xmlns:a16="http://schemas.microsoft.com/office/drawing/2014/main" id="{408AE8F2-9F01-3EDF-AECE-DB8DBD915347}"/>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rgbClr val="C7E5FF"/>
                </a:solidFill>
                <a:latin typeface="Clarika Grotesque" pitchFamily="2" charset="77"/>
              </a:rPr>
              <a:t>© Dayforce</a:t>
            </a:r>
          </a:p>
        </p:txBody>
      </p:sp>
    </p:spTree>
    <p:extLst>
      <p:ext uri="{BB962C8B-B14F-4D97-AF65-F5344CB8AC3E}">
        <p14:creationId xmlns:p14="http://schemas.microsoft.com/office/powerpoint/2010/main" val="28104731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3_Section_Title_1">
    <p:bg>
      <p:bgPr>
        <a:solidFill>
          <a:srgbClr val="CFF7FF"/>
        </a:solidFill>
        <a:effectLst/>
      </p:bgPr>
    </p:bg>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D1D91AC2-F267-EE35-FD4B-04950B0F8127}"/>
              </a:ext>
            </a:extLst>
          </p:cNvPr>
          <p:cNvGrpSpPr/>
          <p:nvPr userDrawn="1"/>
        </p:nvGrpSpPr>
        <p:grpSpPr>
          <a:xfrm>
            <a:off x="6650109" y="-636910"/>
            <a:ext cx="6383337" cy="4484120"/>
            <a:chOff x="6650109" y="-636910"/>
            <a:chExt cx="6383337" cy="4484120"/>
          </a:xfrm>
        </p:grpSpPr>
        <p:pic>
          <p:nvPicPr>
            <p:cNvPr id="21" name="Graphic 20">
              <a:extLst>
                <a:ext uri="{FF2B5EF4-FFF2-40B4-BE49-F238E27FC236}">
                  <a16:creationId xmlns:a16="http://schemas.microsoft.com/office/drawing/2014/main" id="{CD83A2F7-B318-15C8-B83D-09BFB190A868}"/>
                </a:ext>
              </a:extLst>
            </p:cNvPr>
            <p:cNvPicPr>
              <a:picLocks noChangeAspect="1"/>
            </p:cNvPicPr>
            <p:nvPr userDrawn="1"/>
          </p:nvPicPr>
          <p:blipFill>
            <a:blip r:embed="rId2">
              <a:extLst>
                <a:ext uri="{96DAC541-7B7A-43D3-8B79-37D633B846F1}">
                  <asvg:svgBlip xmlns:asvg="http://schemas.microsoft.com/office/drawing/2016/SVG/main" r:embed="rId3"/>
                </a:ext>
              </a:extLst>
            </a:blip>
            <a:srcRect r="11423"/>
            <a:stretch>
              <a:fillRect/>
            </a:stretch>
          </p:blipFill>
          <p:spPr>
            <a:xfrm rot="18529699">
              <a:off x="8556865" y="-908066"/>
              <a:ext cx="4205425" cy="4747737"/>
            </a:xfrm>
            <a:custGeom>
              <a:avLst/>
              <a:gdLst>
                <a:gd name="connsiteX0" fmla="*/ 2073718 w 4205425"/>
                <a:gd name="connsiteY0" fmla="*/ 0 h 4747737"/>
                <a:gd name="connsiteX1" fmla="*/ 4205425 w 4205425"/>
                <a:gd name="connsiteY1" fmla="*/ 2648628 h 4747737"/>
                <a:gd name="connsiteX2" fmla="*/ 1597299 w 4205425"/>
                <a:gd name="connsiteY2" fmla="*/ 4747737 h 4747737"/>
                <a:gd name="connsiteX3" fmla="*/ 0 w 4205425"/>
                <a:gd name="connsiteY3" fmla="*/ 4747737 h 4747737"/>
                <a:gd name="connsiteX4" fmla="*/ 0 w 4205425"/>
                <a:gd name="connsiteY4" fmla="*/ 0 h 47477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5425" h="4747737">
                  <a:moveTo>
                    <a:pt x="2073718" y="0"/>
                  </a:moveTo>
                  <a:lnTo>
                    <a:pt x="4205425" y="2648628"/>
                  </a:lnTo>
                  <a:lnTo>
                    <a:pt x="1597299" y="4747737"/>
                  </a:lnTo>
                  <a:lnTo>
                    <a:pt x="0" y="4747737"/>
                  </a:lnTo>
                  <a:lnTo>
                    <a:pt x="0" y="0"/>
                  </a:lnTo>
                  <a:close/>
                </a:path>
              </a:pathLst>
            </a:custGeom>
          </p:spPr>
        </p:pic>
        <p:pic>
          <p:nvPicPr>
            <p:cNvPr id="16" name="Graphic 15">
              <a:extLst>
                <a:ext uri="{FF2B5EF4-FFF2-40B4-BE49-F238E27FC236}">
                  <a16:creationId xmlns:a16="http://schemas.microsoft.com/office/drawing/2014/main" id="{22429465-89E9-DE62-336B-B41FB892FB03}"/>
                </a:ext>
              </a:extLst>
            </p:cNvPr>
            <p:cNvPicPr>
              <a:picLocks noChangeAspect="1"/>
            </p:cNvPicPr>
            <p:nvPr userDrawn="1"/>
          </p:nvPicPr>
          <p:blipFill>
            <a:blip r:embed="rId4">
              <a:extLst>
                <a:ext uri="{96DAC541-7B7A-43D3-8B79-37D633B846F1}">
                  <asvg:svgBlip xmlns:asvg="http://schemas.microsoft.com/office/drawing/2016/SVG/main" r:embed="rId5"/>
                </a:ext>
              </a:extLst>
            </a:blip>
            <a:srcRect l="13609" b="11742"/>
            <a:stretch>
              <a:fillRect/>
            </a:stretch>
          </p:blipFill>
          <p:spPr>
            <a:xfrm rot="9948965">
              <a:off x="8179351" y="-601294"/>
              <a:ext cx="4354375" cy="4448504"/>
            </a:xfrm>
            <a:custGeom>
              <a:avLst/>
              <a:gdLst>
                <a:gd name="connsiteX0" fmla="*/ 4354375 w 4354375"/>
                <a:gd name="connsiteY0" fmla="*/ 4448504 h 4448504"/>
                <a:gd name="connsiteX1" fmla="*/ 0 w 4354375"/>
                <a:gd name="connsiteY1" fmla="*/ 3347978 h 4448504"/>
                <a:gd name="connsiteX2" fmla="*/ 846169 w 4354375"/>
                <a:gd name="connsiteY2" fmla="*/ 0 h 4448504"/>
                <a:gd name="connsiteX3" fmla="*/ 4354375 w 4354375"/>
                <a:gd name="connsiteY3" fmla="*/ 0 h 4448504"/>
              </a:gdLst>
              <a:ahLst/>
              <a:cxnLst>
                <a:cxn ang="0">
                  <a:pos x="connsiteX0" y="connsiteY0"/>
                </a:cxn>
                <a:cxn ang="0">
                  <a:pos x="connsiteX1" y="connsiteY1"/>
                </a:cxn>
                <a:cxn ang="0">
                  <a:pos x="connsiteX2" y="connsiteY2"/>
                </a:cxn>
                <a:cxn ang="0">
                  <a:pos x="connsiteX3" y="connsiteY3"/>
                </a:cxn>
              </a:cxnLst>
              <a:rect l="l" t="t" r="r" b="b"/>
              <a:pathLst>
                <a:path w="4354375" h="4448504">
                  <a:moveTo>
                    <a:pt x="4354375" y="4448504"/>
                  </a:moveTo>
                  <a:lnTo>
                    <a:pt x="0" y="3347978"/>
                  </a:lnTo>
                  <a:lnTo>
                    <a:pt x="846169" y="0"/>
                  </a:lnTo>
                  <a:lnTo>
                    <a:pt x="4354375" y="0"/>
                  </a:lnTo>
                  <a:close/>
                </a:path>
              </a:pathLst>
            </a:custGeom>
          </p:spPr>
        </p:pic>
        <p:sp>
          <p:nvSpPr>
            <p:cNvPr id="4" name="Oval 3">
              <a:extLst>
                <a:ext uri="{FF2B5EF4-FFF2-40B4-BE49-F238E27FC236}">
                  <a16:creationId xmlns:a16="http://schemas.microsoft.com/office/drawing/2014/main" id="{E8C8D076-B9ED-EAD0-3758-83599288DE97}"/>
                </a:ext>
              </a:extLst>
            </p:cNvPr>
            <p:cNvSpPr/>
            <p:nvPr userDrawn="1"/>
          </p:nvSpPr>
          <p:spPr>
            <a:xfrm>
              <a:off x="6650109" y="214412"/>
              <a:ext cx="2566563" cy="256656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FE45EE78-24E0-0F93-6680-2FBADC4FAA33}"/>
                </a:ext>
              </a:extLst>
            </p:cNvPr>
            <p:cNvSpPr/>
            <p:nvPr/>
          </p:nvSpPr>
          <p:spPr>
            <a:xfrm rot="18529699">
              <a:off x="7880457" y="713988"/>
              <a:ext cx="1575487" cy="1477901"/>
            </a:xfrm>
            <a:custGeom>
              <a:avLst/>
              <a:gdLst>
                <a:gd name="connsiteX0" fmla="*/ 1559559 w 1575487"/>
                <a:gd name="connsiteY0" fmla="*/ 0 h 1477901"/>
                <a:gd name="connsiteX1" fmla="*/ 1571000 w 1575487"/>
                <a:gd name="connsiteY1" fmla="*/ 86334 h 1477901"/>
                <a:gd name="connsiteX2" fmla="*/ 1096764 w 1575487"/>
                <a:gd name="connsiteY2" fmla="*/ 1194288 h 1477901"/>
                <a:gd name="connsiteX3" fmla="*/ 32536 w 1575487"/>
                <a:gd name="connsiteY3" fmla="*/ 1451356 h 1477901"/>
                <a:gd name="connsiteX4" fmla="*/ 0 w 1575487"/>
                <a:gd name="connsiteY4" fmla="*/ 1443013 h 1477901"/>
                <a:gd name="connsiteX5" fmla="*/ 7476 w 1575487"/>
                <a:gd name="connsiteY5" fmla="*/ 1392890 h 1477901"/>
                <a:gd name="connsiteX6" fmla="*/ 377212 w 1575487"/>
                <a:gd name="connsiteY6" fmla="*/ 538192 h 1477901"/>
                <a:gd name="connsiteX7" fmla="*/ 1550028 w 1575487"/>
                <a:gd name="connsiteY7" fmla="*/ 1162 h 1477901"/>
                <a:gd name="connsiteX8" fmla="*/ 1559559 w 1575487"/>
                <a:gd name="connsiteY8" fmla="*/ 0 h 147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5487" h="1477901">
                  <a:moveTo>
                    <a:pt x="1559559" y="0"/>
                  </a:moveTo>
                  <a:lnTo>
                    <a:pt x="1571000" y="86334"/>
                  </a:lnTo>
                  <a:cubicBezTo>
                    <a:pt x="1605370" y="496852"/>
                    <a:pt x="1441843" y="916556"/>
                    <a:pt x="1096764" y="1194288"/>
                  </a:cubicBezTo>
                  <a:cubicBezTo>
                    <a:pt x="786193" y="1444246"/>
                    <a:pt x="394719" y="1525963"/>
                    <a:pt x="32536" y="1451356"/>
                  </a:cubicBezTo>
                  <a:lnTo>
                    <a:pt x="0" y="1443013"/>
                  </a:lnTo>
                  <a:lnTo>
                    <a:pt x="7476" y="1392890"/>
                  </a:lnTo>
                  <a:cubicBezTo>
                    <a:pt x="69336" y="1055234"/>
                    <a:pt x="185538" y="751956"/>
                    <a:pt x="377212" y="538192"/>
                  </a:cubicBezTo>
                  <a:cubicBezTo>
                    <a:pt x="646330" y="226662"/>
                    <a:pt x="1087961" y="71310"/>
                    <a:pt x="1550028" y="1162"/>
                  </a:cubicBezTo>
                  <a:lnTo>
                    <a:pt x="1559559" y="0"/>
                  </a:lnTo>
                  <a:close/>
                </a:path>
              </a:pathLst>
            </a:custGeom>
            <a:solidFill>
              <a:schemeClr val="accent4"/>
            </a:solidFill>
            <a:ln w="24357" cap="flat">
              <a:noFill/>
              <a:prstDash val="solid"/>
              <a:miter/>
            </a:ln>
          </p:spPr>
          <p:txBody>
            <a:bodyPr rtlCol="0" anchor="ctr"/>
            <a:lstStyle/>
            <a:p>
              <a:endParaRPr lang="en-US"/>
            </a:p>
          </p:txBody>
        </p:sp>
      </p:grpSp>
      <p:sp>
        <p:nvSpPr>
          <p:cNvPr id="11" name="Title 10">
            <a:extLst>
              <a:ext uri="{FF2B5EF4-FFF2-40B4-BE49-F238E27FC236}">
                <a16:creationId xmlns:a16="http://schemas.microsoft.com/office/drawing/2014/main" id="{0F68EA87-D283-A7FB-C473-077AEA7BBB33}"/>
              </a:ext>
            </a:extLst>
          </p:cNvPr>
          <p:cNvSpPr>
            <a:spLocks noGrp="1"/>
          </p:cNvSpPr>
          <p:nvPr userDrawn="1">
            <p:ph type="title" hasCustomPrompt="1"/>
          </p:nvPr>
        </p:nvSpPr>
        <p:spPr>
          <a:xfrm>
            <a:off x="595743" y="3589900"/>
            <a:ext cx="6959941" cy="2423441"/>
          </a:xfrm>
          <a:prstGeom prst="rect">
            <a:avLst/>
          </a:prstGeom>
        </p:spPr>
        <p:txBody>
          <a:bodyPr vert="horz" lIns="0" anchor="t" anchorCtr="0">
            <a:noAutofit/>
          </a:bodyPr>
          <a:lstStyle>
            <a:lvl1pPr algn="l">
              <a:defRPr sz="5600" b="0" i="0" baseline="0">
                <a:solidFill>
                  <a:schemeClr val="tx1"/>
                </a:solidFill>
                <a:latin typeface="+mj-lt"/>
                <a:cs typeface="Arial" panose="020B0604020202020204" pitchFamily="34" charset="0"/>
              </a:defRPr>
            </a:lvl1pPr>
          </a:lstStyle>
          <a:p>
            <a:r>
              <a:rPr lang="en-US"/>
              <a:t>Section title</a:t>
            </a:r>
          </a:p>
        </p:txBody>
      </p:sp>
      <p:sp>
        <p:nvSpPr>
          <p:cNvPr id="13" name="Text Placeholder 11">
            <a:extLst>
              <a:ext uri="{FF2B5EF4-FFF2-40B4-BE49-F238E27FC236}">
                <a16:creationId xmlns:a16="http://schemas.microsoft.com/office/drawing/2014/main" id="{212E6CA6-08DB-2156-82B5-99CCF14DECE4}"/>
              </a:ext>
            </a:extLst>
          </p:cNvPr>
          <p:cNvSpPr>
            <a:spLocks noGrp="1"/>
          </p:cNvSpPr>
          <p:nvPr userDrawn="1">
            <p:ph type="body" sz="quarter" idx="10" hasCustomPrompt="1"/>
          </p:nvPr>
        </p:nvSpPr>
        <p:spPr>
          <a:xfrm>
            <a:off x="595313" y="2828764"/>
            <a:ext cx="1631052" cy="823912"/>
          </a:xfrm>
        </p:spPr>
        <p:txBody>
          <a:bodyPr anchor="b" anchorCtr="0"/>
          <a:lstStyle>
            <a:lvl1pPr>
              <a:spcAft>
                <a:spcPts val="0"/>
              </a:spcAft>
              <a:defRPr sz="6400">
                <a:solidFill>
                  <a:schemeClr val="tx2"/>
                </a:solidFill>
                <a:latin typeface="+mj-lt"/>
              </a:defRPr>
            </a:lvl1pPr>
          </a:lstStyle>
          <a:p>
            <a:pPr lvl="0"/>
            <a:r>
              <a:rPr lang="en-US"/>
              <a:t>01</a:t>
            </a:r>
          </a:p>
        </p:txBody>
      </p:sp>
      <p:sp>
        <p:nvSpPr>
          <p:cNvPr id="3" name="TextBox 2">
            <a:extLst>
              <a:ext uri="{FF2B5EF4-FFF2-40B4-BE49-F238E27FC236}">
                <a16:creationId xmlns:a16="http://schemas.microsoft.com/office/drawing/2014/main" id="{8D99FA72-BA25-E74B-BDBB-43C6876CA3BF}"/>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213370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4_Section_Title_1">
    <p:bg>
      <p:bgPr>
        <a:solidFill>
          <a:srgbClr val="DEF3FF"/>
        </a:solidFill>
        <a:effectLst/>
      </p:bgPr>
    </p:bg>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0E3F5F98-BCD1-59E2-27FF-55B13D2AF08B}"/>
              </a:ext>
            </a:extLst>
          </p:cNvPr>
          <p:cNvGrpSpPr/>
          <p:nvPr userDrawn="1"/>
        </p:nvGrpSpPr>
        <p:grpSpPr>
          <a:xfrm>
            <a:off x="6650109" y="-636910"/>
            <a:ext cx="6383337" cy="4484120"/>
            <a:chOff x="6650109" y="-636910"/>
            <a:chExt cx="6383337" cy="4484120"/>
          </a:xfrm>
        </p:grpSpPr>
        <p:pic>
          <p:nvPicPr>
            <p:cNvPr id="18" name="Graphic 17">
              <a:extLst>
                <a:ext uri="{FF2B5EF4-FFF2-40B4-BE49-F238E27FC236}">
                  <a16:creationId xmlns:a16="http://schemas.microsoft.com/office/drawing/2014/main" id="{BFEAF0E2-9974-13A4-9C4C-8A7714808DF2}"/>
                </a:ext>
              </a:extLst>
            </p:cNvPr>
            <p:cNvPicPr>
              <a:picLocks noChangeAspect="1"/>
            </p:cNvPicPr>
            <p:nvPr userDrawn="1"/>
          </p:nvPicPr>
          <p:blipFill>
            <a:blip r:embed="rId2">
              <a:extLst>
                <a:ext uri="{96DAC541-7B7A-43D3-8B79-37D633B846F1}">
                  <asvg:svgBlip xmlns:asvg="http://schemas.microsoft.com/office/drawing/2016/SVG/main" r:embed="rId3"/>
                </a:ext>
              </a:extLst>
            </a:blip>
            <a:srcRect r="11423"/>
            <a:stretch>
              <a:fillRect/>
            </a:stretch>
          </p:blipFill>
          <p:spPr>
            <a:xfrm rot="18529699">
              <a:off x="8556865" y="-908066"/>
              <a:ext cx="4205425" cy="4747737"/>
            </a:xfrm>
            <a:custGeom>
              <a:avLst/>
              <a:gdLst>
                <a:gd name="connsiteX0" fmla="*/ 2073718 w 4205425"/>
                <a:gd name="connsiteY0" fmla="*/ 0 h 4747737"/>
                <a:gd name="connsiteX1" fmla="*/ 4205425 w 4205425"/>
                <a:gd name="connsiteY1" fmla="*/ 2648628 h 4747737"/>
                <a:gd name="connsiteX2" fmla="*/ 1597299 w 4205425"/>
                <a:gd name="connsiteY2" fmla="*/ 4747737 h 4747737"/>
                <a:gd name="connsiteX3" fmla="*/ 0 w 4205425"/>
                <a:gd name="connsiteY3" fmla="*/ 4747737 h 4747737"/>
                <a:gd name="connsiteX4" fmla="*/ 0 w 4205425"/>
                <a:gd name="connsiteY4" fmla="*/ 0 h 47477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5425" h="4747737">
                  <a:moveTo>
                    <a:pt x="2073718" y="0"/>
                  </a:moveTo>
                  <a:lnTo>
                    <a:pt x="4205425" y="2648628"/>
                  </a:lnTo>
                  <a:lnTo>
                    <a:pt x="1597299" y="4747737"/>
                  </a:lnTo>
                  <a:lnTo>
                    <a:pt x="0" y="4747737"/>
                  </a:lnTo>
                  <a:lnTo>
                    <a:pt x="0" y="0"/>
                  </a:lnTo>
                  <a:close/>
                </a:path>
              </a:pathLst>
            </a:custGeom>
          </p:spPr>
        </p:pic>
        <p:pic>
          <p:nvPicPr>
            <p:cNvPr id="11" name="Graphic 10">
              <a:extLst>
                <a:ext uri="{FF2B5EF4-FFF2-40B4-BE49-F238E27FC236}">
                  <a16:creationId xmlns:a16="http://schemas.microsoft.com/office/drawing/2014/main" id="{1E1172FF-65BB-035E-4EDA-77AA60F3A1F4}"/>
                </a:ext>
              </a:extLst>
            </p:cNvPr>
            <p:cNvPicPr>
              <a:picLocks noChangeAspect="1"/>
            </p:cNvPicPr>
            <p:nvPr userDrawn="1"/>
          </p:nvPicPr>
          <p:blipFill>
            <a:blip r:embed="rId4">
              <a:extLst>
                <a:ext uri="{96DAC541-7B7A-43D3-8B79-37D633B846F1}">
                  <asvg:svgBlip xmlns:asvg="http://schemas.microsoft.com/office/drawing/2016/SVG/main" r:embed="rId5"/>
                </a:ext>
              </a:extLst>
            </a:blip>
            <a:srcRect l="13609" b="11742"/>
            <a:stretch>
              <a:fillRect/>
            </a:stretch>
          </p:blipFill>
          <p:spPr>
            <a:xfrm rot="9948965">
              <a:off x="8179351" y="-601294"/>
              <a:ext cx="4354375" cy="4448504"/>
            </a:xfrm>
            <a:custGeom>
              <a:avLst/>
              <a:gdLst>
                <a:gd name="connsiteX0" fmla="*/ 4354375 w 4354375"/>
                <a:gd name="connsiteY0" fmla="*/ 4448504 h 4448504"/>
                <a:gd name="connsiteX1" fmla="*/ 0 w 4354375"/>
                <a:gd name="connsiteY1" fmla="*/ 3347978 h 4448504"/>
                <a:gd name="connsiteX2" fmla="*/ 846169 w 4354375"/>
                <a:gd name="connsiteY2" fmla="*/ 0 h 4448504"/>
                <a:gd name="connsiteX3" fmla="*/ 4354375 w 4354375"/>
                <a:gd name="connsiteY3" fmla="*/ 0 h 4448504"/>
              </a:gdLst>
              <a:ahLst/>
              <a:cxnLst>
                <a:cxn ang="0">
                  <a:pos x="connsiteX0" y="connsiteY0"/>
                </a:cxn>
                <a:cxn ang="0">
                  <a:pos x="connsiteX1" y="connsiteY1"/>
                </a:cxn>
                <a:cxn ang="0">
                  <a:pos x="connsiteX2" y="connsiteY2"/>
                </a:cxn>
                <a:cxn ang="0">
                  <a:pos x="connsiteX3" y="connsiteY3"/>
                </a:cxn>
              </a:cxnLst>
              <a:rect l="l" t="t" r="r" b="b"/>
              <a:pathLst>
                <a:path w="4354375" h="4448504">
                  <a:moveTo>
                    <a:pt x="4354375" y="4448504"/>
                  </a:moveTo>
                  <a:lnTo>
                    <a:pt x="0" y="3347978"/>
                  </a:lnTo>
                  <a:lnTo>
                    <a:pt x="846169" y="0"/>
                  </a:lnTo>
                  <a:lnTo>
                    <a:pt x="4354375" y="0"/>
                  </a:lnTo>
                  <a:close/>
                </a:path>
              </a:pathLst>
            </a:custGeom>
          </p:spPr>
        </p:pic>
        <p:sp>
          <p:nvSpPr>
            <p:cNvPr id="4" name="Oval 3">
              <a:extLst>
                <a:ext uri="{FF2B5EF4-FFF2-40B4-BE49-F238E27FC236}">
                  <a16:creationId xmlns:a16="http://schemas.microsoft.com/office/drawing/2014/main" id="{E8C8D076-B9ED-EAD0-3758-83599288DE97}"/>
                </a:ext>
              </a:extLst>
            </p:cNvPr>
            <p:cNvSpPr/>
            <p:nvPr userDrawn="1"/>
          </p:nvSpPr>
          <p:spPr>
            <a:xfrm>
              <a:off x="6650109" y="214412"/>
              <a:ext cx="2566563" cy="256656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FE45EE78-24E0-0F93-6680-2FBADC4FAA33}"/>
                </a:ext>
              </a:extLst>
            </p:cNvPr>
            <p:cNvSpPr/>
            <p:nvPr/>
          </p:nvSpPr>
          <p:spPr>
            <a:xfrm rot="18529699">
              <a:off x="7880457" y="713988"/>
              <a:ext cx="1575487" cy="1477901"/>
            </a:xfrm>
            <a:custGeom>
              <a:avLst/>
              <a:gdLst>
                <a:gd name="connsiteX0" fmla="*/ 1559559 w 1575487"/>
                <a:gd name="connsiteY0" fmla="*/ 0 h 1477901"/>
                <a:gd name="connsiteX1" fmla="*/ 1571000 w 1575487"/>
                <a:gd name="connsiteY1" fmla="*/ 86334 h 1477901"/>
                <a:gd name="connsiteX2" fmla="*/ 1096764 w 1575487"/>
                <a:gd name="connsiteY2" fmla="*/ 1194288 h 1477901"/>
                <a:gd name="connsiteX3" fmla="*/ 32536 w 1575487"/>
                <a:gd name="connsiteY3" fmla="*/ 1451356 h 1477901"/>
                <a:gd name="connsiteX4" fmla="*/ 0 w 1575487"/>
                <a:gd name="connsiteY4" fmla="*/ 1443013 h 1477901"/>
                <a:gd name="connsiteX5" fmla="*/ 7476 w 1575487"/>
                <a:gd name="connsiteY5" fmla="*/ 1392890 h 1477901"/>
                <a:gd name="connsiteX6" fmla="*/ 377212 w 1575487"/>
                <a:gd name="connsiteY6" fmla="*/ 538192 h 1477901"/>
                <a:gd name="connsiteX7" fmla="*/ 1550028 w 1575487"/>
                <a:gd name="connsiteY7" fmla="*/ 1162 h 1477901"/>
                <a:gd name="connsiteX8" fmla="*/ 1559559 w 1575487"/>
                <a:gd name="connsiteY8" fmla="*/ 0 h 147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5487" h="1477901">
                  <a:moveTo>
                    <a:pt x="1559559" y="0"/>
                  </a:moveTo>
                  <a:lnTo>
                    <a:pt x="1571000" y="86334"/>
                  </a:lnTo>
                  <a:cubicBezTo>
                    <a:pt x="1605370" y="496852"/>
                    <a:pt x="1441843" y="916556"/>
                    <a:pt x="1096764" y="1194288"/>
                  </a:cubicBezTo>
                  <a:cubicBezTo>
                    <a:pt x="786193" y="1444246"/>
                    <a:pt x="394719" y="1525963"/>
                    <a:pt x="32536" y="1451356"/>
                  </a:cubicBezTo>
                  <a:lnTo>
                    <a:pt x="0" y="1443013"/>
                  </a:lnTo>
                  <a:lnTo>
                    <a:pt x="7476" y="1392890"/>
                  </a:lnTo>
                  <a:cubicBezTo>
                    <a:pt x="69336" y="1055234"/>
                    <a:pt x="185538" y="751956"/>
                    <a:pt x="377212" y="538192"/>
                  </a:cubicBezTo>
                  <a:cubicBezTo>
                    <a:pt x="646330" y="226662"/>
                    <a:pt x="1087961" y="71310"/>
                    <a:pt x="1550028" y="1162"/>
                  </a:cubicBezTo>
                  <a:lnTo>
                    <a:pt x="1559559" y="0"/>
                  </a:lnTo>
                  <a:close/>
                </a:path>
              </a:pathLst>
            </a:custGeom>
            <a:solidFill>
              <a:schemeClr val="accent1"/>
            </a:solidFill>
            <a:ln w="24357" cap="flat">
              <a:noFill/>
              <a:prstDash val="solid"/>
              <a:miter/>
            </a:ln>
          </p:spPr>
          <p:txBody>
            <a:bodyPr rtlCol="0" anchor="ctr"/>
            <a:lstStyle/>
            <a:p>
              <a:endParaRPr lang="en-US"/>
            </a:p>
          </p:txBody>
        </p:sp>
      </p:grpSp>
      <p:sp>
        <p:nvSpPr>
          <p:cNvPr id="19" name="Title 10">
            <a:extLst>
              <a:ext uri="{FF2B5EF4-FFF2-40B4-BE49-F238E27FC236}">
                <a16:creationId xmlns:a16="http://schemas.microsoft.com/office/drawing/2014/main" id="{16086ED1-5ED6-E36C-2691-A1BE5ABCD2E9}"/>
              </a:ext>
            </a:extLst>
          </p:cNvPr>
          <p:cNvSpPr>
            <a:spLocks noGrp="1"/>
          </p:cNvSpPr>
          <p:nvPr>
            <p:ph type="title" hasCustomPrompt="1"/>
          </p:nvPr>
        </p:nvSpPr>
        <p:spPr>
          <a:xfrm>
            <a:off x="595743" y="3589900"/>
            <a:ext cx="6959941" cy="2423441"/>
          </a:xfrm>
          <a:prstGeom prst="rect">
            <a:avLst/>
          </a:prstGeom>
        </p:spPr>
        <p:txBody>
          <a:bodyPr vert="horz" lIns="0" anchor="t" anchorCtr="0">
            <a:noAutofit/>
          </a:bodyPr>
          <a:lstStyle>
            <a:lvl1pPr algn="l">
              <a:defRPr sz="5600" b="0" i="0" baseline="0">
                <a:solidFill>
                  <a:schemeClr val="tx1"/>
                </a:solidFill>
                <a:latin typeface="+mj-lt"/>
                <a:cs typeface="Arial" panose="020B0604020202020204" pitchFamily="34" charset="0"/>
              </a:defRPr>
            </a:lvl1pPr>
          </a:lstStyle>
          <a:p>
            <a:r>
              <a:rPr lang="en-US"/>
              <a:t>Section title</a:t>
            </a:r>
          </a:p>
        </p:txBody>
      </p:sp>
      <p:sp>
        <p:nvSpPr>
          <p:cNvPr id="20" name="Text Placeholder 11">
            <a:extLst>
              <a:ext uri="{FF2B5EF4-FFF2-40B4-BE49-F238E27FC236}">
                <a16:creationId xmlns:a16="http://schemas.microsoft.com/office/drawing/2014/main" id="{AE48BCBC-01E2-3A12-084E-0B8658ACB1ED}"/>
              </a:ext>
            </a:extLst>
          </p:cNvPr>
          <p:cNvSpPr>
            <a:spLocks noGrp="1"/>
          </p:cNvSpPr>
          <p:nvPr>
            <p:ph type="body" sz="quarter" idx="10" hasCustomPrompt="1"/>
          </p:nvPr>
        </p:nvSpPr>
        <p:spPr>
          <a:xfrm>
            <a:off x="595313" y="2828764"/>
            <a:ext cx="1631052" cy="823912"/>
          </a:xfrm>
        </p:spPr>
        <p:txBody>
          <a:bodyPr anchor="b" anchorCtr="0"/>
          <a:lstStyle>
            <a:lvl1pPr>
              <a:spcAft>
                <a:spcPts val="0"/>
              </a:spcAft>
              <a:defRPr sz="6400">
                <a:solidFill>
                  <a:schemeClr val="tx2"/>
                </a:solidFill>
                <a:latin typeface="+mj-lt"/>
              </a:defRPr>
            </a:lvl1pPr>
          </a:lstStyle>
          <a:p>
            <a:pPr lvl="0"/>
            <a:r>
              <a:rPr lang="en-US"/>
              <a:t>01</a:t>
            </a:r>
          </a:p>
        </p:txBody>
      </p:sp>
      <p:sp>
        <p:nvSpPr>
          <p:cNvPr id="3" name="TextBox 2">
            <a:extLst>
              <a:ext uri="{FF2B5EF4-FFF2-40B4-BE49-F238E27FC236}">
                <a16:creationId xmlns:a16="http://schemas.microsoft.com/office/drawing/2014/main" id="{58B5A0E4-BB86-F560-9F1F-AD64EB6B1FC8}"/>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37618555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5_Section_Title_1">
    <p:bg>
      <p:bgPr>
        <a:solidFill>
          <a:schemeClr val="accent4"/>
        </a:solidFill>
        <a:effectLst/>
      </p:bgPr>
    </p:bg>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0E3F5F98-BCD1-59E2-27FF-55B13D2AF08B}"/>
              </a:ext>
            </a:extLst>
          </p:cNvPr>
          <p:cNvGrpSpPr/>
          <p:nvPr userDrawn="1"/>
        </p:nvGrpSpPr>
        <p:grpSpPr>
          <a:xfrm>
            <a:off x="6650109" y="-636910"/>
            <a:ext cx="6383337" cy="4484120"/>
            <a:chOff x="6650109" y="-636910"/>
            <a:chExt cx="6383337" cy="4484120"/>
          </a:xfrm>
        </p:grpSpPr>
        <p:pic>
          <p:nvPicPr>
            <p:cNvPr id="18" name="Graphic 17">
              <a:extLst>
                <a:ext uri="{FF2B5EF4-FFF2-40B4-BE49-F238E27FC236}">
                  <a16:creationId xmlns:a16="http://schemas.microsoft.com/office/drawing/2014/main" id="{BFEAF0E2-9974-13A4-9C4C-8A7714808DF2}"/>
                </a:ext>
              </a:extLst>
            </p:cNvPr>
            <p:cNvPicPr>
              <a:picLocks noChangeAspect="1"/>
            </p:cNvPicPr>
            <p:nvPr userDrawn="1"/>
          </p:nvPicPr>
          <p:blipFill>
            <a:blip r:embed="rId2">
              <a:extLst>
                <a:ext uri="{96DAC541-7B7A-43D3-8B79-37D633B846F1}">
                  <asvg:svgBlip xmlns:asvg="http://schemas.microsoft.com/office/drawing/2016/SVG/main" r:embed="rId3"/>
                </a:ext>
              </a:extLst>
            </a:blip>
            <a:srcRect r="11423"/>
            <a:stretch>
              <a:fillRect/>
            </a:stretch>
          </p:blipFill>
          <p:spPr>
            <a:xfrm rot="18529699">
              <a:off x="8556865" y="-908066"/>
              <a:ext cx="4205425" cy="4747737"/>
            </a:xfrm>
            <a:custGeom>
              <a:avLst/>
              <a:gdLst>
                <a:gd name="connsiteX0" fmla="*/ 2073718 w 4205425"/>
                <a:gd name="connsiteY0" fmla="*/ 0 h 4747737"/>
                <a:gd name="connsiteX1" fmla="*/ 4205425 w 4205425"/>
                <a:gd name="connsiteY1" fmla="*/ 2648628 h 4747737"/>
                <a:gd name="connsiteX2" fmla="*/ 1597299 w 4205425"/>
                <a:gd name="connsiteY2" fmla="*/ 4747737 h 4747737"/>
                <a:gd name="connsiteX3" fmla="*/ 0 w 4205425"/>
                <a:gd name="connsiteY3" fmla="*/ 4747737 h 4747737"/>
                <a:gd name="connsiteX4" fmla="*/ 0 w 4205425"/>
                <a:gd name="connsiteY4" fmla="*/ 0 h 47477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5425" h="4747737">
                  <a:moveTo>
                    <a:pt x="2073718" y="0"/>
                  </a:moveTo>
                  <a:lnTo>
                    <a:pt x="4205425" y="2648628"/>
                  </a:lnTo>
                  <a:lnTo>
                    <a:pt x="1597299" y="4747737"/>
                  </a:lnTo>
                  <a:lnTo>
                    <a:pt x="0" y="4747737"/>
                  </a:lnTo>
                  <a:lnTo>
                    <a:pt x="0" y="0"/>
                  </a:lnTo>
                  <a:close/>
                </a:path>
              </a:pathLst>
            </a:custGeom>
          </p:spPr>
        </p:pic>
        <p:pic>
          <p:nvPicPr>
            <p:cNvPr id="11" name="Graphic 10">
              <a:extLst>
                <a:ext uri="{FF2B5EF4-FFF2-40B4-BE49-F238E27FC236}">
                  <a16:creationId xmlns:a16="http://schemas.microsoft.com/office/drawing/2014/main" id="{1E1172FF-65BB-035E-4EDA-77AA60F3A1F4}"/>
                </a:ext>
              </a:extLst>
            </p:cNvPr>
            <p:cNvPicPr>
              <a:picLocks noChangeAspect="1"/>
            </p:cNvPicPr>
            <p:nvPr userDrawn="1"/>
          </p:nvPicPr>
          <p:blipFill>
            <a:blip r:embed="rId4">
              <a:extLst>
                <a:ext uri="{96DAC541-7B7A-43D3-8B79-37D633B846F1}">
                  <asvg:svgBlip xmlns:asvg="http://schemas.microsoft.com/office/drawing/2016/SVG/main" r:embed="rId5"/>
                </a:ext>
              </a:extLst>
            </a:blip>
            <a:srcRect l="13609" b="11742"/>
            <a:stretch>
              <a:fillRect/>
            </a:stretch>
          </p:blipFill>
          <p:spPr>
            <a:xfrm rot="9948965">
              <a:off x="8179351" y="-601294"/>
              <a:ext cx="4354375" cy="4448504"/>
            </a:xfrm>
            <a:custGeom>
              <a:avLst/>
              <a:gdLst>
                <a:gd name="connsiteX0" fmla="*/ 4354375 w 4354375"/>
                <a:gd name="connsiteY0" fmla="*/ 4448504 h 4448504"/>
                <a:gd name="connsiteX1" fmla="*/ 0 w 4354375"/>
                <a:gd name="connsiteY1" fmla="*/ 3347978 h 4448504"/>
                <a:gd name="connsiteX2" fmla="*/ 846169 w 4354375"/>
                <a:gd name="connsiteY2" fmla="*/ 0 h 4448504"/>
                <a:gd name="connsiteX3" fmla="*/ 4354375 w 4354375"/>
                <a:gd name="connsiteY3" fmla="*/ 0 h 4448504"/>
              </a:gdLst>
              <a:ahLst/>
              <a:cxnLst>
                <a:cxn ang="0">
                  <a:pos x="connsiteX0" y="connsiteY0"/>
                </a:cxn>
                <a:cxn ang="0">
                  <a:pos x="connsiteX1" y="connsiteY1"/>
                </a:cxn>
                <a:cxn ang="0">
                  <a:pos x="connsiteX2" y="connsiteY2"/>
                </a:cxn>
                <a:cxn ang="0">
                  <a:pos x="connsiteX3" y="connsiteY3"/>
                </a:cxn>
              </a:cxnLst>
              <a:rect l="l" t="t" r="r" b="b"/>
              <a:pathLst>
                <a:path w="4354375" h="4448504">
                  <a:moveTo>
                    <a:pt x="4354375" y="4448504"/>
                  </a:moveTo>
                  <a:lnTo>
                    <a:pt x="0" y="3347978"/>
                  </a:lnTo>
                  <a:lnTo>
                    <a:pt x="846169" y="0"/>
                  </a:lnTo>
                  <a:lnTo>
                    <a:pt x="4354375" y="0"/>
                  </a:lnTo>
                  <a:close/>
                </a:path>
              </a:pathLst>
            </a:custGeom>
          </p:spPr>
        </p:pic>
        <p:sp>
          <p:nvSpPr>
            <p:cNvPr id="4" name="Oval 3">
              <a:extLst>
                <a:ext uri="{FF2B5EF4-FFF2-40B4-BE49-F238E27FC236}">
                  <a16:creationId xmlns:a16="http://schemas.microsoft.com/office/drawing/2014/main" id="{E8C8D076-B9ED-EAD0-3758-83599288DE97}"/>
                </a:ext>
              </a:extLst>
            </p:cNvPr>
            <p:cNvSpPr/>
            <p:nvPr userDrawn="1"/>
          </p:nvSpPr>
          <p:spPr>
            <a:xfrm>
              <a:off x="6650109" y="214412"/>
              <a:ext cx="2566563" cy="256656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FE45EE78-24E0-0F93-6680-2FBADC4FAA33}"/>
                </a:ext>
              </a:extLst>
            </p:cNvPr>
            <p:cNvSpPr/>
            <p:nvPr/>
          </p:nvSpPr>
          <p:spPr>
            <a:xfrm rot="18529699">
              <a:off x="7880457" y="713988"/>
              <a:ext cx="1575487" cy="1477901"/>
            </a:xfrm>
            <a:custGeom>
              <a:avLst/>
              <a:gdLst>
                <a:gd name="connsiteX0" fmla="*/ 1559559 w 1575487"/>
                <a:gd name="connsiteY0" fmla="*/ 0 h 1477901"/>
                <a:gd name="connsiteX1" fmla="*/ 1571000 w 1575487"/>
                <a:gd name="connsiteY1" fmla="*/ 86334 h 1477901"/>
                <a:gd name="connsiteX2" fmla="*/ 1096764 w 1575487"/>
                <a:gd name="connsiteY2" fmla="*/ 1194288 h 1477901"/>
                <a:gd name="connsiteX3" fmla="*/ 32536 w 1575487"/>
                <a:gd name="connsiteY3" fmla="*/ 1451356 h 1477901"/>
                <a:gd name="connsiteX4" fmla="*/ 0 w 1575487"/>
                <a:gd name="connsiteY4" fmla="*/ 1443013 h 1477901"/>
                <a:gd name="connsiteX5" fmla="*/ 7476 w 1575487"/>
                <a:gd name="connsiteY5" fmla="*/ 1392890 h 1477901"/>
                <a:gd name="connsiteX6" fmla="*/ 377212 w 1575487"/>
                <a:gd name="connsiteY6" fmla="*/ 538192 h 1477901"/>
                <a:gd name="connsiteX7" fmla="*/ 1550028 w 1575487"/>
                <a:gd name="connsiteY7" fmla="*/ 1162 h 1477901"/>
                <a:gd name="connsiteX8" fmla="*/ 1559559 w 1575487"/>
                <a:gd name="connsiteY8" fmla="*/ 0 h 147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5487" h="1477901">
                  <a:moveTo>
                    <a:pt x="1559559" y="0"/>
                  </a:moveTo>
                  <a:lnTo>
                    <a:pt x="1571000" y="86334"/>
                  </a:lnTo>
                  <a:cubicBezTo>
                    <a:pt x="1605370" y="496852"/>
                    <a:pt x="1441843" y="916556"/>
                    <a:pt x="1096764" y="1194288"/>
                  </a:cubicBezTo>
                  <a:cubicBezTo>
                    <a:pt x="786193" y="1444246"/>
                    <a:pt x="394719" y="1525963"/>
                    <a:pt x="32536" y="1451356"/>
                  </a:cubicBezTo>
                  <a:lnTo>
                    <a:pt x="0" y="1443013"/>
                  </a:lnTo>
                  <a:lnTo>
                    <a:pt x="7476" y="1392890"/>
                  </a:lnTo>
                  <a:cubicBezTo>
                    <a:pt x="69336" y="1055234"/>
                    <a:pt x="185538" y="751956"/>
                    <a:pt x="377212" y="538192"/>
                  </a:cubicBezTo>
                  <a:cubicBezTo>
                    <a:pt x="646330" y="226662"/>
                    <a:pt x="1087961" y="71310"/>
                    <a:pt x="1550028" y="1162"/>
                  </a:cubicBezTo>
                  <a:lnTo>
                    <a:pt x="1559559" y="0"/>
                  </a:lnTo>
                  <a:close/>
                </a:path>
              </a:pathLst>
            </a:custGeom>
            <a:solidFill>
              <a:schemeClr val="accent1"/>
            </a:solidFill>
            <a:ln w="24357" cap="flat">
              <a:noFill/>
              <a:prstDash val="solid"/>
              <a:miter/>
            </a:ln>
          </p:spPr>
          <p:txBody>
            <a:bodyPr rtlCol="0" anchor="ctr"/>
            <a:lstStyle/>
            <a:p>
              <a:endParaRPr lang="en-US"/>
            </a:p>
          </p:txBody>
        </p:sp>
      </p:grpSp>
      <p:sp>
        <p:nvSpPr>
          <p:cNvPr id="19" name="Title 10">
            <a:extLst>
              <a:ext uri="{FF2B5EF4-FFF2-40B4-BE49-F238E27FC236}">
                <a16:creationId xmlns:a16="http://schemas.microsoft.com/office/drawing/2014/main" id="{16086ED1-5ED6-E36C-2691-A1BE5ABCD2E9}"/>
              </a:ext>
            </a:extLst>
          </p:cNvPr>
          <p:cNvSpPr>
            <a:spLocks noGrp="1"/>
          </p:cNvSpPr>
          <p:nvPr>
            <p:ph type="title" hasCustomPrompt="1"/>
          </p:nvPr>
        </p:nvSpPr>
        <p:spPr>
          <a:xfrm>
            <a:off x="595743" y="3589900"/>
            <a:ext cx="6959941" cy="2423441"/>
          </a:xfrm>
          <a:prstGeom prst="rect">
            <a:avLst/>
          </a:prstGeom>
        </p:spPr>
        <p:txBody>
          <a:bodyPr vert="horz" lIns="0" anchor="t" anchorCtr="0">
            <a:noAutofit/>
          </a:bodyPr>
          <a:lstStyle>
            <a:lvl1pPr algn="l">
              <a:defRPr sz="5600" b="0" i="0" baseline="0">
                <a:solidFill>
                  <a:schemeClr val="bg2"/>
                </a:solidFill>
                <a:latin typeface="+mj-lt"/>
                <a:cs typeface="Arial" panose="020B0604020202020204" pitchFamily="34" charset="0"/>
              </a:defRPr>
            </a:lvl1pPr>
          </a:lstStyle>
          <a:p>
            <a:r>
              <a:rPr lang="en-US"/>
              <a:t>Section title</a:t>
            </a:r>
          </a:p>
        </p:txBody>
      </p:sp>
      <p:sp>
        <p:nvSpPr>
          <p:cNvPr id="20" name="Text Placeholder 11">
            <a:extLst>
              <a:ext uri="{FF2B5EF4-FFF2-40B4-BE49-F238E27FC236}">
                <a16:creationId xmlns:a16="http://schemas.microsoft.com/office/drawing/2014/main" id="{AE48BCBC-01E2-3A12-084E-0B8658ACB1ED}"/>
              </a:ext>
            </a:extLst>
          </p:cNvPr>
          <p:cNvSpPr>
            <a:spLocks noGrp="1"/>
          </p:cNvSpPr>
          <p:nvPr>
            <p:ph type="body" sz="quarter" idx="10" hasCustomPrompt="1"/>
          </p:nvPr>
        </p:nvSpPr>
        <p:spPr>
          <a:xfrm>
            <a:off x="595313" y="2828764"/>
            <a:ext cx="1631052" cy="823912"/>
          </a:xfrm>
        </p:spPr>
        <p:txBody>
          <a:bodyPr anchor="b" anchorCtr="0"/>
          <a:lstStyle>
            <a:lvl1pPr>
              <a:spcAft>
                <a:spcPts val="0"/>
              </a:spcAft>
              <a:defRPr sz="6400">
                <a:solidFill>
                  <a:schemeClr val="accent4">
                    <a:lumMod val="20000"/>
                    <a:lumOff val="80000"/>
                  </a:schemeClr>
                </a:solidFill>
                <a:latin typeface="+mj-lt"/>
              </a:defRPr>
            </a:lvl1pPr>
          </a:lstStyle>
          <a:p>
            <a:pPr lvl="0"/>
            <a:r>
              <a:rPr lang="en-US"/>
              <a:t>01</a:t>
            </a:r>
          </a:p>
        </p:txBody>
      </p:sp>
      <p:sp>
        <p:nvSpPr>
          <p:cNvPr id="3" name="TextBox 2">
            <a:extLst>
              <a:ext uri="{FF2B5EF4-FFF2-40B4-BE49-F238E27FC236}">
                <a16:creationId xmlns:a16="http://schemas.microsoft.com/office/drawing/2014/main" id="{4E05C19C-8D96-15DA-D1EF-1CDBA6FDDA86}"/>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1"/>
                </a:solidFill>
                <a:latin typeface="Clarika Grotesque" pitchFamily="2" charset="77"/>
              </a:rPr>
              <a:t>© Dayforce</a:t>
            </a:r>
          </a:p>
        </p:txBody>
      </p:sp>
    </p:spTree>
    <p:extLst>
      <p:ext uri="{BB962C8B-B14F-4D97-AF65-F5344CB8AC3E}">
        <p14:creationId xmlns:p14="http://schemas.microsoft.com/office/powerpoint/2010/main" val="473608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6_Section_Title_1">
    <p:bg>
      <p:bgPr>
        <a:solidFill>
          <a:schemeClr val="accent6"/>
        </a:solidFill>
        <a:effectLst/>
      </p:bgPr>
    </p:bg>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0E3F5F98-BCD1-59E2-27FF-55B13D2AF08B}"/>
              </a:ext>
            </a:extLst>
          </p:cNvPr>
          <p:cNvGrpSpPr/>
          <p:nvPr userDrawn="1"/>
        </p:nvGrpSpPr>
        <p:grpSpPr>
          <a:xfrm>
            <a:off x="6650109" y="-636910"/>
            <a:ext cx="6383337" cy="4484120"/>
            <a:chOff x="6650109" y="-636910"/>
            <a:chExt cx="6383337" cy="4484120"/>
          </a:xfrm>
        </p:grpSpPr>
        <p:pic>
          <p:nvPicPr>
            <p:cNvPr id="18" name="Graphic 17">
              <a:extLst>
                <a:ext uri="{FF2B5EF4-FFF2-40B4-BE49-F238E27FC236}">
                  <a16:creationId xmlns:a16="http://schemas.microsoft.com/office/drawing/2014/main" id="{BFEAF0E2-9974-13A4-9C4C-8A7714808DF2}"/>
                </a:ext>
              </a:extLst>
            </p:cNvPr>
            <p:cNvPicPr>
              <a:picLocks noChangeAspect="1"/>
            </p:cNvPicPr>
            <p:nvPr userDrawn="1"/>
          </p:nvPicPr>
          <p:blipFill>
            <a:blip r:embed="rId2">
              <a:extLst>
                <a:ext uri="{96DAC541-7B7A-43D3-8B79-37D633B846F1}">
                  <asvg:svgBlip xmlns:asvg="http://schemas.microsoft.com/office/drawing/2016/SVG/main" r:embed="rId3"/>
                </a:ext>
              </a:extLst>
            </a:blip>
            <a:srcRect r="11423"/>
            <a:stretch>
              <a:fillRect/>
            </a:stretch>
          </p:blipFill>
          <p:spPr>
            <a:xfrm rot="18529699">
              <a:off x="8556865" y="-908066"/>
              <a:ext cx="4205425" cy="4747737"/>
            </a:xfrm>
            <a:custGeom>
              <a:avLst/>
              <a:gdLst>
                <a:gd name="connsiteX0" fmla="*/ 2073718 w 4205425"/>
                <a:gd name="connsiteY0" fmla="*/ 0 h 4747737"/>
                <a:gd name="connsiteX1" fmla="*/ 4205425 w 4205425"/>
                <a:gd name="connsiteY1" fmla="*/ 2648628 h 4747737"/>
                <a:gd name="connsiteX2" fmla="*/ 1597299 w 4205425"/>
                <a:gd name="connsiteY2" fmla="*/ 4747737 h 4747737"/>
                <a:gd name="connsiteX3" fmla="*/ 0 w 4205425"/>
                <a:gd name="connsiteY3" fmla="*/ 4747737 h 4747737"/>
                <a:gd name="connsiteX4" fmla="*/ 0 w 4205425"/>
                <a:gd name="connsiteY4" fmla="*/ 0 h 47477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5425" h="4747737">
                  <a:moveTo>
                    <a:pt x="2073718" y="0"/>
                  </a:moveTo>
                  <a:lnTo>
                    <a:pt x="4205425" y="2648628"/>
                  </a:lnTo>
                  <a:lnTo>
                    <a:pt x="1597299" y="4747737"/>
                  </a:lnTo>
                  <a:lnTo>
                    <a:pt x="0" y="4747737"/>
                  </a:lnTo>
                  <a:lnTo>
                    <a:pt x="0" y="0"/>
                  </a:lnTo>
                  <a:close/>
                </a:path>
              </a:pathLst>
            </a:custGeom>
          </p:spPr>
        </p:pic>
        <p:pic>
          <p:nvPicPr>
            <p:cNvPr id="11" name="Graphic 10">
              <a:extLst>
                <a:ext uri="{FF2B5EF4-FFF2-40B4-BE49-F238E27FC236}">
                  <a16:creationId xmlns:a16="http://schemas.microsoft.com/office/drawing/2014/main" id="{1E1172FF-65BB-035E-4EDA-77AA60F3A1F4}"/>
                </a:ext>
              </a:extLst>
            </p:cNvPr>
            <p:cNvPicPr>
              <a:picLocks noChangeAspect="1"/>
            </p:cNvPicPr>
            <p:nvPr userDrawn="1"/>
          </p:nvPicPr>
          <p:blipFill>
            <a:blip r:embed="rId4">
              <a:extLst>
                <a:ext uri="{96DAC541-7B7A-43D3-8B79-37D633B846F1}">
                  <asvg:svgBlip xmlns:asvg="http://schemas.microsoft.com/office/drawing/2016/SVG/main" r:embed="rId5"/>
                </a:ext>
              </a:extLst>
            </a:blip>
            <a:srcRect l="13609" b="11742"/>
            <a:stretch>
              <a:fillRect/>
            </a:stretch>
          </p:blipFill>
          <p:spPr>
            <a:xfrm rot="9948965">
              <a:off x="8179351" y="-601294"/>
              <a:ext cx="4354375" cy="4448504"/>
            </a:xfrm>
            <a:custGeom>
              <a:avLst/>
              <a:gdLst>
                <a:gd name="connsiteX0" fmla="*/ 4354375 w 4354375"/>
                <a:gd name="connsiteY0" fmla="*/ 4448504 h 4448504"/>
                <a:gd name="connsiteX1" fmla="*/ 0 w 4354375"/>
                <a:gd name="connsiteY1" fmla="*/ 3347978 h 4448504"/>
                <a:gd name="connsiteX2" fmla="*/ 846169 w 4354375"/>
                <a:gd name="connsiteY2" fmla="*/ 0 h 4448504"/>
                <a:gd name="connsiteX3" fmla="*/ 4354375 w 4354375"/>
                <a:gd name="connsiteY3" fmla="*/ 0 h 4448504"/>
              </a:gdLst>
              <a:ahLst/>
              <a:cxnLst>
                <a:cxn ang="0">
                  <a:pos x="connsiteX0" y="connsiteY0"/>
                </a:cxn>
                <a:cxn ang="0">
                  <a:pos x="connsiteX1" y="connsiteY1"/>
                </a:cxn>
                <a:cxn ang="0">
                  <a:pos x="connsiteX2" y="connsiteY2"/>
                </a:cxn>
                <a:cxn ang="0">
                  <a:pos x="connsiteX3" y="connsiteY3"/>
                </a:cxn>
              </a:cxnLst>
              <a:rect l="l" t="t" r="r" b="b"/>
              <a:pathLst>
                <a:path w="4354375" h="4448504">
                  <a:moveTo>
                    <a:pt x="4354375" y="4448504"/>
                  </a:moveTo>
                  <a:lnTo>
                    <a:pt x="0" y="3347978"/>
                  </a:lnTo>
                  <a:lnTo>
                    <a:pt x="846169" y="0"/>
                  </a:lnTo>
                  <a:lnTo>
                    <a:pt x="4354375" y="0"/>
                  </a:lnTo>
                  <a:close/>
                </a:path>
              </a:pathLst>
            </a:custGeom>
          </p:spPr>
        </p:pic>
        <p:sp>
          <p:nvSpPr>
            <p:cNvPr id="4" name="Oval 3">
              <a:extLst>
                <a:ext uri="{FF2B5EF4-FFF2-40B4-BE49-F238E27FC236}">
                  <a16:creationId xmlns:a16="http://schemas.microsoft.com/office/drawing/2014/main" id="{E8C8D076-B9ED-EAD0-3758-83599288DE97}"/>
                </a:ext>
              </a:extLst>
            </p:cNvPr>
            <p:cNvSpPr/>
            <p:nvPr userDrawn="1"/>
          </p:nvSpPr>
          <p:spPr>
            <a:xfrm>
              <a:off x="6650109" y="214412"/>
              <a:ext cx="2566563" cy="256656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FE45EE78-24E0-0F93-6680-2FBADC4FAA33}"/>
                </a:ext>
              </a:extLst>
            </p:cNvPr>
            <p:cNvSpPr/>
            <p:nvPr/>
          </p:nvSpPr>
          <p:spPr>
            <a:xfrm rot="18529699">
              <a:off x="7880457" y="713988"/>
              <a:ext cx="1575487" cy="1477901"/>
            </a:xfrm>
            <a:custGeom>
              <a:avLst/>
              <a:gdLst>
                <a:gd name="connsiteX0" fmla="*/ 1559559 w 1575487"/>
                <a:gd name="connsiteY0" fmla="*/ 0 h 1477901"/>
                <a:gd name="connsiteX1" fmla="*/ 1571000 w 1575487"/>
                <a:gd name="connsiteY1" fmla="*/ 86334 h 1477901"/>
                <a:gd name="connsiteX2" fmla="*/ 1096764 w 1575487"/>
                <a:gd name="connsiteY2" fmla="*/ 1194288 h 1477901"/>
                <a:gd name="connsiteX3" fmla="*/ 32536 w 1575487"/>
                <a:gd name="connsiteY3" fmla="*/ 1451356 h 1477901"/>
                <a:gd name="connsiteX4" fmla="*/ 0 w 1575487"/>
                <a:gd name="connsiteY4" fmla="*/ 1443013 h 1477901"/>
                <a:gd name="connsiteX5" fmla="*/ 7476 w 1575487"/>
                <a:gd name="connsiteY5" fmla="*/ 1392890 h 1477901"/>
                <a:gd name="connsiteX6" fmla="*/ 377212 w 1575487"/>
                <a:gd name="connsiteY6" fmla="*/ 538192 h 1477901"/>
                <a:gd name="connsiteX7" fmla="*/ 1550028 w 1575487"/>
                <a:gd name="connsiteY7" fmla="*/ 1162 h 1477901"/>
                <a:gd name="connsiteX8" fmla="*/ 1559559 w 1575487"/>
                <a:gd name="connsiteY8" fmla="*/ 0 h 147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5487" h="1477901">
                  <a:moveTo>
                    <a:pt x="1559559" y="0"/>
                  </a:moveTo>
                  <a:lnTo>
                    <a:pt x="1571000" y="86334"/>
                  </a:lnTo>
                  <a:cubicBezTo>
                    <a:pt x="1605370" y="496852"/>
                    <a:pt x="1441843" y="916556"/>
                    <a:pt x="1096764" y="1194288"/>
                  </a:cubicBezTo>
                  <a:cubicBezTo>
                    <a:pt x="786193" y="1444246"/>
                    <a:pt x="394719" y="1525963"/>
                    <a:pt x="32536" y="1451356"/>
                  </a:cubicBezTo>
                  <a:lnTo>
                    <a:pt x="0" y="1443013"/>
                  </a:lnTo>
                  <a:lnTo>
                    <a:pt x="7476" y="1392890"/>
                  </a:lnTo>
                  <a:cubicBezTo>
                    <a:pt x="69336" y="1055234"/>
                    <a:pt x="185538" y="751956"/>
                    <a:pt x="377212" y="538192"/>
                  </a:cubicBezTo>
                  <a:cubicBezTo>
                    <a:pt x="646330" y="226662"/>
                    <a:pt x="1087961" y="71310"/>
                    <a:pt x="1550028" y="1162"/>
                  </a:cubicBezTo>
                  <a:lnTo>
                    <a:pt x="1559559" y="0"/>
                  </a:lnTo>
                  <a:close/>
                </a:path>
              </a:pathLst>
            </a:custGeom>
            <a:solidFill>
              <a:schemeClr val="accent1"/>
            </a:solidFill>
            <a:ln w="24357" cap="flat">
              <a:noFill/>
              <a:prstDash val="solid"/>
              <a:miter/>
            </a:ln>
          </p:spPr>
          <p:txBody>
            <a:bodyPr rtlCol="0" anchor="ctr"/>
            <a:lstStyle/>
            <a:p>
              <a:endParaRPr lang="en-US"/>
            </a:p>
          </p:txBody>
        </p:sp>
      </p:grpSp>
      <p:sp>
        <p:nvSpPr>
          <p:cNvPr id="19" name="Title 10">
            <a:extLst>
              <a:ext uri="{FF2B5EF4-FFF2-40B4-BE49-F238E27FC236}">
                <a16:creationId xmlns:a16="http://schemas.microsoft.com/office/drawing/2014/main" id="{16086ED1-5ED6-E36C-2691-A1BE5ABCD2E9}"/>
              </a:ext>
            </a:extLst>
          </p:cNvPr>
          <p:cNvSpPr>
            <a:spLocks noGrp="1"/>
          </p:cNvSpPr>
          <p:nvPr>
            <p:ph type="title" hasCustomPrompt="1"/>
          </p:nvPr>
        </p:nvSpPr>
        <p:spPr>
          <a:xfrm>
            <a:off x="595743" y="3589900"/>
            <a:ext cx="6959941" cy="2423441"/>
          </a:xfrm>
          <a:prstGeom prst="rect">
            <a:avLst/>
          </a:prstGeom>
        </p:spPr>
        <p:txBody>
          <a:bodyPr vert="horz" lIns="0" anchor="t" anchorCtr="0">
            <a:noAutofit/>
          </a:bodyPr>
          <a:lstStyle>
            <a:lvl1pPr algn="l">
              <a:defRPr sz="5600" b="0" i="0" baseline="0">
                <a:solidFill>
                  <a:schemeClr val="bg2"/>
                </a:solidFill>
                <a:latin typeface="+mj-lt"/>
                <a:cs typeface="Arial" panose="020B0604020202020204" pitchFamily="34" charset="0"/>
              </a:defRPr>
            </a:lvl1pPr>
          </a:lstStyle>
          <a:p>
            <a:r>
              <a:rPr lang="en-US"/>
              <a:t>Section title</a:t>
            </a:r>
          </a:p>
        </p:txBody>
      </p:sp>
      <p:sp>
        <p:nvSpPr>
          <p:cNvPr id="20" name="Text Placeholder 11">
            <a:extLst>
              <a:ext uri="{FF2B5EF4-FFF2-40B4-BE49-F238E27FC236}">
                <a16:creationId xmlns:a16="http://schemas.microsoft.com/office/drawing/2014/main" id="{AE48BCBC-01E2-3A12-084E-0B8658ACB1ED}"/>
              </a:ext>
            </a:extLst>
          </p:cNvPr>
          <p:cNvSpPr>
            <a:spLocks noGrp="1"/>
          </p:cNvSpPr>
          <p:nvPr>
            <p:ph type="body" sz="quarter" idx="10" hasCustomPrompt="1"/>
          </p:nvPr>
        </p:nvSpPr>
        <p:spPr>
          <a:xfrm>
            <a:off x="595313" y="2828764"/>
            <a:ext cx="1631052" cy="823912"/>
          </a:xfrm>
        </p:spPr>
        <p:txBody>
          <a:bodyPr anchor="b" anchorCtr="0"/>
          <a:lstStyle>
            <a:lvl1pPr>
              <a:spcAft>
                <a:spcPts val="0"/>
              </a:spcAft>
              <a:defRPr sz="6400">
                <a:solidFill>
                  <a:schemeClr val="accent6">
                    <a:lumMod val="20000"/>
                    <a:lumOff val="80000"/>
                  </a:schemeClr>
                </a:solidFill>
                <a:latin typeface="+mj-lt"/>
              </a:defRPr>
            </a:lvl1pPr>
          </a:lstStyle>
          <a:p>
            <a:pPr lvl="0"/>
            <a:r>
              <a:rPr lang="en-US"/>
              <a:t>01</a:t>
            </a:r>
          </a:p>
        </p:txBody>
      </p:sp>
      <p:sp>
        <p:nvSpPr>
          <p:cNvPr id="3" name="TextBox 2">
            <a:extLst>
              <a:ext uri="{FF2B5EF4-FFF2-40B4-BE49-F238E27FC236}">
                <a16:creationId xmlns:a16="http://schemas.microsoft.com/office/drawing/2014/main" id="{676A5C3C-FD1C-BAB8-BCBD-374A7F5B169C}"/>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2"/>
                </a:solidFill>
                <a:latin typeface="Clarika Grotesque" pitchFamily="2" charset="77"/>
              </a:rPr>
              <a:t>© Dayforce</a:t>
            </a:r>
          </a:p>
        </p:txBody>
      </p:sp>
    </p:spTree>
    <p:extLst>
      <p:ext uri="{BB962C8B-B14F-4D97-AF65-F5344CB8AC3E}">
        <p14:creationId xmlns:p14="http://schemas.microsoft.com/office/powerpoint/2010/main" val="22587818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7_Section_Title_1">
    <p:bg>
      <p:bgPr>
        <a:solidFill>
          <a:schemeClr val="accent1"/>
        </a:solidFill>
        <a:effectLst/>
      </p:bgPr>
    </p:bg>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0E3F5F98-BCD1-59E2-27FF-55B13D2AF08B}"/>
              </a:ext>
            </a:extLst>
          </p:cNvPr>
          <p:cNvGrpSpPr/>
          <p:nvPr userDrawn="1"/>
        </p:nvGrpSpPr>
        <p:grpSpPr>
          <a:xfrm>
            <a:off x="6650109" y="-636910"/>
            <a:ext cx="6383337" cy="4484120"/>
            <a:chOff x="6650109" y="-636910"/>
            <a:chExt cx="6383337" cy="4484120"/>
          </a:xfrm>
        </p:grpSpPr>
        <p:pic>
          <p:nvPicPr>
            <p:cNvPr id="18" name="Graphic 17">
              <a:extLst>
                <a:ext uri="{FF2B5EF4-FFF2-40B4-BE49-F238E27FC236}">
                  <a16:creationId xmlns:a16="http://schemas.microsoft.com/office/drawing/2014/main" id="{BFEAF0E2-9974-13A4-9C4C-8A7714808DF2}"/>
                </a:ext>
              </a:extLst>
            </p:cNvPr>
            <p:cNvPicPr>
              <a:picLocks noChangeAspect="1"/>
            </p:cNvPicPr>
            <p:nvPr userDrawn="1"/>
          </p:nvPicPr>
          <p:blipFill>
            <a:blip r:embed="rId2">
              <a:extLst>
                <a:ext uri="{96DAC541-7B7A-43D3-8B79-37D633B846F1}">
                  <asvg:svgBlip xmlns:asvg="http://schemas.microsoft.com/office/drawing/2016/SVG/main" r:embed="rId3"/>
                </a:ext>
              </a:extLst>
            </a:blip>
            <a:srcRect r="11423"/>
            <a:stretch>
              <a:fillRect/>
            </a:stretch>
          </p:blipFill>
          <p:spPr>
            <a:xfrm rot="18529699">
              <a:off x="8556865" y="-908066"/>
              <a:ext cx="4205425" cy="4747737"/>
            </a:xfrm>
            <a:custGeom>
              <a:avLst/>
              <a:gdLst>
                <a:gd name="connsiteX0" fmla="*/ 2073718 w 4205425"/>
                <a:gd name="connsiteY0" fmla="*/ 0 h 4747737"/>
                <a:gd name="connsiteX1" fmla="*/ 4205425 w 4205425"/>
                <a:gd name="connsiteY1" fmla="*/ 2648628 h 4747737"/>
                <a:gd name="connsiteX2" fmla="*/ 1597299 w 4205425"/>
                <a:gd name="connsiteY2" fmla="*/ 4747737 h 4747737"/>
                <a:gd name="connsiteX3" fmla="*/ 0 w 4205425"/>
                <a:gd name="connsiteY3" fmla="*/ 4747737 h 4747737"/>
                <a:gd name="connsiteX4" fmla="*/ 0 w 4205425"/>
                <a:gd name="connsiteY4" fmla="*/ 0 h 47477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5425" h="4747737">
                  <a:moveTo>
                    <a:pt x="2073718" y="0"/>
                  </a:moveTo>
                  <a:lnTo>
                    <a:pt x="4205425" y="2648628"/>
                  </a:lnTo>
                  <a:lnTo>
                    <a:pt x="1597299" y="4747737"/>
                  </a:lnTo>
                  <a:lnTo>
                    <a:pt x="0" y="4747737"/>
                  </a:lnTo>
                  <a:lnTo>
                    <a:pt x="0" y="0"/>
                  </a:lnTo>
                  <a:close/>
                </a:path>
              </a:pathLst>
            </a:custGeom>
          </p:spPr>
        </p:pic>
        <p:pic>
          <p:nvPicPr>
            <p:cNvPr id="11" name="Graphic 10">
              <a:extLst>
                <a:ext uri="{FF2B5EF4-FFF2-40B4-BE49-F238E27FC236}">
                  <a16:creationId xmlns:a16="http://schemas.microsoft.com/office/drawing/2014/main" id="{1E1172FF-65BB-035E-4EDA-77AA60F3A1F4}"/>
                </a:ext>
              </a:extLst>
            </p:cNvPr>
            <p:cNvPicPr>
              <a:picLocks noChangeAspect="1"/>
            </p:cNvPicPr>
            <p:nvPr userDrawn="1"/>
          </p:nvPicPr>
          <p:blipFill>
            <a:blip r:embed="rId4">
              <a:extLst>
                <a:ext uri="{96DAC541-7B7A-43D3-8B79-37D633B846F1}">
                  <asvg:svgBlip xmlns:asvg="http://schemas.microsoft.com/office/drawing/2016/SVG/main" r:embed="rId5"/>
                </a:ext>
              </a:extLst>
            </a:blip>
            <a:srcRect l="13609" b="11742"/>
            <a:stretch>
              <a:fillRect/>
            </a:stretch>
          </p:blipFill>
          <p:spPr>
            <a:xfrm rot="9948965">
              <a:off x="8179351" y="-601294"/>
              <a:ext cx="4354375" cy="4448504"/>
            </a:xfrm>
            <a:custGeom>
              <a:avLst/>
              <a:gdLst>
                <a:gd name="connsiteX0" fmla="*/ 4354375 w 4354375"/>
                <a:gd name="connsiteY0" fmla="*/ 4448504 h 4448504"/>
                <a:gd name="connsiteX1" fmla="*/ 0 w 4354375"/>
                <a:gd name="connsiteY1" fmla="*/ 3347978 h 4448504"/>
                <a:gd name="connsiteX2" fmla="*/ 846169 w 4354375"/>
                <a:gd name="connsiteY2" fmla="*/ 0 h 4448504"/>
                <a:gd name="connsiteX3" fmla="*/ 4354375 w 4354375"/>
                <a:gd name="connsiteY3" fmla="*/ 0 h 4448504"/>
              </a:gdLst>
              <a:ahLst/>
              <a:cxnLst>
                <a:cxn ang="0">
                  <a:pos x="connsiteX0" y="connsiteY0"/>
                </a:cxn>
                <a:cxn ang="0">
                  <a:pos x="connsiteX1" y="connsiteY1"/>
                </a:cxn>
                <a:cxn ang="0">
                  <a:pos x="connsiteX2" y="connsiteY2"/>
                </a:cxn>
                <a:cxn ang="0">
                  <a:pos x="connsiteX3" y="connsiteY3"/>
                </a:cxn>
              </a:cxnLst>
              <a:rect l="l" t="t" r="r" b="b"/>
              <a:pathLst>
                <a:path w="4354375" h="4448504">
                  <a:moveTo>
                    <a:pt x="4354375" y="4448504"/>
                  </a:moveTo>
                  <a:lnTo>
                    <a:pt x="0" y="3347978"/>
                  </a:lnTo>
                  <a:lnTo>
                    <a:pt x="846169" y="0"/>
                  </a:lnTo>
                  <a:lnTo>
                    <a:pt x="4354375" y="0"/>
                  </a:lnTo>
                  <a:close/>
                </a:path>
              </a:pathLst>
            </a:custGeom>
          </p:spPr>
        </p:pic>
        <p:sp>
          <p:nvSpPr>
            <p:cNvPr id="4" name="Oval 3">
              <a:extLst>
                <a:ext uri="{FF2B5EF4-FFF2-40B4-BE49-F238E27FC236}">
                  <a16:creationId xmlns:a16="http://schemas.microsoft.com/office/drawing/2014/main" id="{E8C8D076-B9ED-EAD0-3758-83599288DE97}"/>
                </a:ext>
              </a:extLst>
            </p:cNvPr>
            <p:cNvSpPr/>
            <p:nvPr userDrawn="1"/>
          </p:nvSpPr>
          <p:spPr>
            <a:xfrm>
              <a:off x="6650109" y="214412"/>
              <a:ext cx="2566563" cy="256656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FE45EE78-24E0-0F93-6680-2FBADC4FAA33}"/>
                </a:ext>
              </a:extLst>
            </p:cNvPr>
            <p:cNvSpPr/>
            <p:nvPr/>
          </p:nvSpPr>
          <p:spPr>
            <a:xfrm rot="18529699">
              <a:off x="7880457" y="713988"/>
              <a:ext cx="1575487" cy="1477901"/>
            </a:xfrm>
            <a:custGeom>
              <a:avLst/>
              <a:gdLst>
                <a:gd name="connsiteX0" fmla="*/ 1559559 w 1575487"/>
                <a:gd name="connsiteY0" fmla="*/ 0 h 1477901"/>
                <a:gd name="connsiteX1" fmla="*/ 1571000 w 1575487"/>
                <a:gd name="connsiteY1" fmla="*/ 86334 h 1477901"/>
                <a:gd name="connsiteX2" fmla="*/ 1096764 w 1575487"/>
                <a:gd name="connsiteY2" fmla="*/ 1194288 h 1477901"/>
                <a:gd name="connsiteX3" fmla="*/ 32536 w 1575487"/>
                <a:gd name="connsiteY3" fmla="*/ 1451356 h 1477901"/>
                <a:gd name="connsiteX4" fmla="*/ 0 w 1575487"/>
                <a:gd name="connsiteY4" fmla="*/ 1443013 h 1477901"/>
                <a:gd name="connsiteX5" fmla="*/ 7476 w 1575487"/>
                <a:gd name="connsiteY5" fmla="*/ 1392890 h 1477901"/>
                <a:gd name="connsiteX6" fmla="*/ 377212 w 1575487"/>
                <a:gd name="connsiteY6" fmla="*/ 538192 h 1477901"/>
                <a:gd name="connsiteX7" fmla="*/ 1550028 w 1575487"/>
                <a:gd name="connsiteY7" fmla="*/ 1162 h 1477901"/>
                <a:gd name="connsiteX8" fmla="*/ 1559559 w 1575487"/>
                <a:gd name="connsiteY8" fmla="*/ 0 h 147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5487" h="1477901">
                  <a:moveTo>
                    <a:pt x="1559559" y="0"/>
                  </a:moveTo>
                  <a:lnTo>
                    <a:pt x="1571000" y="86334"/>
                  </a:lnTo>
                  <a:cubicBezTo>
                    <a:pt x="1605370" y="496852"/>
                    <a:pt x="1441843" y="916556"/>
                    <a:pt x="1096764" y="1194288"/>
                  </a:cubicBezTo>
                  <a:cubicBezTo>
                    <a:pt x="786193" y="1444246"/>
                    <a:pt x="394719" y="1525963"/>
                    <a:pt x="32536" y="1451356"/>
                  </a:cubicBezTo>
                  <a:lnTo>
                    <a:pt x="0" y="1443013"/>
                  </a:lnTo>
                  <a:lnTo>
                    <a:pt x="7476" y="1392890"/>
                  </a:lnTo>
                  <a:cubicBezTo>
                    <a:pt x="69336" y="1055234"/>
                    <a:pt x="185538" y="751956"/>
                    <a:pt x="377212" y="538192"/>
                  </a:cubicBezTo>
                  <a:cubicBezTo>
                    <a:pt x="646330" y="226662"/>
                    <a:pt x="1087961" y="71310"/>
                    <a:pt x="1550028" y="1162"/>
                  </a:cubicBezTo>
                  <a:lnTo>
                    <a:pt x="1559559" y="0"/>
                  </a:lnTo>
                  <a:close/>
                </a:path>
              </a:pathLst>
            </a:custGeom>
            <a:solidFill>
              <a:schemeClr val="accent4"/>
            </a:solidFill>
            <a:ln w="24357" cap="flat">
              <a:noFill/>
              <a:prstDash val="solid"/>
              <a:miter/>
            </a:ln>
          </p:spPr>
          <p:txBody>
            <a:bodyPr rtlCol="0" anchor="ctr"/>
            <a:lstStyle/>
            <a:p>
              <a:endParaRPr lang="en-US"/>
            </a:p>
          </p:txBody>
        </p:sp>
      </p:grpSp>
      <p:sp>
        <p:nvSpPr>
          <p:cNvPr id="19" name="Title 10">
            <a:extLst>
              <a:ext uri="{FF2B5EF4-FFF2-40B4-BE49-F238E27FC236}">
                <a16:creationId xmlns:a16="http://schemas.microsoft.com/office/drawing/2014/main" id="{16086ED1-5ED6-E36C-2691-A1BE5ABCD2E9}"/>
              </a:ext>
            </a:extLst>
          </p:cNvPr>
          <p:cNvSpPr>
            <a:spLocks noGrp="1"/>
          </p:cNvSpPr>
          <p:nvPr>
            <p:ph type="title" hasCustomPrompt="1"/>
          </p:nvPr>
        </p:nvSpPr>
        <p:spPr>
          <a:xfrm>
            <a:off x="595743" y="3589900"/>
            <a:ext cx="6959941" cy="2423441"/>
          </a:xfrm>
          <a:prstGeom prst="rect">
            <a:avLst/>
          </a:prstGeom>
        </p:spPr>
        <p:txBody>
          <a:bodyPr vert="horz" lIns="0" anchor="t" anchorCtr="0">
            <a:noAutofit/>
          </a:bodyPr>
          <a:lstStyle>
            <a:lvl1pPr algn="l">
              <a:defRPr sz="5600" b="0" i="0" baseline="0">
                <a:solidFill>
                  <a:schemeClr val="bg2"/>
                </a:solidFill>
                <a:latin typeface="+mj-lt"/>
                <a:cs typeface="Arial" panose="020B0604020202020204" pitchFamily="34" charset="0"/>
              </a:defRPr>
            </a:lvl1pPr>
          </a:lstStyle>
          <a:p>
            <a:r>
              <a:rPr lang="en-US"/>
              <a:t>Section title</a:t>
            </a:r>
          </a:p>
        </p:txBody>
      </p:sp>
      <p:sp>
        <p:nvSpPr>
          <p:cNvPr id="20" name="Text Placeholder 11">
            <a:extLst>
              <a:ext uri="{FF2B5EF4-FFF2-40B4-BE49-F238E27FC236}">
                <a16:creationId xmlns:a16="http://schemas.microsoft.com/office/drawing/2014/main" id="{AE48BCBC-01E2-3A12-084E-0B8658ACB1ED}"/>
              </a:ext>
            </a:extLst>
          </p:cNvPr>
          <p:cNvSpPr>
            <a:spLocks noGrp="1"/>
          </p:cNvSpPr>
          <p:nvPr>
            <p:ph type="body" sz="quarter" idx="10" hasCustomPrompt="1"/>
          </p:nvPr>
        </p:nvSpPr>
        <p:spPr>
          <a:xfrm>
            <a:off x="595313" y="2828764"/>
            <a:ext cx="1631052" cy="823912"/>
          </a:xfrm>
        </p:spPr>
        <p:txBody>
          <a:bodyPr anchor="b" anchorCtr="0"/>
          <a:lstStyle>
            <a:lvl1pPr>
              <a:spcAft>
                <a:spcPts val="0"/>
              </a:spcAft>
              <a:defRPr sz="6400">
                <a:solidFill>
                  <a:srgbClr val="C7E5FF"/>
                </a:solidFill>
                <a:latin typeface="+mj-lt"/>
              </a:defRPr>
            </a:lvl1pPr>
          </a:lstStyle>
          <a:p>
            <a:pPr lvl="0"/>
            <a:r>
              <a:rPr lang="en-US"/>
              <a:t>01</a:t>
            </a:r>
          </a:p>
        </p:txBody>
      </p:sp>
      <p:sp>
        <p:nvSpPr>
          <p:cNvPr id="3" name="TextBox 2">
            <a:extLst>
              <a:ext uri="{FF2B5EF4-FFF2-40B4-BE49-F238E27FC236}">
                <a16:creationId xmlns:a16="http://schemas.microsoft.com/office/drawing/2014/main" id="{2B703975-DFA6-1D02-F228-ECCA2D3D5A26}"/>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2"/>
                </a:solidFill>
                <a:latin typeface="Clarika Grotesque" pitchFamily="2" charset="77"/>
              </a:rPr>
              <a:t>© Dayforce</a:t>
            </a:r>
          </a:p>
        </p:txBody>
      </p:sp>
    </p:spTree>
    <p:extLst>
      <p:ext uri="{BB962C8B-B14F-4D97-AF65-F5344CB8AC3E}">
        <p14:creationId xmlns:p14="http://schemas.microsoft.com/office/powerpoint/2010/main" val="12381929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8_Section_Title_1">
    <p:bg>
      <p:bgPr>
        <a:solidFill>
          <a:schemeClr val="accent3"/>
        </a:solidFill>
        <a:effectLst/>
      </p:bgPr>
    </p:bg>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0E3F5F98-BCD1-59E2-27FF-55B13D2AF08B}"/>
              </a:ext>
            </a:extLst>
          </p:cNvPr>
          <p:cNvGrpSpPr/>
          <p:nvPr userDrawn="1"/>
        </p:nvGrpSpPr>
        <p:grpSpPr>
          <a:xfrm>
            <a:off x="6650109" y="-636910"/>
            <a:ext cx="6383337" cy="4484120"/>
            <a:chOff x="6650109" y="-636910"/>
            <a:chExt cx="6383337" cy="4484120"/>
          </a:xfrm>
        </p:grpSpPr>
        <p:pic>
          <p:nvPicPr>
            <p:cNvPr id="18" name="Graphic 17">
              <a:extLst>
                <a:ext uri="{FF2B5EF4-FFF2-40B4-BE49-F238E27FC236}">
                  <a16:creationId xmlns:a16="http://schemas.microsoft.com/office/drawing/2014/main" id="{BFEAF0E2-9974-13A4-9C4C-8A7714808DF2}"/>
                </a:ext>
              </a:extLst>
            </p:cNvPr>
            <p:cNvPicPr>
              <a:picLocks noChangeAspect="1"/>
            </p:cNvPicPr>
            <p:nvPr userDrawn="1"/>
          </p:nvPicPr>
          <p:blipFill>
            <a:blip r:embed="rId2">
              <a:extLst>
                <a:ext uri="{96DAC541-7B7A-43D3-8B79-37D633B846F1}">
                  <asvg:svgBlip xmlns:asvg="http://schemas.microsoft.com/office/drawing/2016/SVG/main" r:embed="rId3"/>
                </a:ext>
              </a:extLst>
            </a:blip>
            <a:srcRect r="11423"/>
            <a:stretch>
              <a:fillRect/>
            </a:stretch>
          </p:blipFill>
          <p:spPr>
            <a:xfrm rot="18529699">
              <a:off x="8556865" y="-908066"/>
              <a:ext cx="4205425" cy="4747737"/>
            </a:xfrm>
            <a:custGeom>
              <a:avLst/>
              <a:gdLst>
                <a:gd name="connsiteX0" fmla="*/ 2073718 w 4205425"/>
                <a:gd name="connsiteY0" fmla="*/ 0 h 4747737"/>
                <a:gd name="connsiteX1" fmla="*/ 4205425 w 4205425"/>
                <a:gd name="connsiteY1" fmla="*/ 2648628 h 4747737"/>
                <a:gd name="connsiteX2" fmla="*/ 1597299 w 4205425"/>
                <a:gd name="connsiteY2" fmla="*/ 4747737 h 4747737"/>
                <a:gd name="connsiteX3" fmla="*/ 0 w 4205425"/>
                <a:gd name="connsiteY3" fmla="*/ 4747737 h 4747737"/>
                <a:gd name="connsiteX4" fmla="*/ 0 w 4205425"/>
                <a:gd name="connsiteY4" fmla="*/ 0 h 47477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5425" h="4747737">
                  <a:moveTo>
                    <a:pt x="2073718" y="0"/>
                  </a:moveTo>
                  <a:lnTo>
                    <a:pt x="4205425" y="2648628"/>
                  </a:lnTo>
                  <a:lnTo>
                    <a:pt x="1597299" y="4747737"/>
                  </a:lnTo>
                  <a:lnTo>
                    <a:pt x="0" y="4747737"/>
                  </a:lnTo>
                  <a:lnTo>
                    <a:pt x="0" y="0"/>
                  </a:lnTo>
                  <a:close/>
                </a:path>
              </a:pathLst>
            </a:custGeom>
          </p:spPr>
        </p:pic>
        <p:pic>
          <p:nvPicPr>
            <p:cNvPr id="11" name="Graphic 10">
              <a:extLst>
                <a:ext uri="{FF2B5EF4-FFF2-40B4-BE49-F238E27FC236}">
                  <a16:creationId xmlns:a16="http://schemas.microsoft.com/office/drawing/2014/main" id="{1E1172FF-65BB-035E-4EDA-77AA60F3A1F4}"/>
                </a:ext>
              </a:extLst>
            </p:cNvPr>
            <p:cNvPicPr>
              <a:picLocks noChangeAspect="1"/>
            </p:cNvPicPr>
            <p:nvPr userDrawn="1"/>
          </p:nvPicPr>
          <p:blipFill>
            <a:blip r:embed="rId4">
              <a:extLst>
                <a:ext uri="{96DAC541-7B7A-43D3-8B79-37D633B846F1}">
                  <asvg:svgBlip xmlns:asvg="http://schemas.microsoft.com/office/drawing/2016/SVG/main" r:embed="rId5"/>
                </a:ext>
              </a:extLst>
            </a:blip>
            <a:srcRect l="13609" b="11742"/>
            <a:stretch>
              <a:fillRect/>
            </a:stretch>
          </p:blipFill>
          <p:spPr>
            <a:xfrm rot="9948965">
              <a:off x="8179351" y="-601294"/>
              <a:ext cx="4354375" cy="4448504"/>
            </a:xfrm>
            <a:custGeom>
              <a:avLst/>
              <a:gdLst>
                <a:gd name="connsiteX0" fmla="*/ 4354375 w 4354375"/>
                <a:gd name="connsiteY0" fmla="*/ 4448504 h 4448504"/>
                <a:gd name="connsiteX1" fmla="*/ 0 w 4354375"/>
                <a:gd name="connsiteY1" fmla="*/ 3347978 h 4448504"/>
                <a:gd name="connsiteX2" fmla="*/ 846169 w 4354375"/>
                <a:gd name="connsiteY2" fmla="*/ 0 h 4448504"/>
                <a:gd name="connsiteX3" fmla="*/ 4354375 w 4354375"/>
                <a:gd name="connsiteY3" fmla="*/ 0 h 4448504"/>
              </a:gdLst>
              <a:ahLst/>
              <a:cxnLst>
                <a:cxn ang="0">
                  <a:pos x="connsiteX0" y="connsiteY0"/>
                </a:cxn>
                <a:cxn ang="0">
                  <a:pos x="connsiteX1" y="connsiteY1"/>
                </a:cxn>
                <a:cxn ang="0">
                  <a:pos x="connsiteX2" y="connsiteY2"/>
                </a:cxn>
                <a:cxn ang="0">
                  <a:pos x="connsiteX3" y="connsiteY3"/>
                </a:cxn>
              </a:cxnLst>
              <a:rect l="l" t="t" r="r" b="b"/>
              <a:pathLst>
                <a:path w="4354375" h="4448504">
                  <a:moveTo>
                    <a:pt x="4354375" y="4448504"/>
                  </a:moveTo>
                  <a:lnTo>
                    <a:pt x="0" y="3347978"/>
                  </a:lnTo>
                  <a:lnTo>
                    <a:pt x="846169" y="0"/>
                  </a:lnTo>
                  <a:lnTo>
                    <a:pt x="4354375" y="0"/>
                  </a:lnTo>
                  <a:close/>
                </a:path>
              </a:pathLst>
            </a:custGeom>
          </p:spPr>
        </p:pic>
        <p:sp>
          <p:nvSpPr>
            <p:cNvPr id="4" name="Oval 3">
              <a:extLst>
                <a:ext uri="{FF2B5EF4-FFF2-40B4-BE49-F238E27FC236}">
                  <a16:creationId xmlns:a16="http://schemas.microsoft.com/office/drawing/2014/main" id="{E8C8D076-B9ED-EAD0-3758-83599288DE97}"/>
                </a:ext>
              </a:extLst>
            </p:cNvPr>
            <p:cNvSpPr/>
            <p:nvPr userDrawn="1"/>
          </p:nvSpPr>
          <p:spPr>
            <a:xfrm>
              <a:off x="6650109" y="214412"/>
              <a:ext cx="2566563" cy="2566563"/>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FE45EE78-24E0-0F93-6680-2FBADC4FAA33}"/>
                </a:ext>
              </a:extLst>
            </p:cNvPr>
            <p:cNvSpPr/>
            <p:nvPr/>
          </p:nvSpPr>
          <p:spPr>
            <a:xfrm rot="18529699">
              <a:off x="7880457" y="713988"/>
              <a:ext cx="1575487" cy="1477901"/>
            </a:xfrm>
            <a:custGeom>
              <a:avLst/>
              <a:gdLst>
                <a:gd name="connsiteX0" fmla="*/ 1559559 w 1575487"/>
                <a:gd name="connsiteY0" fmla="*/ 0 h 1477901"/>
                <a:gd name="connsiteX1" fmla="*/ 1571000 w 1575487"/>
                <a:gd name="connsiteY1" fmla="*/ 86334 h 1477901"/>
                <a:gd name="connsiteX2" fmla="*/ 1096764 w 1575487"/>
                <a:gd name="connsiteY2" fmla="*/ 1194288 h 1477901"/>
                <a:gd name="connsiteX3" fmla="*/ 32536 w 1575487"/>
                <a:gd name="connsiteY3" fmla="*/ 1451356 h 1477901"/>
                <a:gd name="connsiteX4" fmla="*/ 0 w 1575487"/>
                <a:gd name="connsiteY4" fmla="*/ 1443013 h 1477901"/>
                <a:gd name="connsiteX5" fmla="*/ 7476 w 1575487"/>
                <a:gd name="connsiteY5" fmla="*/ 1392890 h 1477901"/>
                <a:gd name="connsiteX6" fmla="*/ 377212 w 1575487"/>
                <a:gd name="connsiteY6" fmla="*/ 538192 h 1477901"/>
                <a:gd name="connsiteX7" fmla="*/ 1550028 w 1575487"/>
                <a:gd name="connsiteY7" fmla="*/ 1162 h 1477901"/>
                <a:gd name="connsiteX8" fmla="*/ 1559559 w 1575487"/>
                <a:gd name="connsiteY8" fmla="*/ 0 h 147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5487" h="1477901">
                  <a:moveTo>
                    <a:pt x="1559559" y="0"/>
                  </a:moveTo>
                  <a:lnTo>
                    <a:pt x="1571000" y="86334"/>
                  </a:lnTo>
                  <a:cubicBezTo>
                    <a:pt x="1605370" y="496852"/>
                    <a:pt x="1441843" y="916556"/>
                    <a:pt x="1096764" y="1194288"/>
                  </a:cubicBezTo>
                  <a:cubicBezTo>
                    <a:pt x="786193" y="1444246"/>
                    <a:pt x="394719" y="1525963"/>
                    <a:pt x="32536" y="1451356"/>
                  </a:cubicBezTo>
                  <a:lnTo>
                    <a:pt x="0" y="1443013"/>
                  </a:lnTo>
                  <a:lnTo>
                    <a:pt x="7476" y="1392890"/>
                  </a:lnTo>
                  <a:cubicBezTo>
                    <a:pt x="69336" y="1055234"/>
                    <a:pt x="185538" y="751956"/>
                    <a:pt x="377212" y="538192"/>
                  </a:cubicBezTo>
                  <a:cubicBezTo>
                    <a:pt x="646330" y="226662"/>
                    <a:pt x="1087961" y="71310"/>
                    <a:pt x="1550028" y="1162"/>
                  </a:cubicBezTo>
                  <a:lnTo>
                    <a:pt x="1559559" y="0"/>
                  </a:lnTo>
                  <a:close/>
                </a:path>
              </a:pathLst>
            </a:custGeom>
            <a:solidFill>
              <a:schemeClr val="accent1"/>
            </a:solidFill>
            <a:ln w="24357" cap="flat">
              <a:noFill/>
              <a:prstDash val="solid"/>
              <a:miter/>
            </a:ln>
          </p:spPr>
          <p:txBody>
            <a:bodyPr rtlCol="0" anchor="ctr"/>
            <a:lstStyle/>
            <a:p>
              <a:endParaRPr lang="en-US"/>
            </a:p>
          </p:txBody>
        </p:sp>
      </p:grpSp>
      <p:sp>
        <p:nvSpPr>
          <p:cNvPr id="19" name="Title 10">
            <a:extLst>
              <a:ext uri="{FF2B5EF4-FFF2-40B4-BE49-F238E27FC236}">
                <a16:creationId xmlns:a16="http://schemas.microsoft.com/office/drawing/2014/main" id="{16086ED1-5ED6-E36C-2691-A1BE5ABCD2E9}"/>
              </a:ext>
            </a:extLst>
          </p:cNvPr>
          <p:cNvSpPr>
            <a:spLocks noGrp="1"/>
          </p:cNvSpPr>
          <p:nvPr>
            <p:ph type="title" hasCustomPrompt="1"/>
          </p:nvPr>
        </p:nvSpPr>
        <p:spPr>
          <a:xfrm>
            <a:off x="595743" y="3589900"/>
            <a:ext cx="6959941" cy="2423441"/>
          </a:xfrm>
          <a:prstGeom prst="rect">
            <a:avLst/>
          </a:prstGeom>
        </p:spPr>
        <p:txBody>
          <a:bodyPr vert="horz" lIns="0" anchor="t" anchorCtr="0">
            <a:noAutofit/>
          </a:bodyPr>
          <a:lstStyle>
            <a:lvl1pPr algn="l">
              <a:defRPr sz="5600" b="0" i="0" baseline="0">
                <a:solidFill>
                  <a:schemeClr val="bg2"/>
                </a:solidFill>
                <a:latin typeface="+mj-lt"/>
                <a:cs typeface="Arial" panose="020B0604020202020204" pitchFamily="34" charset="0"/>
              </a:defRPr>
            </a:lvl1pPr>
          </a:lstStyle>
          <a:p>
            <a:r>
              <a:rPr lang="en-US"/>
              <a:t>Section title</a:t>
            </a:r>
          </a:p>
        </p:txBody>
      </p:sp>
      <p:sp>
        <p:nvSpPr>
          <p:cNvPr id="20" name="Text Placeholder 11">
            <a:extLst>
              <a:ext uri="{FF2B5EF4-FFF2-40B4-BE49-F238E27FC236}">
                <a16:creationId xmlns:a16="http://schemas.microsoft.com/office/drawing/2014/main" id="{AE48BCBC-01E2-3A12-084E-0B8658ACB1ED}"/>
              </a:ext>
            </a:extLst>
          </p:cNvPr>
          <p:cNvSpPr>
            <a:spLocks noGrp="1"/>
          </p:cNvSpPr>
          <p:nvPr>
            <p:ph type="body" sz="quarter" idx="10" hasCustomPrompt="1"/>
          </p:nvPr>
        </p:nvSpPr>
        <p:spPr>
          <a:xfrm>
            <a:off x="595313" y="2828764"/>
            <a:ext cx="1631052" cy="823912"/>
          </a:xfrm>
        </p:spPr>
        <p:txBody>
          <a:bodyPr anchor="b" anchorCtr="0"/>
          <a:lstStyle>
            <a:lvl1pPr>
              <a:spcAft>
                <a:spcPts val="0"/>
              </a:spcAft>
              <a:defRPr sz="6400">
                <a:solidFill>
                  <a:schemeClr val="accent3">
                    <a:lumMod val="20000"/>
                    <a:lumOff val="80000"/>
                  </a:schemeClr>
                </a:solidFill>
                <a:latin typeface="+mj-lt"/>
              </a:defRPr>
            </a:lvl1pPr>
          </a:lstStyle>
          <a:p>
            <a:pPr lvl="0"/>
            <a:r>
              <a:rPr lang="en-US"/>
              <a:t>01</a:t>
            </a:r>
          </a:p>
        </p:txBody>
      </p:sp>
      <p:sp>
        <p:nvSpPr>
          <p:cNvPr id="3" name="TextBox 2">
            <a:extLst>
              <a:ext uri="{FF2B5EF4-FFF2-40B4-BE49-F238E27FC236}">
                <a16:creationId xmlns:a16="http://schemas.microsoft.com/office/drawing/2014/main" id="{EEF023C2-CA2E-B7B0-2858-D9863B9F9071}"/>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2"/>
                </a:solidFill>
                <a:latin typeface="Clarika Grotesque" pitchFamily="2" charset="77"/>
              </a:rPr>
              <a:t>© Dayforce</a:t>
            </a:r>
          </a:p>
        </p:txBody>
      </p:sp>
    </p:spTree>
    <p:extLst>
      <p:ext uri="{BB962C8B-B14F-4D97-AF65-F5344CB8AC3E}">
        <p14:creationId xmlns:p14="http://schemas.microsoft.com/office/powerpoint/2010/main" val="26960866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9_Section_Title_1">
    <p:bg>
      <p:bgPr>
        <a:solidFill>
          <a:schemeClr val="accent2"/>
        </a:solidFill>
        <a:effectLst/>
      </p:bgPr>
    </p:bg>
    <p:spTree>
      <p:nvGrpSpPr>
        <p:cNvPr id="1" name=""/>
        <p:cNvGrpSpPr/>
        <p:nvPr/>
      </p:nvGrpSpPr>
      <p:grpSpPr>
        <a:xfrm>
          <a:off x="0" y="0"/>
          <a:ext cx="0" cy="0"/>
          <a:chOff x="0" y="0"/>
          <a:chExt cx="0" cy="0"/>
        </a:xfrm>
      </p:grpSpPr>
      <p:grpSp>
        <p:nvGrpSpPr>
          <p:cNvPr id="21" name="Group 20">
            <a:extLst>
              <a:ext uri="{FF2B5EF4-FFF2-40B4-BE49-F238E27FC236}">
                <a16:creationId xmlns:a16="http://schemas.microsoft.com/office/drawing/2014/main" id="{0E3F5F98-BCD1-59E2-27FF-55B13D2AF08B}"/>
              </a:ext>
            </a:extLst>
          </p:cNvPr>
          <p:cNvGrpSpPr/>
          <p:nvPr userDrawn="1"/>
        </p:nvGrpSpPr>
        <p:grpSpPr>
          <a:xfrm>
            <a:off x="6650109" y="-627945"/>
            <a:ext cx="6383337" cy="4484120"/>
            <a:chOff x="6650109" y="-636910"/>
            <a:chExt cx="6383337" cy="4484120"/>
          </a:xfrm>
        </p:grpSpPr>
        <p:pic>
          <p:nvPicPr>
            <p:cNvPr id="18" name="Graphic 17">
              <a:extLst>
                <a:ext uri="{FF2B5EF4-FFF2-40B4-BE49-F238E27FC236}">
                  <a16:creationId xmlns:a16="http://schemas.microsoft.com/office/drawing/2014/main" id="{BFEAF0E2-9974-13A4-9C4C-8A7714808DF2}"/>
                </a:ext>
              </a:extLst>
            </p:cNvPr>
            <p:cNvPicPr>
              <a:picLocks noChangeAspect="1"/>
            </p:cNvPicPr>
            <p:nvPr userDrawn="1"/>
          </p:nvPicPr>
          <p:blipFill>
            <a:blip r:embed="rId2">
              <a:extLst>
                <a:ext uri="{96DAC541-7B7A-43D3-8B79-37D633B846F1}">
                  <asvg:svgBlip xmlns:asvg="http://schemas.microsoft.com/office/drawing/2016/SVG/main" r:embed="rId3"/>
                </a:ext>
              </a:extLst>
            </a:blip>
            <a:srcRect r="11423"/>
            <a:stretch>
              <a:fillRect/>
            </a:stretch>
          </p:blipFill>
          <p:spPr>
            <a:xfrm rot="18529699">
              <a:off x="8556865" y="-908066"/>
              <a:ext cx="4205425" cy="4747737"/>
            </a:xfrm>
            <a:custGeom>
              <a:avLst/>
              <a:gdLst>
                <a:gd name="connsiteX0" fmla="*/ 2073718 w 4205425"/>
                <a:gd name="connsiteY0" fmla="*/ 0 h 4747737"/>
                <a:gd name="connsiteX1" fmla="*/ 4205425 w 4205425"/>
                <a:gd name="connsiteY1" fmla="*/ 2648628 h 4747737"/>
                <a:gd name="connsiteX2" fmla="*/ 1597299 w 4205425"/>
                <a:gd name="connsiteY2" fmla="*/ 4747737 h 4747737"/>
                <a:gd name="connsiteX3" fmla="*/ 0 w 4205425"/>
                <a:gd name="connsiteY3" fmla="*/ 4747737 h 4747737"/>
                <a:gd name="connsiteX4" fmla="*/ 0 w 4205425"/>
                <a:gd name="connsiteY4" fmla="*/ 0 h 474773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205425" h="4747737">
                  <a:moveTo>
                    <a:pt x="2073718" y="0"/>
                  </a:moveTo>
                  <a:lnTo>
                    <a:pt x="4205425" y="2648628"/>
                  </a:lnTo>
                  <a:lnTo>
                    <a:pt x="1597299" y="4747737"/>
                  </a:lnTo>
                  <a:lnTo>
                    <a:pt x="0" y="4747737"/>
                  </a:lnTo>
                  <a:lnTo>
                    <a:pt x="0" y="0"/>
                  </a:lnTo>
                  <a:close/>
                </a:path>
              </a:pathLst>
            </a:custGeom>
          </p:spPr>
        </p:pic>
        <p:pic>
          <p:nvPicPr>
            <p:cNvPr id="11" name="Graphic 10">
              <a:extLst>
                <a:ext uri="{FF2B5EF4-FFF2-40B4-BE49-F238E27FC236}">
                  <a16:creationId xmlns:a16="http://schemas.microsoft.com/office/drawing/2014/main" id="{1E1172FF-65BB-035E-4EDA-77AA60F3A1F4}"/>
                </a:ext>
              </a:extLst>
            </p:cNvPr>
            <p:cNvPicPr>
              <a:picLocks noChangeAspect="1"/>
            </p:cNvPicPr>
            <p:nvPr userDrawn="1"/>
          </p:nvPicPr>
          <p:blipFill>
            <a:blip r:embed="rId4">
              <a:extLst>
                <a:ext uri="{96DAC541-7B7A-43D3-8B79-37D633B846F1}">
                  <asvg:svgBlip xmlns:asvg="http://schemas.microsoft.com/office/drawing/2016/SVG/main" r:embed="rId5"/>
                </a:ext>
              </a:extLst>
            </a:blip>
            <a:srcRect l="13609" b="11742"/>
            <a:stretch>
              <a:fillRect/>
            </a:stretch>
          </p:blipFill>
          <p:spPr>
            <a:xfrm rot="9948965">
              <a:off x="8179351" y="-601294"/>
              <a:ext cx="4354375" cy="4448504"/>
            </a:xfrm>
            <a:custGeom>
              <a:avLst/>
              <a:gdLst>
                <a:gd name="connsiteX0" fmla="*/ 4354375 w 4354375"/>
                <a:gd name="connsiteY0" fmla="*/ 4448504 h 4448504"/>
                <a:gd name="connsiteX1" fmla="*/ 0 w 4354375"/>
                <a:gd name="connsiteY1" fmla="*/ 3347978 h 4448504"/>
                <a:gd name="connsiteX2" fmla="*/ 846169 w 4354375"/>
                <a:gd name="connsiteY2" fmla="*/ 0 h 4448504"/>
                <a:gd name="connsiteX3" fmla="*/ 4354375 w 4354375"/>
                <a:gd name="connsiteY3" fmla="*/ 0 h 4448504"/>
              </a:gdLst>
              <a:ahLst/>
              <a:cxnLst>
                <a:cxn ang="0">
                  <a:pos x="connsiteX0" y="connsiteY0"/>
                </a:cxn>
                <a:cxn ang="0">
                  <a:pos x="connsiteX1" y="connsiteY1"/>
                </a:cxn>
                <a:cxn ang="0">
                  <a:pos x="connsiteX2" y="connsiteY2"/>
                </a:cxn>
                <a:cxn ang="0">
                  <a:pos x="connsiteX3" y="connsiteY3"/>
                </a:cxn>
              </a:cxnLst>
              <a:rect l="l" t="t" r="r" b="b"/>
              <a:pathLst>
                <a:path w="4354375" h="4448504">
                  <a:moveTo>
                    <a:pt x="4354375" y="4448504"/>
                  </a:moveTo>
                  <a:lnTo>
                    <a:pt x="0" y="3347978"/>
                  </a:lnTo>
                  <a:lnTo>
                    <a:pt x="846169" y="0"/>
                  </a:lnTo>
                  <a:lnTo>
                    <a:pt x="4354375" y="0"/>
                  </a:lnTo>
                  <a:close/>
                </a:path>
              </a:pathLst>
            </a:custGeom>
          </p:spPr>
        </p:pic>
        <p:sp>
          <p:nvSpPr>
            <p:cNvPr id="4" name="Oval 3">
              <a:extLst>
                <a:ext uri="{FF2B5EF4-FFF2-40B4-BE49-F238E27FC236}">
                  <a16:creationId xmlns:a16="http://schemas.microsoft.com/office/drawing/2014/main" id="{E8C8D076-B9ED-EAD0-3758-83599288DE97}"/>
                </a:ext>
              </a:extLst>
            </p:cNvPr>
            <p:cNvSpPr/>
            <p:nvPr userDrawn="1"/>
          </p:nvSpPr>
          <p:spPr>
            <a:xfrm>
              <a:off x="6650109" y="214412"/>
              <a:ext cx="2566563" cy="2566563"/>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FE45EE78-24E0-0F93-6680-2FBADC4FAA33}"/>
                </a:ext>
              </a:extLst>
            </p:cNvPr>
            <p:cNvSpPr/>
            <p:nvPr/>
          </p:nvSpPr>
          <p:spPr>
            <a:xfrm rot="18529699">
              <a:off x="7880457" y="713988"/>
              <a:ext cx="1575487" cy="1477901"/>
            </a:xfrm>
            <a:custGeom>
              <a:avLst/>
              <a:gdLst>
                <a:gd name="connsiteX0" fmla="*/ 1559559 w 1575487"/>
                <a:gd name="connsiteY0" fmla="*/ 0 h 1477901"/>
                <a:gd name="connsiteX1" fmla="*/ 1571000 w 1575487"/>
                <a:gd name="connsiteY1" fmla="*/ 86334 h 1477901"/>
                <a:gd name="connsiteX2" fmla="*/ 1096764 w 1575487"/>
                <a:gd name="connsiteY2" fmla="*/ 1194288 h 1477901"/>
                <a:gd name="connsiteX3" fmla="*/ 32536 w 1575487"/>
                <a:gd name="connsiteY3" fmla="*/ 1451356 h 1477901"/>
                <a:gd name="connsiteX4" fmla="*/ 0 w 1575487"/>
                <a:gd name="connsiteY4" fmla="*/ 1443013 h 1477901"/>
                <a:gd name="connsiteX5" fmla="*/ 7476 w 1575487"/>
                <a:gd name="connsiteY5" fmla="*/ 1392890 h 1477901"/>
                <a:gd name="connsiteX6" fmla="*/ 377212 w 1575487"/>
                <a:gd name="connsiteY6" fmla="*/ 538192 h 1477901"/>
                <a:gd name="connsiteX7" fmla="*/ 1550028 w 1575487"/>
                <a:gd name="connsiteY7" fmla="*/ 1162 h 1477901"/>
                <a:gd name="connsiteX8" fmla="*/ 1559559 w 1575487"/>
                <a:gd name="connsiteY8" fmla="*/ 0 h 14779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75487" h="1477901">
                  <a:moveTo>
                    <a:pt x="1559559" y="0"/>
                  </a:moveTo>
                  <a:lnTo>
                    <a:pt x="1571000" y="86334"/>
                  </a:lnTo>
                  <a:cubicBezTo>
                    <a:pt x="1605370" y="496852"/>
                    <a:pt x="1441843" y="916556"/>
                    <a:pt x="1096764" y="1194288"/>
                  </a:cubicBezTo>
                  <a:cubicBezTo>
                    <a:pt x="786193" y="1444246"/>
                    <a:pt x="394719" y="1525963"/>
                    <a:pt x="32536" y="1451356"/>
                  </a:cubicBezTo>
                  <a:lnTo>
                    <a:pt x="0" y="1443013"/>
                  </a:lnTo>
                  <a:lnTo>
                    <a:pt x="7476" y="1392890"/>
                  </a:lnTo>
                  <a:cubicBezTo>
                    <a:pt x="69336" y="1055234"/>
                    <a:pt x="185538" y="751956"/>
                    <a:pt x="377212" y="538192"/>
                  </a:cubicBezTo>
                  <a:cubicBezTo>
                    <a:pt x="646330" y="226662"/>
                    <a:pt x="1087961" y="71310"/>
                    <a:pt x="1550028" y="1162"/>
                  </a:cubicBezTo>
                  <a:lnTo>
                    <a:pt x="1559559" y="0"/>
                  </a:lnTo>
                  <a:close/>
                </a:path>
              </a:pathLst>
            </a:custGeom>
            <a:solidFill>
              <a:schemeClr val="accent4"/>
            </a:solidFill>
            <a:ln w="24357" cap="flat">
              <a:noFill/>
              <a:prstDash val="solid"/>
              <a:miter/>
            </a:ln>
          </p:spPr>
          <p:txBody>
            <a:bodyPr rtlCol="0" anchor="ctr"/>
            <a:lstStyle/>
            <a:p>
              <a:endParaRPr lang="en-US"/>
            </a:p>
          </p:txBody>
        </p:sp>
      </p:grpSp>
      <p:sp>
        <p:nvSpPr>
          <p:cNvPr id="19" name="Title 10">
            <a:extLst>
              <a:ext uri="{FF2B5EF4-FFF2-40B4-BE49-F238E27FC236}">
                <a16:creationId xmlns:a16="http://schemas.microsoft.com/office/drawing/2014/main" id="{16086ED1-5ED6-E36C-2691-A1BE5ABCD2E9}"/>
              </a:ext>
            </a:extLst>
          </p:cNvPr>
          <p:cNvSpPr>
            <a:spLocks noGrp="1"/>
          </p:cNvSpPr>
          <p:nvPr>
            <p:ph type="title" hasCustomPrompt="1"/>
          </p:nvPr>
        </p:nvSpPr>
        <p:spPr>
          <a:xfrm>
            <a:off x="595743" y="3589900"/>
            <a:ext cx="6959941" cy="2423441"/>
          </a:xfrm>
          <a:prstGeom prst="rect">
            <a:avLst/>
          </a:prstGeom>
        </p:spPr>
        <p:txBody>
          <a:bodyPr vert="horz" lIns="0" anchor="t" anchorCtr="0">
            <a:noAutofit/>
          </a:bodyPr>
          <a:lstStyle>
            <a:lvl1pPr algn="l">
              <a:defRPr sz="5600" b="0" i="0" baseline="0">
                <a:solidFill>
                  <a:schemeClr val="tx1"/>
                </a:solidFill>
                <a:latin typeface="+mj-lt"/>
                <a:cs typeface="Arial" panose="020B0604020202020204" pitchFamily="34" charset="0"/>
              </a:defRPr>
            </a:lvl1pPr>
          </a:lstStyle>
          <a:p>
            <a:r>
              <a:rPr lang="en-US"/>
              <a:t>Section title</a:t>
            </a:r>
          </a:p>
        </p:txBody>
      </p:sp>
      <p:sp>
        <p:nvSpPr>
          <p:cNvPr id="20" name="Text Placeholder 11">
            <a:extLst>
              <a:ext uri="{FF2B5EF4-FFF2-40B4-BE49-F238E27FC236}">
                <a16:creationId xmlns:a16="http://schemas.microsoft.com/office/drawing/2014/main" id="{AE48BCBC-01E2-3A12-084E-0B8658ACB1ED}"/>
              </a:ext>
            </a:extLst>
          </p:cNvPr>
          <p:cNvSpPr>
            <a:spLocks noGrp="1"/>
          </p:cNvSpPr>
          <p:nvPr>
            <p:ph type="body" sz="quarter" idx="10" hasCustomPrompt="1"/>
          </p:nvPr>
        </p:nvSpPr>
        <p:spPr>
          <a:xfrm>
            <a:off x="595313" y="2828764"/>
            <a:ext cx="1631052" cy="823912"/>
          </a:xfrm>
        </p:spPr>
        <p:txBody>
          <a:bodyPr anchor="b" anchorCtr="0"/>
          <a:lstStyle>
            <a:lvl1pPr>
              <a:spcAft>
                <a:spcPts val="0"/>
              </a:spcAft>
              <a:defRPr sz="6400">
                <a:solidFill>
                  <a:schemeClr val="tx2"/>
                </a:solidFill>
                <a:latin typeface="+mj-lt"/>
              </a:defRPr>
            </a:lvl1pPr>
          </a:lstStyle>
          <a:p>
            <a:pPr lvl="0"/>
            <a:r>
              <a:rPr lang="en-US"/>
              <a:t>01</a:t>
            </a:r>
          </a:p>
        </p:txBody>
      </p:sp>
      <p:sp>
        <p:nvSpPr>
          <p:cNvPr id="3" name="TextBox 2">
            <a:extLst>
              <a:ext uri="{FF2B5EF4-FFF2-40B4-BE49-F238E27FC236}">
                <a16:creationId xmlns:a16="http://schemas.microsoft.com/office/drawing/2014/main" id="{5608007A-844A-2844-656C-6D2AEDC61608}"/>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1880718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1_Section_Title_3">
    <p:bg>
      <p:bgPr>
        <a:solidFill>
          <a:schemeClr val="tx2"/>
        </a:solidFill>
        <a:effectLst/>
      </p:bgPr>
    </p:bg>
    <p:spTree>
      <p:nvGrpSpPr>
        <p:cNvPr id="1" name=""/>
        <p:cNvGrpSpPr/>
        <p:nvPr/>
      </p:nvGrpSpPr>
      <p:grpSpPr>
        <a:xfrm>
          <a:off x="0" y="0"/>
          <a:ext cx="0" cy="0"/>
          <a:chOff x="0" y="0"/>
          <a:chExt cx="0" cy="0"/>
        </a:xfrm>
      </p:grpSpPr>
      <p:grpSp>
        <p:nvGrpSpPr>
          <p:cNvPr id="30" name="Group 29">
            <a:extLst>
              <a:ext uri="{FF2B5EF4-FFF2-40B4-BE49-F238E27FC236}">
                <a16:creationId xmlns:a16="http://schemas.microsoft.com/office/drawing/2014/main" id="{6A2153CC-A032-E401-04AF-54A07D9A629F}"/>
              </a:ext>
            </a:extLst>
          </p:cNvPr>
          <p:cNvGrpSpPr/>
          <p:nvPr userDrawn="1"/>
        </p:nvGrpSpPr>
        <p:grpSpPr>
          <a:xfrm>
            <a:off x="8352261" y="1897925"/>
            <a:ext cx="4791272" cy="5583457"/>
            <a:chOff x="8352261" y="1897925"/>
            <a:chExt cx="4791272" cy="5583457"/>
          </a:xfrm>
        </p:grpSpPr>
        <p:pic>
          <p:nvPicPr>
            <p:cNvPr id="24" name="Graphic 23">
              <a:extLst>
                <a:ext uri="{FF2B5EF4-FFF2-40B4-BE49-F238E27FC236}">
                  <a16:creationId xmlns:a16="http://schemas.microsoft.com/office/drawing/2014/main" id="{0107B934-24D4-732D-EF57-CDBEF2E5B0AC}"/>
                </a:ext>
              </a:extLst>
            </p:cNvPr>
            <p:cNvPicPr>
              <a:picLocks noChangeAspect="1"/>
            </p:cNvPicPr>
            <p:nvPr userDrawn="1"/>
          </p:nvPicPr>
          <p:blipFill>
            <a:blip r:embed="rId2">
              <a:extLst>
                <a:ext uri="{96DAC541-7B7A-43D3-8B79-37D633B846F1}">
                  <asvg:svgBlip xmlns:asvg="http://schemas.microsoft.com/office/drawing/2016/SVG/main" r:embed="rId3"/>
                </a:ext>
              </a:extLst>
            </a:blip>
            <a:srcRect t="7864"/>
            <a:stretch>
              <a:fillRect/>
            </a:stretch>
          </p:blipFill>
          <p:spPr>
            <a:xfrm rot="8237500">
              <a:off x="8352261" y="2984945"/>
              <a:ext cx="4791272" cy="4414482"/>
            </a:xfrm>
            <a:custGeom>
              <a:avLst/>
              <a:gdLst>
                <a:gd name="connsiteX0" fmla="*/ 0 w 4791272"/>
                <a:gd name="connsiteY0" fmla="*/ 4414481 h 4414482"/>
                <a:gd name="connsiteX1" fmla="*/ 0 w 4791272"/>
                <a:gd name="connsiteY1" fmla="*/ 2673501 h 4414482"/>
                <a:gd name="connsiteX2" fmla="*/ 2467755 w 4791272"/>
                <a:gd name="connsiteY2" fmla="*/ 0 h 4414482"/>
                <a:gd name="connsiteX3" fmla="*/ 4791272 w 4791272"/>
                <a:gd name="connsiteY3" fmla="*/ 2144706 h 4414482"/>
                <a:gd name="connsiteX4" fmla="*/ 4791272 w 4791272"/>
                <a:gd name="connsiteY4" fmla="*/ 4414482 h 44144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1272" h="4414482">
                  <a:moveTo>
                    <a:pt x="0" y="4414481"/>
                  </a:moveTo>
                  <a:lnTo>
                    <a:pt x="0" y="2673501"/>
                  </a:lnTo>
                  <a:lnTo>
                    <a:pt x="2467755" y="0"/>
                  </a:lnTo>
                  <a:lnTo>
                    <a:pt x="4791272" y="2144706"/>
                  </a:lnTo>
                  <a:lnTo>
                    <a:pt x="4791272" y="4414482"/>
                  </a:lnTo>
                  <a:close/>
                </a:path>
              </a:pathLst>
            </a:custGeom>
          </p:spPr>
        </p:pic>
        <p:pic>
          <p:nvPicPr>
            <p:cNvPr id="29" name="Graphic 28">
              <a:extLst>
                <a:ext uri="{FF2B5EF4-FFF2-40B4-BE49-F238E27FC236}">
                  <a16:creationId xmlns:a16="http://schemas.microsoft.com/office/drawing/2014/main" id="{88FDAE15-463B-81B4-6262-21DEB790DA26}"/>
                </a:ext>
              </a:extLst>
            </p:cNvPr>
            <p:cNvPicPr>
              <a:picLocks noChangeAspect="1"/>
            </p:cNvPicPr>
            <p:nvPr userDrawn="1"/>
          </p:nvPicPr>
          <p:blipFill>
            <a:blip r:embed="rId4">
              <a:extLst>
                <a:ext uri="{96DAC541-7B7A-43D3-8B79-37D633B846F1}">
                  <asvg:svgBlip xmlns:asvg="http://schemas.microsoft.com/office/drawing/2016/SVG/main" r:embed="rId5"/>
                </a:ext>
              </a:extLst>
            </a:blip>
            <a:srcRect l="7170" b="15374"/>
            <a:stretch>
              <a:fillRect/>
            </a:stretch>
          </p:blipFill>
          <p:spPr>
            <a:xfrm rot="17182235">
              <a:off x="8567278" y="3507754"/>
              <a:ext cx="4157331" cy="3789925"/>
            </a:xfrm>
            <a:custGeom>
              <a:avLst/>
              <a:gdLst>
                <a:gd name="connsiteX0" fmla="*/ 4157331 w 4157331"/>
                <a:gd name="connsiteY0" fmla="*/ 0 h 3789925"/>
                <a:gd name="connsiteX1" fmla="*/ 4157331 w 4157331"/>
                <a:gd name="connsiteY1" fmla="*/ 2895722 h 3789925"/>
                <a:gd name="connsiteX2" fmla="*/ 1113322 w 4157331"/>
                <a:gd name="connsiteY2" fmla="*/ 3789925 h 3789925"/>
                <a:gd name="connsiteX3" fmla="*/ 0 w 4157331"/>
                <a:gd name="connsiteY3" fmla="*/ 0 h 3789925"/>
              </a:gdLst>
              <a:ahLst/>
              <a:cxnLst>
                <a:cxn ang="0">
                  <a:pos x="connsiteX0" y="connsiteY0"/>
                </a:cxn>
                <a:cxn ang="0">
                  <a:pos x="connsiteX1" y="connsiteY1"/>
                </a:cxn>
                <a:cxn ang="0">
                  <a:pos x="connsiteX2" y="connsiteY2"/>
                </a:cxn>
                <a:cxn ang="0">
                  <a:pos x="connsiteX3" y="connsiteY3"/>
                </a:cxn>
              </a:cxnLst>
              <a:rect l="l" t="t" r="r" b="b"/>
              <a:pathLst>
                <a:path w="4157331" h="3789925">
                  <a:moveTo>
                    <a:pt x="4157331" y="0"/>
                  </a:moveTo>
                  <a:lnTo>
                    <a:pt x="4157331" y="2895722"/>
                  </a:lnTo>
                  <a:lnTo>
                    <a:pt x="1113322" y="3789925"/>
                  </a:lnTo>
                  <a:lnTo>
                    <a:pt x="0" y="0"/>
                  </a:lnTo>
                  <a:close/>
                </a:path>
              </a:pathLst>
            </a:custGeom>
          </p:spPr>
        </p:pic>
        <p:sp>
          <p:nvSpPr>
            <p:cNvPr id="8" name="Oval 7">
              <a:extLst>
                <a:ext uri="{FF2B5EF4-FFF2-40B4-BE49-F238E27FC236}">
                  <a16:creationId xmlns:a16="http://schemas.microsoft.com/office/drawing/2014/main" id="{5F3EF882-1BB7-8DF4-AB6D-C7B2C078B47E}"/>
                </a:ext>
              </a:extLst>
            </p:cNvPr>
            <p:cNvSpPr/>
            <p:nvPr userDrawn="1"/>
          </p:nvSpPr>
          <p:spPr>
            <a:xfrm>
              <a:off x="8461597" y="1897925"/>
              <a:ext cx="2479005" cy="2479005"/>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C3B40192-7C79-4630-B7E6-6E4D661D7152}"/>
                </a:ext>
              </a:extLst>
            </p:cNvPr>
            <p:cNvSpPr/>
            <p:nvPr/>
          </p:nvSpPr>
          <p:spPr>
            <a:xfrm rot="17182235">
              <a:off x="9346063" y="3079848"/>
              <a:ext cx="1317847" cy="1504598"/>
            </a:xfrm>
            <a:custGeom>
              <a:avLst/>
              <a:gdLst>
                <a:gd name="connsiteX0" fmla="*/ 1195786 w 1317847"/>
                <a:gd name="connsiteY0" fmla="*/ 965880 h 1504598"/>
                <a:gd name="connsiteX1" fmla="*/ 1269304 w 1317847"/>
                <a:gd name="connsiteY1" fmla="*/ 1256999 h 1504598"/>
                <a:gd name="connsiteX2" fmla="*/ 1317847 w 1317847"/>
                <a:gd name="connsiteY2" fmla="*/ 1501260 h 1504598"/>
                <a:gd name="connsiteX3" fmla="*/ 1219827 w 1317847"/>
                <a:gd name="connsiteY3" fmla="*/ 1504598 h 1504598"/>
                <a:gd name="connsiteX4" fmla="*/ 50575 w 1317847"/>
                <a:gd name="connsiteY4" fmla="*/ 614279 h 1504598"/>
                <a:gd name="connsiteX5" fmla="*/ 27589 w 1317847"/>
                <a:gd name="connsiteY5" fmla="*/ 5246 h 1504598"/>
                <a:gd name="connsiteX6" fmla="*/ 28986 w 1317847"/>
                <a:gd name="connsiteY6" fmla="*/ 0 h 1504598"/>
                <a:gd name="connsiteX7" fmla="*/ 74428 w 1317847"/>
                <a:gd name="connsiteY7" fmla="*/ 6074 h 1504598"/>
                <a:gd name="connsiteX8" fmla="*/ 142902 w 1317847"/>
                <a:gd name="connsiteY8" fmla="*/ 16249 h 1504598"/>
                <a:gd name="connsiteX9" fmla="*/ 1195786 w 1317847"/>
                <a:gd name="connsiteY9" fmla="*/ 965880 h 150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7847" h="1504598">
                  <a:moveTo>
                    <a:pt x="1195786" y="965880"/>
                  </a:moveTo>
                  <a:cubicBezTo>
                    <a:pt x="1223322" y="1065046"/>
                    <a:pt x="1247815" y="1162014"/>
                    <a:pt x="1269304" y="1256999"/>
                  </a:cubicBezTo>
                  <a:lnTo>
                    <a:pt x="1317847" y="1501260"/>
                  </a:lnTo>
                  <a:lnTo>
                    <a:pt x="1219827" y="1504598"/>
                  </a:lnTo>
                  <a:cubicBezTo>
                    <a:pt x="691487" y="1496236"/>
                    <a:pt x="207341" y="1147934"/>
                    <a:pt x="50575" y="614279"/>
                  </a:cubicBezTo>
                  <a:cubicBezTo>
                    <a:pt x="-9719" y="409027"/>
                    <a:pt x="-14449" y="200645"/>
                    <a:pt x="27589" y="5246"/>
                  </a:cubicBezTo>
                  <a:lnTo>
                    <a:pt x="28986" y="0"/>
                  </a:lnTo>
                  <a:lnTo>
                    <a:pt x="74428" y="6074"/>
                  </a:lnTo>
                  <a:cubicBezTo>
                    <a:pt x="102915" y="10126"/>
                    <a:pt x="125962" y="13621"/>
                    <a:pt x="142902" y="16249"/>
                  </a:cubicBezTo>
                  <a:cubicBezTo>
                    <a:pt x="446541" y="69891"/>
                    <a:pt x="978133" y="182101"/>
                    <a:pt x="1195786" y="965880"/>
                  </a:cubicBezTo>
                  <a:close/>
                </a:path>
              </a:pathLst>
            </a:custGeom>
            <a:solidFill>
              <a:schemeClr val="accent4"/>
            </a:solidFill>
            <a:ln w="22988" cap="flat">
              <a:noFill/>
              <a:prstDash val="solid"/>
              <a:miter/>
            </a:ln>
          </p:spPr>
          <p:txBody>
            <a:bodyPr rtlCol="0" anchor="ctr"/>
            <a:lstStyle/>
            <a:p>
              <a:endParaRPr lang="en-US"/>
            </a:p>
          </p:txBody>
        </p:sp>
      </p:grpSp>
      <p:sp>
        <p:nvSpPr>
          <p:cNvPr id="11" name="Title 10">
            <a:extLst>
              <a:ext uri="{FF2B5EF4-FFF2-40B4-BE49-F238E27FC236}">
                <a16:creationId xmlns:a16="http://schemas.microsoft.com/office/drawing/2014/main" id="{4AE1879E-4C5F-7A41-3531-6B21E03B97F2}"/>
              </a:ext>
            </a:extLst>
          </p:cNvPr>
          <p:cNvSpPr>
            <a:spLocks noGrp="1"/>
          </p:cNvSpPr>
          <p:nvPr>
            <p:ph type="title" hasCustomPrompt="1"/>
          </p:nvPr>
        </p:nvSpPr>
        <p:spPr>
          <a:xfrm>
            <a:off x="595743" y="1897925"/>
            <a:ext cx="6959941" cy="2423441"/>
          </a:xfrm>
          <a:prstGeom prst="rect">
            <a:avLst/>
          </a:prstGeom>
        </p:spPr>
        <p:txBody>
          <a:bodyPr vert="horz" lIns="0" anchor="t" anchorCtr="0">
            <a:noAutofit/>
          </a:bodyPr>
          <a:lstStyle>
            <a:lvl1pPr algn="l">
              <a:defRPr sz="5600" b="0" i="0" baseline="0">
                <a:solidFill>
                  <a:schemeClr val="bg2"/>
                </a:solidFill>
                <a:latin typeface="+mj-lt"/>
                <a:cs typeface="Arial" panose="020B0604020202020204" pitchFamily="34" charset="0"/>
              </a:defRPr>
            </a:lvl1pPr>
          </a:lstStyle>
          <a:p>
            <a:r>
              <a:rPr lang="en-US"/>
              <a:t>Section title</a:t>
            </a:r>
          </a:p>
        </p:txBody>
      </p:sp>
      <p:sp>
        <p:nvSpPr>
          <p:cNvPr id="13" name="Text Placeholder 11">
            <a:extLst>
              <a:ext uri="{FF2B5EF4-FFF2-40B4-BE49-F238E27FC236}">
                <a16:creationId xmlns:a16="http://schemas.microsoft.com/office/drawing/2014/main" id="{DEFA3CEF-2F0D-9172-5573-6E77FBA941A2}"/>
              </a:ext>
            </a:extLst>
          </p:cNvPr>
          <p:cNvSpPr>
            <a:spLocks noGrp="1"/>
          </p:cNvSpPr>
          <p:nvPr>
            <p:ph type="body" sz="quarter" idx="10" hasCustomPrompt="1"/>
          </p:nvPr>
        </p:nvSpPr>
        <p:spPr>
          <a:xfrm>
            <a:off x="595313" y="1136789"/>
            <a:ext cx="1631052" cy="823912"/>
          </a:xfrm>
        </p:spPr>
        <p:txBody>
          <a:bodyPr anchor="b" anchorCtr="0"/>
          <a:lstStyle>
            <a:lvl1pPr>
              <a:spcAft>
                <a:spcPts val="0"/>
              </a:spcAft>
              <a:defRPr sz="6400">
                <a:solidFill>
                  <a:srgbClr val="9EF5EF"/>
                </a:solidFill>
                <a:latin typeface="+mj-lt"/>
              </a:defRPr>
            </a:lvl1pPr>
          </a:lstStyle>
          <a:p>
            <a:pPr lvl="0"/>
            <a:r>
              <a:rPr lang="en-US"/>
              <a:t>01</a:t>
            </a:r>
          </a:p>
        </p:txBody>
      </p:sp>
      <p:sp>
        <p:nvSpPr>
          <p:cNvPr id="3" name="TextBox 2">
            <a:extLst>
              <a:ext uri="{FF2B5EF4-FFF2-40B4-BE49-F238E27FC236}">
                <a16:creationId xmlns:a16="http://schemas.microsoft.com/office/drawing/2014/main" id="{05AE8C57-ED0D-DCCC-87DC-584DEB9D3F49}"/>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2"/>
                </a:solidFill>
                <a:latin typeface="Clarika Grotesque" pitchFamily="2" charset="77"/>
              </a:rPr>
              <a:t>© Dayforce</a:t>
            </a:r>
          </a:p>
        </p:txBody>
      </p:sp>
    </p:spTree>
    <p:extLst>
      <p:ext uri="{BB962C8B-B14F-4D97-AF65-F5344CB8AC3E}">
        <p14:creationId xmlns:p14="http://schemas.microsoft.com/office/powerpoint/2010/main" val="28922479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4_Section_Title_3">
    <p:bg>
      <p:bgPr>
        <a:solidFill>
          <a:schemeClr val="tx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4863321-9677-7DA8-DF55-8E72732F1694}"/>
              </a:ext>
            </a:extLst>
          </p:cNvPr>
          <p:cNvGrpSpPr/>
          <p:nvPr userDrawn="1"/>
        </p:nvGrpSpPr>
        <p:grpSpPr>
          <a:xfrm>
            <a:off x="8352261" y="1897925"/>
            <a:ext cx="4791272" cy="5583457"/>
            <a:chOff x="8352261" y="1897925"/>
            <a:chExt cx="4791272" cy="5583457"/>
          </a:xfrm>
        </p:grpSpPr>
        <p:pic>
          <p:nvPicPr>
            <p:cNvPr id="24" name="Graphic 23">
              <a:extLst>
                <a:ext uri="{FF2B5EF4-FFF2-40B4-BE49-F238E27FC236}">
                  <a16:creationId xmlns:a16="http://schemas.microsoft.com/office/drawing/2014/main" id="{0107B934-24D4-732D-EF57-CDBEF2E5B0AC}"/>
                </a:ext>
              </a:extLst>
            </p:cNvPr>
            <p:cNvPicPr>
              <a:picLocks noChangeAspect="1"/>
            </p:cNvPicPr>
            <p:nvPr userDrawn="1"/>
          </p:nvPicPr>
          <p:blipFill>
            <a:blip r:embed="rId2">
              <a:extLst>
                <a:ext uri="{96DAC541-7B7A-43D3-8B79-37D633B846F1}">
                  <asvg:svgBlip xmlns:asvg="http://schemas.microsoft.com/office/drawing/2016/SVG/main" r:embed="rId3"/>
                </a:ext>
              </a:extLst>
            </a:blip>
            <a:srcRect t="7864"/>
            <a:stretch>
              <a:fillRect/>
            </a:stretch>
          </p:blipFill>
          <p:spPr>
            <a:xfrm rot="8237500">
              <a:off x="8352261" y="2984945"/>
              <a:ext cx="4791272" cy="4414482"/>
            </a:xfrm>
            <a:custGeom>
              <a:avLst/>
              <a:gdLst>
                <a:gd name="connsiteX0" fmla="*/ 0 w 4791272"/>
                <a:gd name="connsiteY0" fmla="*/ 4414481 h 4414482"/>
                <a:gd name="connsiteX1" fmla="*/ 0 w 4791272"/>
                <a:gd name="connsiteY1" fmla="*/ 2673501 h 4414482"/>
                <a:gd name="connsiteX2" fmla="*/ 2467755 w 4791272"/>
                <a:gd name="connsiteY2" fmla="*/ 0 h 4414482"/>
                <a:gd name="connsiteX3" fmla="*/ 4791272 w 4791272"/>
                <a:gd name="connsiteY3" fmla="*/ 2144706 h 4414482"/>
                <a:gd name="connsiteX4" fmla="*/ 4791272 w 4791272"/>
                <a:gd name="connsiteY4" fmla="*/ 4414482 h 44144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1272" h="4414482">
                  <a:moveTo>
                    <a:pt x="0" y="4414481"/>
                  </a:moveTo>
                  <a:lnTo>
                    <a:pt x="0" y="2673501"/>
                  </a:lnTo>
                  <a:lnTo>
                    <a:pt x="2467755" y="0"/>
                  </a:lnTo>
                  <a:lnTo>
                    <a:pt x="4791272" y="2144706"/>
                  </a:lnTo>
                  <a:lnTo>
                    <a:pt x="4791272" y="4414482"/>
                  </a:lnTo>
                  <a:close/>
                </a:path>
              </a:pathLst>
            </a:custGeom>
          </p:spPr>
        </p:pic>
        <p:pic>
          <p:nvPicPr>
            <p:cNvPr id="29" name="Graphic 28">
              <a:extLst>
                <a:ext uri="{FF2B5EF4-FFF2-40B4-BE49-F238E27FC236}">
                  <a16:creationId xmlns:a16="http://schemas.microsoft.com/office/drawing/2014/main" id="{88FDAE15-463B-81B4-6262-21DEB790DA26}"/>
                </a:ext>
              </a:extLst>
            </p:cNvPr>
            <p:cNvPicPr>
              <a:picLocks noChangeAspect="1"/>
            </p:cNvPicPr>
            <p:nvPr userDrawn="1"/>
          </p:nvPicPr>
          <p:blipFill>
            <a:blip r:embed="rId4">
              <a:extLst>
                <a:ext uri="{96DAC541-7B7A-43D3-8B79-37D633B846F1}">
                  <asvg:svgBlip xmlns:asvg="http://schemas.microsoft.com/office/drawing/2016/SVG/main" r:embed="rId5"/>
                </a:ext>
              </a:extLst>
            </a:blip>
            <a:srcRect l="7170" b="15374"/>
            <a:stretch>
              <a:fillRect/>
            </a:stretch>
          </p:blipFill>
          <p:spPr>
            <a:xfrm rot="17182235">
              <a:off x="8567278" y="3507754"/>
              <a:ext cx="4157331" cy="3789925"/>
            </a:xfrm>
            <a:custGeom>
              <a:avLst/>
              <a:gdLst>
                <a:gd name="connsiteX0" fmla="*/ 4157331 w 4157331"/>
                <a:gd name="connsiteY0" fmla="*/ 0 h 3789925"/>
                <a:gd name="connsiteX1" fmla="*/ 4157331 w 4157331"/>
                <a:gd name="connsiteY1" fmla="*/ 2895722 h 3789925"/>
                <a:gd name="connsiteX2" fmla="*/ 1113322 w 4157331"/>
                <a:gd name="connsiteY2" fmla="*/ 3789925 h 3789925"/>
                <a:gd name="connsiteX3" fmla="*/ 0 w 4157331"/>
                <a:gd name="connsiteY3" fmla="*/ 0 h 3789925"/>
              </a:gdLst>
              <a:ahLst/>
              <a:cxnLst>
                <a:cxn ang="0">
                  <a:pos x="connsiteX0" y="connsiteY0"/>
                </a:cxn>
                <a:cxn ang="0">
                  <a:pos x="connsiteX1" y="connsiteY1"/>
                </a:cxn>
                <a:cxn ang="0">
                  <a:pos x="connsiteX2" y="connsiteY2"/>
                </a:cxn>
                <a:cxn ang="0">
                  <a:pos x="connsiteX3" y="connsiteY3"/>
                </a:cxn>
              </a:cxnLst>
              <a:rect l="l" t="t" r="r" b="b"/>
              <a:pathLst>
                <a:path w="4157331" h="3789925">
                  <a:moveTo>
                    <a:pt x="4157331" y="0"/>
                  </a:moveTo>
                  <a:lnTo>
                    <a:pt x="4157331" y="2895722"/>
                  </a:lnTo>
                  <a:lnTo>
                    <a:pt x="1113322" y="3789925"/>
                  </a:lnTo>
                  <a:lnTo>
                    <a:pt x="0" y="0"/>
                  </a:lnTo>
                  <a:close/>
                </a:path>
              </a:pathLst>
            </a:custGeom>
          </p:spPr>
        </p:pic>
        <p:sp>
          <p:nvSpPr>
            <p:cNvPr id="8" name="Oval 7">
              <a:extLst>
                <a:ext uri="{FF2B5EF4-FFF2-40B4-BE49-F238E27FC236}">
                  <a16:creationId xmlns:a16="http://schemas.microsoft.com/office/drawing/2014/main" id="{5F3EF882-1BB7-8DF4-AB6D-C7B2C078B47E}"/>
                </a:ext>
              </a:extLst>
            </p:cNvPr>
            <p:cNvSpPr/>
            <p:nvPr userDrawn="1"/>
          </p:nvSpPr>
          <p:spPr>
            <a:xfrm>
              <a:off x="8461597" y="1897925"/>
              <a:ext cx="2479005" cy="2479005"/>
            </a:xfrm>
            <a:prstGeom prst="ellipse">
              <a:avLst/>
            </a:prstGeom>
            <a:solidFill>
              <a:srgbClr val="BCF7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C3B40192-7C79-4630-B7E6-6E4D661D7152}"/>
                </a:ext>
              </a:extLst>
            </p:cNvPr>
            <p:cNvSpPr/>
            <p:nvPr/>
          </p:nvSpPr>
          <p:spPr>
            <a:xfrm rot="17182235">
              <a:off x="9346063" y="3079848"/>
              <a:ext cx="1317847" cy="1504598"/>
            </a:xfrm>
            <a:custGeom>
              <a:avLst/>
              <a:gdLst>
                <a:gd name="connsiteX0" fmla="*/ 1195786 w 1317847"/>
                <a:gd name="connsiteY0" fmla="*/ 965880 h 1504598"/>
                <a:gd name="connsiteX1" fmla="*/ 1269304 w 1317847"/>
                <a:gd name="connsiteY1" fmla="*/ 1256999 h 1504598"/>
                <a:gd name="connsiteX2" fmla="*/ 1317847 w 1317847"/>
                <a:gd name="connsiteY2" fmla="*/ 1501260 h 1504598"/>
                <a:gd name="connsiteX3" fmla="*/ 1219827 w 1317847"/>
                <a:gd name="connsiteY3" fmla="*/ 1504598 h 1504598"/>
                <a:gd name="connsiteX4" fmla="*/ 50575 w 1317847"/>
                <a:gd name="connsiteY4" fmla="*/ 614279 h 1504598"/>
                <a:gd name="connsiteX5" fmla="*/ 27589 w 1317847"/>
                <a:gd name="connsiteY5" fmla="*/ 5246 h 1504598"/>
                <a:gd name="connsiteX6" fmla="*/ 28986 w 1317847"/>
                <a:gd name="connsiteY6" fmla="*/ 0 h 1504598"/>
                <a:gd name="connsiteX7" fmla="*/ 74428 w 1317847"/>
                <a:gd name="connsiteY7" fmla="*/ 6074 h 1504598"/>
                <a:gd name="connsiteX8" fmla="*/ 142902 w 1317847"/>
                <a:gd name="connsiteY8" fmla="*/ 16249 h 1504598"/>
                <a:gd name="connsiteX9" fmla="*/ 1195786 w 1317847"/>
                <a:gd name="connsiteY9" fmla="*/ 965880 h 150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7847" h="1504598">
                  <a:moveTo>
                    <a:pt x="1195786" y="965880"/>
                  </a:moveTo>
                  <a:cubicBezTo>
                    <a:pt x="1223322" y="1065046"/>
                    <a:pt x="1247815" y="1162014"/>
                    <a:pt x="1269304" y="1256999"/>
                  </a:cubicBezTo>
                  <a:lnTo>
                    <a:pt x="1317847" y="1501260"/>
                  </a:lnTo>
                  <a:lnTo>
                    <a:pt x="1219827" y="1504598"/>
                  </a:lnTo>
                  <a:cubicBezTo>
                    <a:pt x="691487" y="1496236"/>
                    <a:pt x="207341" y="1147934"/>
                    <a:pt x="50575" y="614279"/>
                  </a:cubicBezTo>
                  <a:cubicBezTo>
                    <a:pt x="-9719" y="409027"/>
                    <a:pt x="-14449" y="200645"/>
                    <a:pt x="27589" y="5246"/>
                  </a:cubicBezTo>
                  <a:lnTo>
                    <a:pt x="28986" y="0"/>
                  </a:lnTo>
                  <a:lnTo>
                    <a:pt x="74428" y="6074"/>
                  </a:lnTo>
                  <a:cubicBezTo>
                    <a:pt x="102915" y="10126"/>
                    <a:pt x="125962" y="13621"/>
                    <a:pt x="142902" y="16249"/>
                  </a:cubicBezTo>
                  <a:cubicBezTo>
                    <a:pt x="446541" y="69891"/>
                    <a:pt x="978133" y="182101"/>
                    <a:pt x="1195786" y="965880"/>
                  </a:cubicBezTo>
                  <a:close/>
                </a:path>
              </a:pathLst>
            </a:custGeom>
            <a:solidFill>
              <a:srgbClr val="00D8CD"/>
            </a:solidFill>
            <a:ln w="22988" cap="flat">
              <a:noFill/>
              <a:prstDash val="solid"/>
              <a:miter/>
            </a:ln>
          </p:spPr>
          <p:txBody>
            <a:bodyPr rtlCol="0" anchor="ctr"/>
            <a:lstStyle/>
            <a:p>
              <a:endParaRPr lang="en-US"/>
            </a:p>
          </p:txBody>
        </p:sp>
      </p:grpSp>
      <p:sp>
        <p:nvSpPr>
          <p:cNvPr id="11" name="Title 10">
            <a:extLst>
              <a:ext uri="{FF2B5EF4-FFF2-40B4-BE49-F238E27FC236}">
                <a16:creationId xmlns:a16="http://schemas.microsoft.com/office/drawing/2014/main" id="{4AE1879E-4C5F-7A41-3531-6B21E03B97F2}"/>
              </a:ext>
            </a:extLst>
          </p:cNvPr>
          <p:cNvSpPr>
            <a:spLocks noGrp="1"/>
          </p:cNvSpPr>
          <p:nvPr>
            <p:ph type="title" hasCustomPrompt="1"/>
          </p:nvPr>
        </p:nvSpPr>
        <p:spPr>
          <a:xfrm>
            <a:off x="595743" y="1897925"/>
            <a:ext cx="6959941" cy="2423441"/>
          </a:xfrm>
          <a:prstGeom prst="rect">
            <a:avLst/>
          </a:prstGeom>
        </p:spPr>
        <p:txBody>
          <a:bodyPr vert="horz" lIns="0" anchor="t" anchorCtr="0">
            <a:noAutofit/>
          </a:bodyPr>
          <a:lstStyle>
            <a:lvl1pPr algn="l">
              <a:defRPr sz="5600" b="0" i="0" baseline="0">
                <a:solidFill>
                  <a:schemeClr val="bg2"/>
                </a:solidFill>
                <a:latin typeface="+mj-lt"/>
                <a:cs typeface="Arial" panose="020B0604020202020204" pitchFamily="34" charset="0"/>
              </a:defRPr>
            </a:lvl1pPr>
          </a:lstStyle>
          <a:p>
            <a:r>
              <a:rPr lang="en-US"/>
              <a:t>Section title</a:t>
            </a:r>
          </a:p>
        </p:txBody>
      </p:sp>
      <p:sp>
        <p:nvSpPr>
          <p:cNvPr id="13" name="Text Placeholder 11">
            <a:extLst>
              <a:ext uri="{FF2B5EF4-FFF2-40B4-BE49-F238E27FC236}">
                <a16:creationId xmlns:a16="http://schemas.microsoft.com/office/drawing/2014/main" id="{DEFA3CEF-2F0D-9172-5573-6E77FBA941A2}"/>
              </a:ext>
            </a:extLst>
          </p:cNvPr>
          <p:cNvSpPr>
            <a:spLocks noGrp="1"/>
          </p:cNvSpPr>
          <p:nvPr>
            <p:ph type="body" sz="quarter" idx="10" hasCustomPrompt="1"/>
          </p:nvPr>
        </p:nvSpPr>
        <p:spPr>
          <a:xfrm>
            <a:off x="595313" y="1136789"/>
            <a:ext cx="1631052" cy="823912"/>
          </a:xfrm>
        </p:spPr>
        <p:txBody>
          <a:bodyPr anchor="b" anchorCtr="0"/>
          <a:lstStyle>
            <a:lvl1pPr>
              <a:spcAft>
                <a:spcPts val="0"/>
              </a:spcAft>
              <a:defRPr sz="6400">
                <a:solidFill>
                  <a:srgbClr val="9EF5EF"/>
                </a:solidFill>
                <a:latin typeface="+mj-lt"/>
              </a:defRPr>
            </a:lvl1pPr>
          </a:lstStyle>
          <a:p>
            <a:pPr lvl="0"/>
            <a:r>
              <a:rPr lang="en-US"/>
              <a:t>01</a:t>
            </a:r>
          </a:p>
        </p:txBody>
      </p:sp>
      <p:sp>
        <p:nvSpPr>
          <p:cNvPr id="4" name="TextBox 3">
            <a:extLst>
              <a:ext uri="{FF2B5EF4-FFF2-40B4-BE49-F238E27FC236}">
                <a16:creationId xmlns:a16="http://schemas.microsoft.com/office/drawing/2014/main" id="{07FD1372-7BDB-A1E0-E8FB-1CA0E869DE02}"/>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25399483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3_Section_Title_3">
    <p:bg>
      <p:bgPr>
        <a:solidFill>
          <a:srgbClr val="CFF7FF"/>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8ED4F2FC-291A-0287-AEF6-24E8BB9173E4}"/>
              </a:ext>
            </a:extLst>
          </p:cNvPr>
          <p:cNvGrpSpPr/>
          <p:nvPr userDrawn="1"/>
        </p:nvGrpSpPr>
        <p:grpSpPr>
          <a:xfrm>
            <a:off x="8352261" y="1897925"/>
            <a:ext cx="4791272" cy="5583457"/>
            <a:chOff x="8352261" y="1897925"/>
            <a:chExt cx="4791272" cy="5583457"/>
          </a:xfrm>
        </p:grpSpPr>
        <p:pic>
          <p:nvPicPr>
            <p:cNvPr id="24" name="Graphic 23">
              <a:extLst>
                <a:ext uri="{FF2B5EF4-FFF2-40B4-BE49-F238E27FC236}">
                  <a16:creationId xmlns:a16="http://schemas.microsoft.com/office/drawing/2014/main" id="{0107B934-24D4-732D-EF57-CDBEF2E5B0AC}"/>
                </a:ext>
              </a:extLst>
            </p:cNvPr>
            <p:cNvPicPr>
              <a:picLocks noChangeAspect="1"/>
            </p:cNvPicPr>
            <p:nvPr userDrawn="1"/>
          </p:nvPicPr>
          <p:blipFill>
            <a:blip r:embed="rId2">
              <a:extLst>
                <a:ext uri="{96DAC541-7B7A-43D3-8B79-37D633B846F1}">
                  <asvg:svgBlip xmlns:asvg="http://schemas.microsoft.com/office/drawing/2016/SVG/main" r:embed="rId3"/>
                </a:ext>
              </a:extLst>
            </a:blip>
            <a:srcRect t="7864"/>
            <a:stretch>
              <a:fillRect/>
            </a:stretch>
          </p:blipFill>
          <p:spPr>
            <a:xfrm rot="8237500">
              <a:off x="8352261" y="2984945"/>
              <a:ext cx="4791272" cy="4414482"/>
            </a:xfrm>
            <a:custGeom>
              <a:avLst/>
              <a:gdLst>
                <a:gd name="connsiteX0" fmla="*/ 0 w 4791272"/>
                <a:gd name="connsiteY0" fmla="*/ 4414481 h 4414482"/>
                <a:gd name="connsiteX1" fmla="*/ 0 w 4791272"/>
                <a:gd name="connsiteY1" fmla="*/ 2673501 h 4414482"/>
                <a:gd name="connsiteX2" fmla="*/ 2467755 w 4791272"/>
                <a:gd name="connsiteY2" fmla="*/ 0 h 4414482"/>
                <a:gd name="connsiteX3" fmla="*/ 4791272 w 4791272"/>
                <a:gd name="connsiteY3" fmla="*/ 2144706 h 4414482"/>
                <a:gd name="connsiteX4" fmla="*/ 4791272 w 4791272"/>
                <a:gd name="connsiteY4" fmla="*/ 4414482 h 44144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1272" h="4414482">
                  <a:moveTo>
                    <a:pt x="0" y="4414481"/>
                  </a:moveTo>
                  <a:lnTo>
                    <a:pt x="0" y="2673501"/>
                  </a:lnTo>
                  <a:lnTo>
                    <a:pt x="2467755" y="0"/>
                  </a:lnTo>
                  <a:lnTo>
                    <a:pt x="4791272" y="2144706"/>
                  </a:lnTo>
                  <a:lnTo>
                    <a:pt x="4791272" y="4414482"/>
                  </a:lnTo>
                  <a:close/>
                </a:path>
              </a:pathLst>
            </a:custGeom>
          </p:spPr>
        </p:pic>
        <p:pic>
          <p:nvPicPr>
            <p:cNvPr id="29" name="Graphic 28">
              <a:extLst>
                <a:ext uri="{FF2B5EF4-FFF2-40B4-BE49-F238E27FC236}">
                  <a16:creationId xmlns:a16="http://schemas.microsoft.com/office/drawing/2014/main" id="{88FDAE15-463B-81B4-6262-21DEB790DA26}"/>
                </a:ext>
              </a:extLst>
            </p:cNvPr>
            <p:cNvPicPr>
              <a:picLocks noChangeAspect="1"/>
            </p:cNvPicPr>
            <p:nvPr userDrawn="1"/>
          </p:nvPicPr>
          <p:blipFill>
            <a:blip r:embed="rId4">
              <a:extLst>
                <a:ext uri="{96DAC541-7B7A-43D3-8B79-37D633B846F1}">
                  <asvg:svgBlip xmlns:asvg="http://schemas.microsoft.com/office/drawing/2016/SVG/main" r:embed="rId5"/>
                </a:ext>
              </a:extLst>
            </a:blip>
            <a:srcRect l="7170" b="15374"/>
            <a:stretch>
              <a:fillRect/>
            </a:stretch>
          </p:blipFill>
          <p:spPr>
            <a:xfrm rot="17182235">
              <a:off x="8567278" y="3507754"/>
              <a:ext cx="4157331" cy="3789925"/>
            </a:xfrm>
            <a:custGeom>
              <a:avLst/>
              <a:gdLst>
                <a:gd name="connsiteX0" fmla="*/ 4157331 w 4157331"/>
                <a:gd name="connsiteY0" fmla="*/ 0 h 3789925"/>
                <a:gd name="connsiteX1" fmla="*/ 4157331 w 4157331"/>
                <a:gd name="connsiteY1" fmla="*/ 2895722 h 3789925"/>
                <a:gd name="connsiteX2" fmla="*/ 1113322 w 4157331"/>
                <a:gd name="connsiteY2" fmla="*/ 3789925 h 3789925"/>
                <a:gd name="connsiteX3" fmla="*/ 0 w 4157331"/>
                <a:gd name="connsiteY3" fmla="*/ 0 h 3789925"/>
              </a:gdLst>
              <a:ahLst/>
              <a:cxnLst>
                <a:cxn ang="0">
                  <a:pos x="connsiteX0" y="connsiteY0"/>
                </a:cxn>
                <a:cxn ang="0">
                  <a:pos x="connsiteX1" y="connsiteY1"/>
                </a:cxn>
                <a:cxn ang="0">
                  <a:pos x="connsiteX2" y="connsiteY2"/>
                </a:cxn>
                <a:cxn ang="0">
                  <a:pos x="connsiteX3" y="connsiteY3"/>
                </a:cxn>
              </a:cxnLst>
              <a:rect l="l" t="t" r="r" b="b"/>
              <a:pathLst>
                <a:path w="4157331" h="3789925">
                  <a:moveTo>
                    <a:pt x="4157331" y="0"/>
                  </a:moveTo>
                  <a:lnTo>
                    <a:pt x="4157331" y="2895722"/>
                  </a:lnTo>
                  <a:lnTo>
                    <a:pt x="1113322" y="3789925"/>
                  </a:lnTo>
                  <a:lnTo>
                    <a:pt x="0" y="0"/>
                  </a:lnTo>
                  <a:close/>
                </a:path>
              </a:pathLst>
            </a:custGeom>
          </p:spPr>
        </p:pic>
        <p:sp>
          <p:nvSpPr>
            <p:cNvPr id="8" name="Oval 7">
              <a:extLst>
                <a:ext uri="{FF2B5EF4-FFF2-40B4-BE49-F238E27FC236}">
                  <a16:creationId xmlns:a16="http://schemas.microsoft.com/office/drawing/2014/main" id="{5F3EF882-1BB7-8DF4-AB6D-C7B2C078B47E}"/>
                </a:ext>
              </a:extLst>
            </p:cNvPr>
            <p:cNvSpPr/>
            <p:nvPr userDrawn="1"/>
          </p:nvSpPr>
          <p:spPr>
            <a:xfrm>
              <a:off x="8461597" y="1897925"/>
              <a:ext cx="2479005" cy="2479005"/>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C3B40192-7C79-4630-B7E6-6E4D661D7152}"/>
                </a:ext>
              </a:extLst>
            </p:cNvPr>
            <p:cNvSpPr/>
            <p:nvPr/>
          </p:nvSpPr>
          <p:spPr>
            <a:xfrm rot="17182235">
              <a:off x="9346063" y="3079848"/>
              <a:ext cx="1317847" cy="1504598"/>
            </a:xfrm>
            <a:custGeom>
              <a:avLst/>
              <a:gdLst>
                <a:gd name="connsiteX0" fmla="*/ 1195786 w 1317847"/>
                <a:gd name="connsiteY0" fmla="*/ 965880 h 1504598"/>
                <a:gd name="connsiteX1" fmla="*/ 1269304 w 1317847"/>
                <a:gd name="connsiteY1" fmla="*/ 1256999 h 1504598"/>
                <a:gd name="connsiteX2" fmla="*/ 1317847 w 1317847"/>
                <a:gd name="connsiteY2" fmla="*/ 1501260 h 1504598"/>
                <a:gd name="connsiteX3" fmla="*/ 1219827 w 1317847"/>
                <a:gd name="connsiteY3" fmla="*/ 1504598 h 1504598"/>
                <a:gd name="connsiteX4" fmla="*/ 50575 w 1317847"/>
                <a:gd name="connsiteY4" fmla="*/ 614279 h 1504598"/>
                <a:gd name="connsiteX5" fmla="*/ 27589 w 1317847"/>
                <a:gd name="connsiteY5" fmla="*/ 5246 h 1504598"/>
                <a:gd name="connsiteX6" fmla="*/ 28986 w 1317847"/>
                <a:gd name="connsiteY6" fmla="*/ 0 h 1504598"/>
                <a:gd name="connsiteX7" fmla="*/ 74428 w 1317847"/>
                <a:gd name="connsiteY7" fmla="*/ 6074 h 1504598"/>
                <a:gd name="connsiteX8" fmla="*/ 142902 w 1317847"/>
                <a:gd name="connsiteY8" fmla="*/ 16249 h 1504598"/>
                <a:gd name="connsiteX9" fmla="*/ 1195786 w 1317847"/>
                <a:gd name="connsiteY9" fmla="*/ 965880 h 150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7847" h="1504598">
                  <a:moveTo>
                    <a:pt x="1195786" y="965880"/>
                  </a:moveTo>
                  <a:cubicBezTo>
                    <a:pt x="1223322" y="1065046"/>
                    <a:pt x="1247815" y="1162014"/>
                    <a:pt x="1269304" y="1256999"/>
                  </a:cubicBezTo>
                  <a:lnTo>
                    <a:pt x="1317847" y="1501260"/>
                  </a:lnTo>
                  <a:lnTo>
                    <a:pt x="1219827" y="1504598"/>
                  </a:lnTo>
                  <a:cubicBezTo>
                    <a:pt x="691487" y="1496236"/>
                    <a:pt x="207341" y="1147934"/>
                    <a:pt x="50575" y="614279"/>
                  </a:cubicBezTo>
                  <a:cubicBezTo>
                    <a:pt x="-9719" y="409027"/>
                    <a:pt x="-14449" y="200645"/>
                    <a:pt x="27589" y="5246"/>
                  </a:cubicBezTo>
                  <a:lnTo>
                    <a:pt x="28986" y="0"/>
                  </a:lnTo>
                  <a:lnTo>
                    <a:pt x="74428" y="6074"/>
                  </a:lnTo>
                  <a:cubicBezTo>
                    <a:pt x="102915" y="10126"/>
                    <a:pt x="125962" y="13621"/>
                    <a:pt x="142902" y="16249"/>
                  </a:cubicBezTo>
                  <a:cubicBezTo>
                    <a:pt x="446541" y="69891"/>
                    <a:pt x="978133" y="182101"/>
                    <a:pt x="1195786" y="965880"/>
                  </a:cubicBezTo>
                  <a:close/>
                </a:path>
              </a:pathLst>
            </a:custGeom>
            <a:solidFill>
              <a:schemeClr val="accent4"/>
            </a:solidFill>
            <a:ln w="22988" cap="flat">
              <a:noFill/>
              <a:prstDash val="solid"/>
              <a:miter/>
            </a:ln>
          </p:spPr>
          <p:txBody>
            <a:bodyPr rtlCol="0" anchor="ctr"/>
            <a:lstStyle/>
            <a:p>
              <a:endParaRPr lang="en-US"/>
            </a:p>
          </p:txBody>
        </p:sp>
      </p:grpSp>
      <p:sp>
        <p:nvSpPr>
          <p:cNvPr id="11" name="Title 10">
            <a:extLst>
              <a:ext uri="{FF2B5EF4-FFF2-40B4-BE49-F238E27FC236}">
                <a16:creationId xmlns:a16="http://schemas.microsoft.com/office/drawing/2014/main" id="{4AE1879E-4C5F-7A41-3531-6B21E03B97F2}"/>
              </a:ext>
            </a:extLst>
          </p:cNvPr>
          <p:cNvSpPr>
            <a:spLocks noGrp="1"/>
          </p:cNvSpPr>
          <p:nvPr>
            <p:ph type="title" hasCustomPrompt="1"/>
          </p:nvPr>
        </p:nvSpPr>
        <p:spPr>
          <a:xfrm>
            <a:off x="595743" y="1897925"/>
            <a:ext cx="6959941" cy="2423441"/>
          </a:xfrm>
          <a:prstGeom prst="rect">
            <a:avLst/>
          </a:prstGeom>
        </p:spPr>
        <p:txBody>
          <a:bodyPr vert="horz" lIns="0" anchor="t" anchorCtr="0">
            <a:noAutofit/>
          </a:bodyPr>
          <a:lstStyle>
            <a:lvl1pPr algn="l">
              <a:defRPr sz="5600" b="0" i="0" baseline="0">
                <a:solidFill>
                  <a:schemeClr val="tx1"/>
                </a:solidFill>
                <a:latin typeface="+mj-lt"/>
                <a:cs typeface="Arial" panose="020B0604020202020204" pitchFamily="34" charset="0"/>
              </a:defRPr>
            </a:lvl1pPr>
          </a:lstStyle>
          <a:p>
            <a:r>
              <a:rPr lang="en-US"/>
              <a:t>Section title</a:t>
            </a:r>
          </a:p>
        </p:txBody>
      </p:sp>
      <p:sp>
        <p:nvSpPr>
          <p:cNvPr id="13" name="Text Placeholder 11">
            <a:extLst>
              <a:ext uri="{FF2B5EF4-FFF2-40B4-BE49-F238E27FC236}">
                <a16:creationId xmlns:a16="http://schemas.microsoft.com/office/drawing/2014/main" id="{DEFA3CEF-2F0D-9172-5573-6E77FBA941A2}"/>
              </a:ext>
            </a:extLst>
          </p:cNvPr>
          <p:cNvSpPr>
            <a:spLocks noGrp="1"/>
          </p:cNvSpPr>
          <p:nvPr>
            <p:ph type="body" sz="quarter" idx="10" hasCustomPrompt="1"/>
          </p:nvPr>
        </p:nvSpPr>
        <p:spPr>
          <a:xfrm>
            <a:off x="595313" y="1136789"/>
            <a:ext cx="1631052" cy="823912"/>
          </a:xfrm>
        </p:spPr>
        <p:txBody>
          <a:bodyPr anchor="b" anchorCtr="0"/>
          <a:lstStyle>
            <a:lvl1pPr>
              <a:spcAft>
                <a:spcPts val="0"/>
              </a:spcAft>
              <a:defRPr sz="6400">
                <a:solidFill>
                  <a:schemeClr val="tx2"/>
                </a:solidFill>
                <a:latin typeface="+mj-lt"/>
              </a:defRPr>
            </a:lvl1pPr>
          </a:lstStyle>
          <a:p>
            <a:pPr lvl="0"/>
            <a:r>
              <a:rPr lang="en-US"/>
              <a:t>01</a:t>
            </a:r>
          </a:p>
        </p:txBody>
      </p:sp>
      <p:sp>
        <p:nvSpPr>
          <p:cNvPr id="4" name="TextBox 3">
            <a:extLst>
              <a:ext uri="{FF2B5EF4-FFF2-40B4-BE49-F238E27FC236}">
                <a16:creationId xmlns:a16="http://schemas.microsoft.com/office/drawing/2014/main" id="{27E4A5D9-9A56-6C5D-AEB7-DB3F2A39197B}"/>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1"/>
                </a:solidFill>
                <a:latin typeface="Clarika Grotesque" pitchFamily="2" charset="77"/>
              </a:rPr>
              <a:t>© Dayforce</a:t>
            </a:r>
          </a:p>
        </p:txBody>
      </p:sp>
    </p:spTree>
    <p:extLst>
      <p:ext uri="{BB962C8B-B14F-4D97-AF65-F5344CB8AC3E}">
        <p14:creationId xmlns:p14="http://schemas.microsoft.com/office/powerpoint/2010/main" val="23973880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5_Section_Title_3">
    <p:bg>
      <p:bgPr>
        <a:solidFill>
          <a:srgbClr val="DEF3FF"/>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DF9941E3-8C47-1567-DB86-393EEFAEFD01}"/>
              </a:ext>
            </a:extLst>
          </p:cNvPr>
          <p:cNvGrpSpPr/>
          <p:nvPr userDrawn="1"/>
        </p:nvGrpSpPr>
        <p:grpSpPr>
          <a:xfrm>
            <a:off x="8352261" y="1897925"/>
            <a:ext cx="4791272" cy="5583457"/>
            <a:chOff x="8352261" y="1897925"/>
            <a:chExt cx="4791272" cy="5583457"/>
          </a:xfrm>
        </p:grpSpPr>
        <p:pic>
          <p:nvPicPr>
            <p:cNvPr id="24" name="Graphic 23">
              <a:extLst>
                <a:ext uri="{FF2B5EF4-FFF2-40B4-BE49-F238E27FC236}">
                  <a16:creationId xmlns:a16="http://schemas.microsoft.com/office/drawing/2014/main" id="{0107B934-24D4-732D-EF57-CDBEF2E5B0AC}"/>
                </a:ext>
              </a:extLst>
            </p:cNvPr>
            <p:cNvPicPr>
              <a:picLocks noChangeAspect="1"/>
            </p:cNvPicPr>
            <p:nvPr userDrawn="1"/>
          </p:nvPicPr>
          <p:blipFill>
            <a:blip r:embed="rId2">
              <a:extLst>
                <a:ext uri="{96DAC541-7B7A-43D3-8B79-37D633B846F1}">
                  <asvg:svgBlip xmlns:asvg="http://schemas.microsoft.com/office/drawing/2016/SVG/main" r:embed="rId3"/>
                </a:ext>
              </a:extLst>
            </a:blip>
            <a:srcRect t="7864"/>
            <a:stretch>
              <a:fillRect/>
            </a:stretch>
          </p:blipFill>
          <p:spPr>
            <a:xfrm rot="8237500">
              <a:off x="8352261" y="2984945"/>
              <a:ext cx="4791272" cy="4414482"/>
            </a:xfrm>
            <a:custGeom>
              <a:avLst/>
              <a:gdLst>
                <a:gd name="connsiteX0" fmla="*/ 0 w 4791272"/>
                <a:gd name="connsiteY0" fmla="*/ 4414481 h 4414482"/>
                <a:gd name="connsiteX1" fmla="*/ 0 w 4791272"/>
                <a:gd name="connsiteY1" fmla="*/ 2673501 h 4414482"/>
                <a:gd name="connsiteX2" fmla="*/ 2467755 w 4791272"/>
                <a:gd name="connsiteY2" fmla="*/ 0 h 4414482"/>
                <a:gd name="connsiteX3" fmla="*/ 4791272 w 4791272"/>
                <a:gd name="connsiteY3" fmla="*/ 2144706 h 4414482"/>
                <a:gd name="connsiteX4" fmla="*/ 4791272 w 4791272"/>
                <a:gd name="connsiteY4" fmla="*/ 4414482 h 44144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1272" h="4414482">
                  <a:moveTo>
                    <a:pt x="0" y="4414481"/>
                  </a:moveTo>
                  <a:lnTo>
                    <a:pt x="0" y="2673501"/>
                  </a:lnTo>
                  <a:lnTo>
                    <a:pt x="2467755" y="0"/>
                  </a:lnTo>
                  <a:lnTo>
                    <a:pt x="4791272" y="2144706"/>
                  </a:lnTo>
                  <a:lnTo>
                    <a:pt x="4791272" y="4414482"/>
                  </a:lnTo>
                  <a:close/>
                </a:path>
              </a:pathLst>
            </a:custGeom>
          </p:spPr>
        </p:pic>
        <p:pic>
          <p:nvPicPr>
            <p:cNvPr id="29" name="Graphic 28">
              <a:extLst>
                <a:ext uri="{FF2B5EF4-FFF2-40B4-BE49-F238E27FC236}">
                  <a16:creationId xmlns:a16="http://schemas.microsoft.com/office/drawing/2014/main" id="{88FDAE15-463B-81B4-6262-21DEB790DA26}"/>
                </a:ext>
              </a:extLst>
            </p:cNvPr>
            <p:cNvPicPr>
              <a:picLocks noChangeAspect="1"/>
            </p:cNvPicPr>
            <p:nvPr userDrawn="1"/>
          </p:nvPicPr>
          <p:blipFill>
            <a:blip r:embed="rId4">
              <a:extLst>
                <a:ext uri="{96DAC541-7B7A-43D3-8B79-37D633B846F1}">
                  <asvg:svgBlip xmlns:asvg="http://schemas.microsoft.com/office/drawing/2016/SVG/main" r:embed="rId5"/>
                </a:ext>
              </a:extLst>
            </a:blip>
            <a:srcRect l="7170" b="15374"/>
            <a:stretch>
              <a:fillRect/>
            </a:stretch>
          </p:blipFill>
          <p:spPr>
            <a:xfrm rot="17182235">
              <a:off x="8567278" y="3507754"/>
              <a:ext cx="4157331" cy="3789925"/>
            </a:xfrm>
            <a:custGeom>
              <a:avLst/>
              <a:gdLst>
                <a:gd name="connsiteX0" fmla="*/ 4157331 w 4157331"/>
                <a:gd name="connsiteY0" fmla="*/ 0 h 3789925"/>
                <a:gd name="connsiteX1" fmla="*/ 4157331 w 4157331"/>
                <a:gd name="connsiteY1" fmla="*/ 2895722 h 3789925"/>
                <a:gd name="connsiteX2" fmla="*/ 1113322 w 4157331"/>
                <a:gd name="connsiteY2" fmla="*/ 3789925 h 3789925"/>
                <a:gd name="connsiteX3" fmla="*/ 0 w 4157331"/>
                <a:gd name="connsiteY3" fmla="*/ 0 h 3789925"/>
              </a:gdLst>
              <a:ahLst/>
              <a:cxnLst>
                <a:cxn ang="0">
                  <a:pos x="connsiteX0" y="connsiteY0"/>
                </a:cxn>
                <a:cxn ang="0">
                  <a:pos x="connsiteX1" y="connsiteY1"/>
                </a:cxn>
                <a:cxn ang="0">
                  <a:pos x="connsiteX2" y="connsiteY2"/>
                </a:cxn>
                <a:cxn ang="0">
                  <a:pos x="connsiteX3" y="connsiteY3"/>
                </a:cxn>
              </a:cxnLst>
              <a:rect l="l" t="t" r="r" b="b"/>
              <a:pathLst>
                <a:path w="4157331" h="3789925">
                  <a:moveTo>
                    <a:pt x="4157331" y="0"/>
                  </a:moveTo>
                  <a:lnTo>
                    <a:pt x="4157331" y="2895722"/>
                  </a:lnTo>
                  <a:lnTo>
                    <a:pt x="1113322" y="3789925"/>
                  </a:lnTo>
                  <a:lnTo>
                    <a:pt x="0" y="0"/>
                  </a:lnTo>
                  <a:close/>
                </a:path>
              </a:pathLst>
            </a:custGeom>
          </p:spPr>
        </p:pic>
        <p:sp>
          <p:nvSpPr>
            <p:cNvPr id="8" name="Oval 7">
              <a:extLst>
                <a:ext uri="{FF2B5EF4-FFF2-40B4-BE49-F238E27FC236}">
                  <a16:creationId xmlns:a16="http://schemas.microsoft.com/office/drawing/2014/main" id="{5F3EF882-1BB7-8DF4-AB6D-C7B2C078B47E}"/>
                </a:ext>
              </a:extLst>
            </p:cNvPr>
            <p:cNvSpPr/>
            <p:nvPr userDrawn="1"/>
          </p:nvSpPr>
          <p:spPr>
            <a:xfrm>
              <a:off x="8461597" y="1897925"/>
              <a:ext cx="2479005" cy="2479005"/>
            </a:xfrm>
            <a:prstGeom prst="ellipse">
              <a:avLst/>
            </a:prstGeom>
            <a:solidFill>
              <a:srgbClr val="3067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C3B40192-7C79-4630-B7E6-6E4D661D7152}"/>
                </a:ext>
              </a:extLst>
            </p:cNvPr>
            <p:cNvSpPr/>
            <p:nvPr/>
          </p:nvSpPr>
          <p:spPr>
            <a:xfrm rot="17182235">
              <a:off x="9346063" y="3079848"/>
              <a:ext cx="1317847" cy="1504598"/>
            </a:xfrm>
            <a:custGeom>
              <a:avLst/>
              <a:gdLst>
                <a:gd name="connsiteX0" fmla="*/ 1195786 w 1317847"/>
                <a:gd name="connsiteY0" fmla="*/ 965880 h 1504598"/>
                <a:gd name="connsiteX1" fmla="*/ 1269304 w 1317847"/>
                <a:gd name="connsiteY1" fmla="*/ 1256999 h 1504598"/>
                <a:gd name="connsiteX2" fmla="*/ 1317847 w 1317847"/>
                <a:gd name="connsiteY2" fmla="*/ 1501260 h 1504598"/>
                <a:gd name="connsiteX3" fmla="*/ 1219827 w 1317847"/>
                <a:gd name="connsiteY3" fmla="*/ 1504598 h 1504598"/>
                <a:gd name="connsiteX4" fmla="*/ 50575 w 1317847"/>
                <a:gd name="connsiteY4" fmla="*/ 614279 h 1504598"/>
                <a:gd name="connsiteX5" fmla="*/ 27589 w 1317847"/>
                <a:gd name="connsiteY5" fmla="*/ 5246 h 1504598"/>
                <a:gd name="connsiteX6" fmla="*/ 28986 w 1317847"/>
                <a:gd name="connsiteY6" fmla="*/ 0 h 1504598"/>
                <a:gd name="connsiteX7" fmla="*/ 74428 w 1317847"/>
                <a:gd name="connsiteY7" fmla="*/ 6074 h 1504598"/>
                <a:gd name="connsiteX8" fmla="*/ 142902 w 1317847"/>
                <a:gd name="connsiteY8" fmla="*/ 16249 h 1504598"/>
                <a:gd name="connsiteX9" fmla="*/ 1195786 w 1317847"/>
                <a:gd name="connsiteY9" fmla="*/ 965880 h 150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7847" h="1504598">
                  <a:moveTo>
                    <a:pt x="1195786" y="965880"/>
                  </a:moveTo>
                  <a:cubicBezTo>
                    <a:pt x="1223322" y="1065046"/>
                    <a:pt x="1247815" y="1162014"/>
                    <a:pt x="1269304" y="1256999"/>
                  </a:cubicBezTo>
                  <a:lnTo>
                    <a:pt x="1317847" y="1501260"/>
                  </a:lnTo>
                  <a:lnTo>
                    <a:pt x="1219827" y="1504598"/>
                  </a:lnTo>
                  <a:cubicBezTo>
                    <a:pt x="691487" y="1496236"/>
                    <a:pt x="207341" y="1147934"/>
                    <a:pt x="50575" y="614279"/>
                  </a:cubicBezTo>
                  <a:cubicBezTo>
                    <a:pt x="-9719" y="409027"/>
                    <a:pt x="-14449" y="200645"/>
                    <a:pt x="27589" y="5246"/>
                  </a:cubicBezTo>
                  <a:lnTo>
                    <a:pt x="28986" y="0"/>
                  </a:lnTo>
                  <a:lnTo>
                    <a:pt x="74428" y="6074"/>
                  </a:lnTo>
                  <a:cubicBezTo>
                    <a:pt x="102915" y="10126"/>
                    <a:pt x="125962" y="13621"/>
                    <a:pt x="142902" y="16249"/>
                  </a:cubicBezTo>
                  <a:cubicBezTo>
                    <a:pt x="446541" y="69891"/>
                    <a:pt x="978133" y="182101"/>
                    <a:pt x="1195786" y="965880"/>
                  </a:cubicBezTo>
                  <a:close/>
                </a:path>
              </a:pathLst>
            </a:custGeom>
            <a:solidFill>
              <a:schemeClr val="accent1"/>
            </a:solidFill>
            <a:ln w="22988" cap="flat">
              <a:noFill/>
              <a:prstDash val="solid"/>
              <a:miter/>
            </a:ln>
          </p:spPr>
          <p:txBody>
            <a:bodyPr rtlCol="0" anchor="ctr"/>
            <a:lstStyle/>
            <a:p>
              <a:endParaRPr lang="en-US"/>
            </a:p>
          </p:txBody>
        </p:sp>
      </p:grpSp>
      <p:sp>
        <p:nvSpPr>
          <p:cNvPr id="11" name="Title 10">
            <a:extLst>
              <a:ext uri="{FF2B5EF4-FFF2-40B4-BE49-F238E27FC236}">
                <a16:creationId xmlns:a16="http://schemas.microsoft.com/office/drawing/2014/main" id="{4AE1879E-4C5F-7A41-3531-6B21E03B97F2}"/>
              </a:ext>
            </a:extLst>
          </p:cNvPr>
          <p:cNvSpPr>
            <a:spLocks noGrp="1"/>
          </p:cNvSpPr>
          <p:nvPr>
            <p:ph type="title" hasCustomPrompt="1"/>
          </p:nvPr>
        </p:nvSpPr>
        <p:spPr>
          <a:xfrm>
            <a:off x="595743" y="1897925"/>
            <a:ext cx="6959941" cy="2423441"/>
          </a:xfrm>
          <a:prstGeom prst="rect">
            <a:avLst/>
          </a:prstGeom>
        </p:spPr>
        <p:txBody>
          <a:bodyPr vert="horz" lIns="0" anchor="t" anchorCtr="0">
            <a:noAutofit/>
          </a:bodyPr>
          <a:lstStyle>
            <a:lvl1pPr algn="l">
              <a:defRPr sz="5600" b="0" i="0" baseline="0">
                <a:solidFill>
                  <a:schemeClr val="tx1"/>
                </a:solidFill>
                <a:latin typeface="+mj-lt"/>
                <a:cs typeface="Arial" panose="020B0604020202020204" pitchFamily="34" charset="0"/>
              </a:defRPr>
            </a:lvl1pPr>
          </a:lstStyle>
          <a:p>
            <a:r>
              <a:rPr lang="en-US"/>
              <a:t>Section title</a:t>
            </a:r>
          </a:p>
        </p:txBody>
      </p:sp>
      <p:sp>
        <p:nvSpPr>
          <p:cNvPr id="13" name="Text Placeholder 11">
            <a:extLst>
              <a:ext uri="{FF2B5EF4-FFF2-40B4-BE49-F238E27FC236}">
                <a16:creationId xmlns:a16="http://schemas.microsoft.com/office/drawing/2014/main" id="{DEFA3CEF-2F0D-9172-5573-6E77FBA941A2}"/>
              </a:ext>
            </a:extLst>
          </p:cNvPr>
          <p:cNvSpPr>
            <a:spLocks noGrp="1"/>
          </p:cNvSpPr>
          <p:nvPr>
            <p:ph type="body" sz="quarter" idx="10" hasCustomPrompt="1"/>
          </p:nvPr>
        </p:nvSpPr>
        <p:spPr>
          <a:xfrm>
            <a:off x="595313" y="1136789"/>
            <a:ext cx="1631052" cy="823912"/>
          </a:xfrm>
        </p:spPr>
        <p:txBody>
          <a:bodyPr anchor="b" anchorCtr="0"/>
          <a:lstStyle>
            <a:lvl1pPr>
              <a:spcAft>
                <a:spcPts val="0"/>
              </a:spcAft>
              <a:defRPr sz="6400">
                <a:solidFill>
                  <a:schemeClr val="tx2"/>
                </a:solidFill>
                <a:latin typeface="+mj-lt"/>
              </a:defRPr>
            </a:lvl1pPr>
          </a:lstStyle>
          <a:p>
            <a:pPr lvl="0"/>
            <a:r>
              <a:rPr lang="en-US"/>
              <a:t>01</a:t>
            </a:r>
          </a:p>
        </p:txBody>
      </p:sp>
      <p:sp>
        <p:nvSpPr>
          <p:cNvPr id="4" name="TextBox 3">
            <a:extLst>
              <a:ext uri="{FF2B5EF4-FFF2-40B4-BE49-F238E27FC236}">
                <a16:creationId xmlns:a16="http://schemas.microsoft.com/office/drawing/2014/main" id="{A3900AF2-715C-A780-26E8-5A11B2159543}"/>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747614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6_Section_Title_3">
    <p:bg>
      <p:bgPr>
        <a:solidFill>
          <a:schemeClr val="accent4"/>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4863321-9677-7DA8-DF55-8E72732F1694}"/>
              </a:ext>
            </a:extLst>
          </p:cNvPr>
          <p:cNvGrpSpPr/>
          <p:nvPr userDrawn="1"/>
        </p:nvGrpSpPr>
        <p:grpSpPr>
          <a:xfrm>
            <a:off x="8352261" y="1897925"/>
            <a:ext cx="4791272" cy="5583457"/>
            <a:chOff x="8352261" y="1897925"/>
            <a:chExt cx="4791272" cy="5583457"/>
          </a:xfrm>
        </p:grpSpPr>
        <p:pic>
          <p:nvPicPr>
            <p:cNvPr id="24" name="Graphic 23">
              <a:extLst>
                <a:ext uri="{FF2B5EF4-FFF2-40B4-BE49-F238E27FC236}">
                  <a16:creationId xmlns:a16="http://schemas.microsoft.com/office/drawing/2014/main" id="{0107B934-24D4-732D-EF57-CDBEF2E5B0AC}"/>
                </a:ext>
              </a:extLst>
            </p:cNvPr>
            <p:cNvPicPr>
              <a:picLocks noChangeAspect="1"/>
            </p:cNvPicPr>
            <p:nvPr userDrawn="1"/>
          </p:nvPicPr>
          <p:blipFill>
            <a:blip r:embed="rId2">
              <a:extLst>
                <a:ext uri="{96DAC541-7B7A-43D3-8B79-37D633B846F1}">
                  <asvg:svgBlip xmlns:asvg="http://schemas.microsoft.com/office/drawing/2016/SVG/main" r:embed="rId3"/>
                </a:ext>
              </a:extLst>
            </a:blip>
            <a:srcRect t="7864"/>
            <a:stretch>
              <a:fillRect/>
            </a:stretch>
          </p:blipFill>
          <p:spPr>
            <a:xfrm rot="8237500">
              <a:off x="8352261" y="2984945"/>
              <a:ext cx="4791272" cy="4414482"/>
            </a:xfrm>
            <a:custGeom>
              <a:avLst/>
              <a:gdLst>
                <a:gd name="connsiteX0" fmla="*/ 0 w 4791272"/>
                <a:gd name="connsiteY0" fmla="*/ 4414481 h 4414482"/>
                <a:gd name="connsiteX1" fmla="*/ 0 w 4791272"/>
                <a:gd name="connsiteY1" fmla="*/ 2673501 h 4414482"/>
                <a:gd name="connsiteX2" fmla="*/ 2467755 w 4791272"/>
                <a:gd name="connsiteY2" fmla="*/ 0 h 4414482"/>
                <a:gd name="connsiteX3" fmla="*/ 4791272 w 4791272"/>
                <a:gd name="connsiteY3" fmla="*/ 2144706 h 4414482"/>
                <a:gd name="connsiteX4" fmla="*/ 4791272 w 4791272"/>
                <a:gd name="connsiteY4" fmla="*/ 4414482 h 44144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1272" h="4414482">
                  <a:moveTo>
                    <a:pt x="0" y="4414481"/>
                  </a:moveTo>
                  <a:lnTo>
                    <a:pt x="0" y="2673501"/>
                  </a:lnTo>
                  <a:lnTo>
                    <a:pt x="2467755" y="0"/>
                  </a:lnTo>
                  <a:lnTo>
                    <a:pt x="4791272" y="2144706"/>
                  </a:lnTo>
                  <a:lnTo>
                    <a:pt x="4791272" y="4414482"/>
                  </a:lnTo>
                  <a:close/>
                </a:path>
              </a:pathLst>
            </a:custGeom>
          </p:spPr>
        </p:pic>
        <p:pic>
          <p:nvPicPr>
            <p:cNvPr id="29" name="Graphic 28">
              <a:extLst>
                <a:ext uri="{FF2B5EF4-FFF2-40B4-BE49-F238E27FC236}">
                  <a16:creationId xmlns:a16="http://schemas.microsoft.com/office/drawing/2014/main" id="{88FDAE15-463B-81B4-6262-21DEB790DA26}"/>
                </a:ext>
              </a:extLst>
            </p:cNvPr>
            <p:cNvPicPr>
              <a:picLocks noChangeAspect="1"/>
            </p:cNvPicPr>
            <p:nvPr userDrawn="1"/>
          </p:nvPicPr>
          <p:blipFill>
            <a:blip r:embed="rId4">
              <a:extLst>
                <a:ext uri="{96DAC541-7B7A-43D3-8B79-37D633B846F1}">
                  <asvg:svgBlip xmlns:asvg="http://schemas.microsoft.com/office/drawing/2016/SVG/main" r:embed="rId5"/>
                </a:ext>
              </a:extLst>
            </a:blip>
            <a:srcRect l="7170" b="15374"/>
            <a:stretch>
              <a:fillRect/>
            </a:stretch>
          </p:blipFill>
          <p:spPr>
            <a:xfrm rot="17182235">
              <a:off x="8567278" y="3507754"/>
              <a:ext cx="4157331" cy="3789925"/>
            </a:xfrm>
            <a:custGeom>
              <a:avLst/>
              <a:gdLst>
                <a:gd name="connsiteX0" fmla="*/ 4157331 w 4157331"/>
                <a:gd name="connsiteY0" fmla="*/ 0 h 3789925"/>
                <a:gd name="connsiteX1" fmla="*/ 4157331 w 4157331"/>
                <a:gd name="connsiteY1" fmla="*/ 2895722 h 3789925"/>
                <a:gd name="connsiteX2" fmla="*/ 1113322 w 4157331"/>
                <a:gd name="connsiteY2" fmla="*/ 3789925 h 3789925"/>
                <a:gd name="connsiteX3" fmla="*/ 0 w 4157331"/>
                <a:gd name="connsiteY3" fmla="*/ 0 h 3789925"/>
              </a:gdLst>
              <a:ahLst/>
              <a:cxnLst>
                <a:cxn ang="0">
                  <a:pos x="connsiteX0" y="connsiteY0"/>
                </a:cxn>
                <a:cxn ang="0">
                  <a:pos x="connsiteX1" y="connsiteY1"/>
                </a:cxn>
                <a:cxn ang="0">
                  <a:pos x="connsiteX2" y="connsiteY2"/>
                </a:cxn>
                <a:cxn ang="0">
                  <a:pos x="connsiteX3" y="connsiteY3"/>
                </a:cxn>
              </a:cxnLst>
              <a:rect l="l" t="t" r="r" b="b"/>
              <a:pathLst>
                <a:path w="4157331" h="3789925">
                  <a:moveTo>
                    <a:pt x="4157331" y="0"/>
                  </a:moveTo>
                  <a:lnTo>
                    <a:pt x="4157331" y="2895722"/>
                  </a:lnTo>
                  <a:lnTo>
                    <a:pt x="1113322" y="3789925"/>
                  </a:lnTo>
                  <a:lnTo>
                    <a:pt x="0" y="0"/>
                  </a:lnTo>
                  <a:close/>
                </a:path>
              </a:pathLst>
            </a:custGeom>
          </p:spPr>
        </p:pic>
        <p:sp>
          <p:nvSpPr>
            <p:cNvPr id="8" name="Oval 7">
              <a:extLst>
                <a:ext uri="{FF2B5EF4-FFF2-40B4-BE49-F238E27FC236}">
                  <a16:creationId xmlns:a16="http://schemas.microsoft.com/office/drawing/2014/main" id="{5F3EF882-1BB7-8DF4-AB6D-C7B2C078B47E}"/>
                </a:ext>
              </a:extLst>
            </p:cNvPr>
            <p:cNvSpPr/>
            <p:nvPr userDrawn="1"/>
          </p:nvSpPr>
          <p:spPr>
            <a:xfrm>
              <a:off x="8461597" y="1897925"/>
              <a:ext cx="2479005" cy="2479005"/>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C3B40192-7C79-4630-B7E6-6E4D661D7152}"/>
                </a:ext>
              </a:extLst>
            </p:cNvPr>
            <p:cNvSpPr/>
            <p:nvPr/>
          </p:nvSpPr>
          <p:spPr>
            <a:xfrm rot="17182235">
              <a:off x="9346063" y="3079848"/>
              <a:ext cx="1317847" cy="1504598"/>
            </a:xfrm>
            <a:custGeom>
              <a:avLst/>
              <a:gdLst>
                <a:gd name="connsiteX0" fmla="*/ 1195786 w 1317847"/>
                <a:gd name="connsiteY0" fmla="*/ 965880 h 1504598"/>
                <a:gd name="connsiteX1" fmla="*/ 1269304 w 1317847"/>
                <a:gd name="connsiteY1" fmla="*/ 1256999 h 1504598"/>
                <a:gd name="connsiteX2" fmla="*/ 1317847 w 1317847"/>
                <a:gd name="connsiteY2" fmla="*/ 1501260 h 1504598"/>
                <a:gd name="connsiteX3" fmla="*/ 1219827 w 1317847"/>
                <a:gd name="connsiteY3" fmla="*/ 1504598 h 1504598"/>
                <a:gd name="connsiteX4" fmla="*/ 50575 w 1317847"/>
                <a:gd name="connsiteY4" fmla="*/ 614279 h 1504598"/>
                <a:gd name="connsiteX5" fmla="*/ 27589 w 1317847"/>
                <a:gd name="connsiteY5" fmla="*/ 5246 h 1504598"/>
                <a:gd name="connsiteX6" fmla="*/ 28986 w 1317847"/>
                <a:gd name="connsiteY6" fmla="*/ 0 h 1504598"/>
                <a:gd name="connsiteX7" fmla="*/ 74428 w 1317847"/>
                <a:gd name="connsiteY7" fmla="*/ 6074 h 1504598"/>
                <a:gd name="connsiteX8" fmla="*/ 142902 w 1317847"/>
                <a:gd name="connsiteY8" fmla="*/ 16249 h 1504598"/>
                <a:gd name="connsiteX9" fmla="*/ 1195786 w 1317847"/>
                <a:gd name="connsiteY9" fmla="*/ 965880 h 150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7847" h="1504598">
                  <a:moveTo>
                    <a:pt x="1195786" y="965880"/>
                  </a:moveTo>
                  <a:cubicBezTo>
                    <a:pt x="1223322" y="1065046"/>
                    <a:pt x="1247815" y="1162014"/>
                    <a:pt x="1269304" y="1256999"/>
                  </a:cubicBezTo>
                  <a:lnTo>
                    <a:pt x="1317847" y="1501260"/>
                  </a:lnTo>
                  <a:lnTo>
                    <a:pt x="1219827" y="1504598"/>
                  </a:lnTo>
                  <a:cubicBezTo>
                    <a:pt x="691487" y="1496236"/>
                    <a:pt x="207341" y="1147934"/>
                    <a:pt x="50575" y="614279"/>
                  </a:cubicBezTo>
                  <a:cubicBezTo>
                    <a:pt x="-9719" y="409027"/>
                    <a:pt x="-14449" y="200645"/>
                    <a:pt x="27589" y="5246"/>
                  </a:cubicBezTo>
                  <a:lnTo>
                    <a:pt x="28986" y="0"/>
                  </a:lnTo>
                  <a:lnTo>
                    <a:pt x="74428" y="6074"/>
                  </a:lnTo>
                  <a:cubicBezTo>
                    <a:pt x="102915" y="10126"/>
                    <a:pt x="125962" y="13621"/>
                    <a:pt x="142902" y="16249"/>
                  </a:cubicBezTo>
                  <a:cubicBezTo>
                    <a:pt x="446541" y="69891"/>
                    <a:pt x="978133" y="182101"/>
                    <a:pt x="1195786" y="965880"/>
                  </a:cubicBezTo>
                  <a:close/>
                </a:path>
              </a:pathLst>
            </a:custGeom>
            <a:solidFill>
              <a:schemeClr val="accent1"/>
            </a:solidFill>
            <a:ln w="22988" cap="flat">
              <a:noFill/>
              <a:prstDash val="solid"/>
              <a:miter/>
            </a:ln>
          </p:spPr>
          <p:txBody>
            <a:bodyPr rtlCol="0" anchor="ctr"/>
            <a:lstStyle/>
            <a:p>
              <a:endParaRPr lang="en-US"/>
            </a:p>
          </p:txBody>
        </p:sp>
      </p:grpSp>
      <p:sp>
        <p:nvSpPr>
          <p:cNvPr id="11" name="Title 10">
            <a:extLst>
              <a:ext uri="{FF2B5EF4-FFF2-40B4-BE49-F238E27FC236}">
                <a16:creationId xmlns:a16="http://schemas.microsoft.com/office/drawing/2014/main" id="{4AE1879E-4C5F-7A41-3531-6B21E03B97F2}"/>
              </a:ext>
            </a:extLst>
          </p:cNvPr>
          <p:cNvSpPr>
            <a:spLocks noGrp="1"/>
          </p:cNvSpPr>
          <p:nvPr>
            <p:ph type="title" hasCustomPrompt="1"/>
          </p:nvPr>
        </p:nvSpPr>
        <p:spPr>
          <a:xfrm>
            <a:off x="595743" y="1897925"/>
            <a:ext cx="6959941" cy="2423441"/>
          </a:xfrm>
          <a:prstGeom prst="rect">
            <a:avLst/>
          </a:prstGeom>
        </p:spPr>
        <p:txBody>
          <a:bodyPr vert="horz" lIns="0" anchor="t" anchorCtr="0">
            <a:noAutofit/>
          </a:bodyPr>
          <a:lstStyle>
            <a:lvl1pPr algn="l">
              <a:defRPr sz="5600" b="0" i="0" baseline="0">
                <a:solidFill>
                  <a:schemeClr val="bg2"/>
                </a:solidFill>
                <a:latin typeface="+mj-lt"/>
                <a:cs typeface="Arial" panose="020B0604020202020204" pitchFamily="34" charset="0"/>
              </a:defRPr>
            </a:lvl1pPr>
          </a:lstStyle>
          <a:p>
            <a:r>
              <a:rPr lang="en-US"/>
              <a:t>Section title</a:t>
            </a:r>
          </a:p>
        </p:txBody>
      </p:sp>
      <p:sp>
        <p:nvSpPr>
          <p:cNvPr id="13" name="Text Placeholder 11">
            <a:extLst>
              <a:ext uri="{FF2B5EF4-FFF2-40B4-BE49-F238E27FC236}">
                <a16:creationId xmlns:a16="http://schemas.microsoft.com/office/drawing/2014/main" id="{DEFA3CEF-2F0D-9172-5573-6E77FBA941A2}"/>
              </a:ext>
            </a:extLst>
          </p:cNvPr>
          <p:cNvSpPr>
            <a:spLocks noGrp="1"/>
          </p:cNvSpPr>
          <p:nvPr>
            <p:ph type="body" sz="quarter" idx="10" hasCustomPrompt="1"/>
          </p:nvPr>
        </p:nvSpPr>
        <p:spPr>
          <a:xfrm>
            <a:off x="595313" y="1136789"/>
            <a:ext cx="1631052" cy="823912"/>
          </a:xfrm>
        </p:spPr>
        <p:txBody>
          <a:bodyPr anchor="b" anchorCtr="0"/>
          <a:lstStyle>
            <a:lvl1pPr>
              <a:spcAft>
                <a:spcPts val="0"/>
              </a:spcAft>
              <a:defRPr sz="6400">
                <a:solidFill>
                  <a:schemeClr val="accent4">
                    <a:lumMod val="20000"/>
                    <a:lumOff val="80000"/>
                  </a:schemeClr>
                </a:solidFill>
                <a:latin typeface="+mj-lt"/>
              </a:defRPr>
            </a:lvl1pPr>
          </a:lstStyle>
          <a:p>
            <a:pPr lvl="0"/>
            <a:r>
              <a:rPr lang="en-US"/>
              <a:t>01</a:t>
            </a:r>
          </a:p>
        </p:txBody>
      </p:sp>
      <p:sp>
        <p:nvSpPr>
          <p:cNvPr id="4" name="TextBox 3">
            <a:extLst>
              <a:ext uri="{FF2B5EF4-FFF2-40B4-BE49-F238E27FC236}">
                <a16:creationId xmlns:a16="http://schemas.microsoft.com/office/drawing/2014/main" id="{FF5E71BB-5DA9-9862-D17A-5ED9ECF7FBF9}"/>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24216409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7_Section_Title_3">
    <p:bg>
      <p:bgPr>
        <a:solidFill>
          <a:schemeClr val="accent6"/>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4863321-9677-7DA8-DF55-8E72732F1694}"/>
              </a:ext>
            </a:extLst>
          </p:cNvPr>
          <p:cNvGrpSpPr/>
          <p:nvPr userDrawn="1"/>
        </p:nvGrpSpPr>
        <p:grpSpPr>
          <a:xfrm>
            <a:off x="8352261" y="1897925"/>
            <a:ext cx="4791272" cy="5583457"/>
            <a:chOff x="8352261" y="1897925"/>
            <a:chExt cx="4791272" cy="5583457"/>
          </a:xfrm>
        </p:grpSpPr>
        <p:pic>
          <p:nvPicPr>
            <p:cNvPr id="24" name="Graphic 23">
              <a:extLst>
                <a:ext uri="{FF2B5EF4-FFF2-40B4-BE49-F238E27FC236}">
                  <a16:creationId xmlns:a16="http://schemas.microsoft.com/office/drawing/2014/main" id="{0107B934-24D4-732D-EF57-CDBEF2E5B0AC}"/>
                </a:ext>
              </a:extLst>
            </p:cNvPr>
            <p:cNvPicPr>
              <a:picLocks noChangeAspect="1"/>
            </p:cNvPicPr>
            <p:nvPr userDrawn="1"/>
          </p:nvPicPr>
          <p:blipFill>
            <a:blip r:embed="rId2">
              <a:extLst>
                <a:ext uri="{96DAC541-7B7A-43D3-8B79-37D633B846F1}">
                  <asvg:svgBlip xmlns:asvg="http://schemas.microsoft.com/office/drawing/2016/SVG/main" r:embed="rId3"/>
                </a:ext>
              </a:extLst>
            </a:blip>
            <a:srcRect t="7864"/>
            <a:stretch>
              <a:fillRect/>
            </a:stretch>
          </p:blipFill>
          <p:spPr>
            <a:xfrm rot="8237500">
              <a:off x="8352261" y="2984945"/>
              <a:ext cx="4791272" cy="4414482"/>
            </a:xfrm>
            <a:custGeom>
              <a:avLst/>
              <a:gdLst>
                <a:gd name="connsiteX0" fmla="*/ 0 w 4791272"/>
                <a:gd name="connsiteY0" fmla="*/ 4414481 h 4414482"/>
                <a:gd name="connsiteX1" fmla="*/ 0 w 4791272"/>
                <a:gd name="connsiteY1" fmla="*/ 2673501 h 4414482"/>
                <a:gd name="connsiteX2" fmla="*/ 2467755 w 4791272"/>
                <a:gd name="connsiteY2" fmla="*/ 0 h 4414482"/>
                <a:gd name="connsiteX3" fmla="*/ 4791272 w 4791272"/>
                <a:gd name="connsiteY3" fmla="*/ 2144706 h 4414482"/>
                <a:gd name="connsiteX4" fmla="*/ 4791272 w 4791272"/>
                <a:gd name="connsiteY4" fmla="*/ 4414482 h 44144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1272" h="4414482">
                  <a:moveTo>
                    <a:pt x="0" y="4414481"/>
                  </a:moveTo>
                  <a:lnTo>
                    <a:pt x="0" y="2673501"/>
                  </a:lnTo>
                  <a:lnTo>
                    <a:pt x="2467755" y="0"/>
                  </a:lnTo>
                  <a:lnTo>
                    <a:pt x="4791272" y="2144706"/>
                  </a:lnTo>
                  <a:lnTo>
                    <a:pt x="4791272" y="4414482"/>
                  </a:lnTo>
                  <a:close/>
                </a:path>
              </a:pathLst>
            </a:custGeom>
          </p:spPr>
        </p:pic>
        <p:pic>
          <p:nvPicPr>
            <p:cNvPr id="29" name="Graphic 28">
              <a:extLst>
                <a:ext uri="{FF2B5EF4-FFF2-40B4-BE49-F238E27FC236}">
                  <a16:creationId xmlns:a16="http://schemas.microsoft.com/office/drawing/2014/main" id="{88FDAE15-463B-81B4-6262-21DEB790DA26}"/>
                </a:ext>
              </a:extLst>
            </p:cNvPr>
            <p:cNvPicPr>
              <a:picLocks noChangeAspect="1"/>
            </p:cNvPicPr>
            <p:nvPr userDrawn="1"/>
          </p:nvPicPr>
          <p:blipFill>
            <a:blip r:embed="rId4">
              <a:extLst>
                <a:ext uri="{96DAC541-7B7A-43D3-8B79-37D633B846F1}">
                  <asvg:svgBlip xmlns:asvg="http://schemas.microsoft.com/office/drawing/2016/SVG/main" r:embed="rId5"/>
                </a:ext>
              </a:extLst>
            </a:blip>
            <a:srcRect l="7170" b="15374"/>
            <a:stretch>
              <a:fillRect/>
            </a:stretch>
          </p:blipFill>
          <p:spPr>
            <a:xfrm rot="17182235">
              <a:off x="8567278" y="3507754"/>
              <a:ext cx="4157331" cy="3789925"/>
            </a:xfrm>
            <a:custGeom>
              <a:avLst/>
              <a:gdLst>
                <a:gd name="connsiteX0" fmla="*/ 4157331 w 4157331"/>
                <a:gd name="connsiteY0" fmla="*/ 0 h 3789925"/>
                <a:gd name="connsiteX1" fmla="*/ 4157331 w 4157331"/>
                <a:gd name="connsiteY1" fmla="*/ 2895722 h 3789925"/>
                <a:gd name="connsiteX2" fmla="*/ 1113322 w 4157331"/>
                <a:gd name="connsiteY2" fmla="*/ 3789925 h 3789925"/>
                <a:gd name="connsiteX3" fmla="*/ 0 w 4157331"/>
                <a:gd name="connsiteY3" fmla="*/ 0 h 3789925"/>
              </a:gdLst>
              <a:ahLst/>
              <a:cxnLst>
                <a:cxn ang="0">
                  <a:pos x="connsiteX0" y="connsiteY0"/>
                </a:cxn>
                <a:cxn ang="0">
                  <a:pos x="connsiteX1" y="connsiteY1"/>
                </a:cxn>
                <a:cxn ang="0">
                  <a:pos x="connsiteX2" y="connsiteY2"/>
                </a:cxn>
                <a:cxn ang="0">
                  <a:pos x="connsiteX3" y="connsiteY3"/>
                </a:cxn>
              </a:cxnLst>
              <a:rect l="l" t="t" r="r" b="b"/>
              <a:pathLst>
                <a:path w="4157331" h="3789925">
                  <a:moveTo>
                    <a:pt x="4157331" y="0"/>
                  </a:moveTo>
                  <a:lnTo>
                    <a:pt x="4157331" y="2895722"/>
                  </a:lnTo>
                  <a:lnTo>
                    <a:pt x="1113322" y="3789925"/>
                  </a:lnTo>
                  <a:lnTo>
                    <a:pt x="0" y="0"/>
                  </a:lnTo>
                  <a:close/>
                </a:path>
              </a:pathLst>
            </a:custGeom>
          </p:spPr>
        </p:pic>
        <p:sp>
          <p:nvSpPr>
            <p:cNvPr id="8" name="Oval 7">
              <a:extLst>
                <a:ext uri="{FF2B5EF4-FFF2-40B4-BE49-F238E27FC236}">
                  <a16:creationId xmlns:a16="http://schemas.microsoft.com/office/drawing/2014/main" id="{5F3EF882-1BB7-8DF4-AB6D-C7B2C078B47E}"/>
                </a:ext>
              </a:extLst>
            </p:cNvPr>
            <p:cNvSpPr/>
            <p:nvPr userDrawn="1"/>
          </p:nvSpPr>
          <p:spPr>
            <a:xfrm>
              <a:off x="8461597" y="1897925"/>
              <a:ext cx="2479005" cy="247900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C3B40192-7C79-4630-B7E6-6E4D661D7152}"/>
                </a:ext>
              </a:extLst>
            </p:cNvPr>
            <p:cNvSpPr/>
            <p:nvPr/>
          </p:nvSpPr>
          <p:spPr>
            <a:xfrm rot="17182235">
              <a:off x="9346063" y="3079848"/>
              <a:ext cx="1317847" cy="1504598"/>
            </a:xfrm>
            <a:custGeom>
              <a:avLst/>
              <a:gdLst>
                <a:gd name="connsiteX0" fmla="*/ 1195786 w 1317847"/>
                <a:gd name="connsiteY0" fmla="*/ 965880 h 1504598"/>
                <a:gd name="connsiteX1" fmla="*/ 1269304 w 1317847"/>
                <a:gd name="connsiteY1" fmla="*/ 1256999 h 1504598"/>
                <a:gd name="connsiteX2" fmla="*/ 1317847 w 1317847"/>
                <a:gd name="connsiteY2" fmla="*/ 1501260 h 1504598"/>
                <a:gd name="connsiteX3" fmla="*/ 1219827 w 1317847"/>
                <a:gd name="connsiteY3" fmla="*/ 1504598 h 1504598"/>
                <a:gd name="connsiteX4" fmla="*/ 50575 w 1317847"/>
                <a:gd name="connsiteY4" fmla="*/ 614279 h 1504598"/>
                <a:gd name="connsiteX5" fmla="*/ 27589 w 1317847"/>
                <a:gd name="connsiteY5" fmla="*/ 5246 h 1504598"/>
                <a:gd name="connsiteX6" fmla="*/ 28986 w 1317847"/>
                <a:gd name="connsiteY6" fmla="*/ 0 h 1504598"/>
                <a:gd name="connsiteX7" fmla="*/ 74428 w 1317847"/>
                <a:gd name="connsiteY7" fmla="*/ 6074 h 1504598"/>
                <a:gd name="connsiteX8" fmla="*/ 142902 w 1317847"/>
                <a:gd name="connsiteY8" fmla="*/ 16249 h 1504598"/>
                <a:gd name="connsiteX9" fmla="*/ 1195786 w 1317847"/>
                <a:gd name="connsiteY9" fmla="*/ 965880 h 150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7847" h="1504598">
                  <a:moveTo>
                    <a:pt x="1195786" y="965880"/>
                  </a:moveTo>
                  <a:cubicBezTo>
                    <a:pt x="1223322" y="1065046"/>
                    <a:pt x="1247815" y="1162014"/>
                    <a:pt x="1269304" y="1256999"/>
                  </a:cubicBezTo>
                  <a:lnTo>
                    <a:pt x="1317847" y="1501260"/>
                  </a:lnTo>
                  <a:lnTo>
                    <a:pt x="1219827" y="1504598"/>
                  </a:lnTo>
                  <a:cubicBezTo>
                    <a:pt x="691487" y="1496236"/>
                    <a:pt x="207341" y="1147934"/>
                    <a:pt x="50575" y="614279"/>
                  </a:cubicBezTo>
                  <a:cubicBezTo>
                    <a:pt x="-9719" y="409027"/>
                    <a:pt x="-14449" y="200645"/>
                    <a:pt x="27589" y="5246"/>
                  </a:cubicBezTo>
                  <a:lnTo>
                    <a:pt x="28986" y="0"/>
                  </a:lnTo>
                  <a:lnTo>
                    <a:pt x="74428" y="6074"/>
                  </a:lnTo>
                  <a:cubicBezTo>
                    <a:pt x="102915" y="10126"/>
                    <a:pt x="125962" y="13621"/>
                    <a:pt x="142902" y="16249"/>
                  </a:cubicBezTo>
                  <a:cubicBezTo>
                    <a:pt x="446541" y="69891"/>
                    <a:pt x="978133" y="182101"/>
                    <a:pt x="1195786" y="965880"/>
                  </a:cubicBezTo>
                  <a:close/>
                </a:path>
              </a:pathLst>
            </a:custGeom>
            <a:solidFill>
              <a:schemeClr val="accent1"/>
            </a:solidFill>
            <a:ln w="22988" cap="flat">
              <a:noFill/>
              <a:prstDash val="solid"/>
              <a:miter/>
            </a:ln>
          </p:spPr>
          <p:txBody>
            <a:bodyPr rtlCol="0" anchor="ctr"/>
            <a:lstStyle/>
            <a:p>
              <a:endParaRPr lang="en-US"/>
            </a:p>
          </p:txBody>
        </p:sp>
      </p:grpSp>
      <p:sp>
        <p:nvSpPr>
          <p:cNvPr id="11" name="Title 10">
            <a:extLst>
              <a:ext uri="{FF2B5EF4-FFF2-40B4-BE49-F238E27FC236}">
                <a16:creationId xmlns:a16="http://schemas.microsoft.com/office/drawing/2014/main" id="{4AE1879E-4C5F-7A41-3531-6B21E03B97F2}"/>
              </a:ext>
            </a:extLst>
          </p:cNvPr>
          <p:cNvSpPr>
            <a:spLocks noGrp="1"/>
          </p:cNvSpPr>
          <p:nvPr>
            <p:ph type="title" hasCustomPrompt="1"/>
          </p:nvPr>
        </p:nvSpPr>
        <p:spPr>
          <a:xfrm>
            <a:off x="595743" y="1897925"/>
            <a:ext cx="6959941" cy="2423441"/>
          </a:xfrm>
          <a:prstGeom prst="rect">
            <a:avLst/>
          </a:prstGeom>
        </p:spPr>
        <p:txBody>
          <a:bodyPr vert="horz" lIns="0" anchor="t" anchorCtr="0">
            <a:noAutofit/>
          </a:bodyPr>
          <a:lstStyle>
            <a:lvl1pPr algn="l">
              <a:defRPr sz="5600" b="0" i="0" baseline="0">
                <a:solidFill>
                  <a:schemeClr val="bg2"/>
                </a:solidFill>
                <a:latin typeface="+mj-lt"/>
                <a:cs typeface="Arial" panose="020B0604020202020204" pitchFamily="34" charset="0"/>
              </a:defRPr>
            </a:lvl1pPr>
          </a:lstStyle>
          <a:p>
            <a:r>
              <a:rPr lang="en-US"/>
              <a:t>Section title</a:t>
            </a:r>
          </a:p>
        </p:txBody>
      </p:sp>
      <p:sp>
        <p:nvSpPr>
          <p:cNvPr id="13" name="Text Placeholder 11">
            <a:extLst>
              <a:ext uri="{FF2B5EF4-FFF2-40B4-BE49-F238E27FC236}">
                <a16:creationId xmlns:a16="http://schemas.microsoft.com/office/drawing/2014/main" id="{DEFA3CEF-2F0D-9172-5573-6E77FBA941A2}"/>
              </a:ext>
            </a:extLst>
          </p:cNvPr>
          <p:cNvSpPr>
            <a:spLocks noGrp="1"/>
          </p:cNvSpPr>
          <p:nvPr>
            <p:ph type="body" sz="quarter" idx="10" hasCustomPrompt="1"/>
          </p:nvPr>
        </p:nvSpPr>
        <p:spPr>
          <a:xfrm>
            <a:off x="595313" y="1136789"/>
            <a:ext cx="1631052" cy="823912"/>
          </a:xfrm>
        </p:spPr>
        <p:txBody>
          <a:bodyPr anchor="b" anchorCtr="0"/>
          <a:lstStyle>
            <a:lvl1pPr>
              <a:spcAft>
                <a:spcPts val="0"/>
              </a:spcAft>
              <a:defRPr sz="6400">
                <a:solidFill>
                  <a:schemeClr val="accent6">
                    <a:lumMod val="20000"/>
                    <a:lumOff val="80000"/>
                  </a:schemeClr>
                </a:solidFill>
                <a:latin typeface="+mj-lt"/>
              </a:defRPr>
            </a:lvl1pPr>
          </a:lstStyle>
          <a:p>
            <a:pPr lvl="0"/>
            <a:r>
              <a:rPr lang="en-US"/>
              <a:t>01</a:t>
            </a:r>
          </a:p>
        </p:txBody>
      </p:sp>
      <p:sp>
        <p:nvSpPr>
          <p:cNvPr id="4" name="TextBox 3">
            <a:extLst>
              <a:ext uri="{FF2B5EF4-FFF2-40B4-BE49-F238E27FC236}">
                <a16:creationId xmlns:a16="http://schemas.microsoft.com/office/drawing/2014/main" id="{B2CC0D4A-CE2C-0CF3-664D-8B2164A00FF0}"/>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36736793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8_Section_Title_3">
    <p:bg>
      <p:bgPr>
        <a:solidFill>
          <a:schemeClr val="accent1"/>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4863321-9677-7DA8-DF55-8E72732F1694}"/>
              </a:ext>
            </a:extLst>
          </p:cNvPr>
          <p:cNvGrpSpPr/>
          <p:nvPr userDrawn="1"/>
        </p:nvGrpSpPr>
        <p:grpSpPr>
          <a:xfrm>
            <a:off x="8352261" y="1897925"/>
            <a:ext cx="4791272" cy="5583457"/>
            <a:chOff x="8352261" y="1897925"/>
            <a:chExt cx="4791272" cy="5583457"/>
          </a:xfrm>
        </p:grpSpPr>
        <p:pic>
          <p:nvPicPr>
            <p:cNvPr id="24" name="Graphic 23">
              <a:extLst>
                <a:ext uri="{FF2B5EF4-FFF2-40B4-BE49-F238E27FC236}">
                  <a16:creationId xmlns:a16="http://schemas.microsoft.com/office/drawing/2014/main" id="{0107B934-24D4-732D-EF57-CDBEF2E5B0AC}"/>
                </a:ext>
              </a:extLst>
            </p:cNvPr>
            <p:cNvPicPr>
              <a:picLocks noChangeAspect="1"/>
            </p:cNvPicPr>
            <p:nvPr userDrawn="1"/>
          </p:nvPicPr>
          <p:blipFill>
            <a:blip r:embed="rId2">
              <a:extLst>
                <a:ext uri="{96DAC541-7B7A-43D3-8B79-37D633B846F1}">
                  <asvg:svgBlip xmlns:asvg="http://schemas.microsoft.com/office/drawing/2016/SVG/main" r:embed="rId3"/>
                </a:ext>
              </a:extLst>
            </a:blip>
            <a:srcRect t="7864"/>
            <a:stretch>
              <a:fillRect/>
            </a:stretch>
          </p:blipFill>
          <p:spPr>
            <a:xfrm rot="8237500">
              <a:off x="8352261" y="2984945"/>
              <a:ext cx="4791272" cy="4414482"/>
            </a:xfrm>
            <a:custGeom>
              <a:avLst/>
              <a:gdLst>
                <a:gd name="connsiteX0" fmla="*/ 0 w 4791272"/>
                <a:gd name="connsiteY0" fmla="*/ 4414481 h 4414482"/>
                <a:gd name="connsiteX1" fmla="*/ 0 w 4791272"/>
                <a:gd name="connsiteY1" fmla="*/ 2673501 h 4414482"/>
                <a:gd name="connsiteX2" fmla="*/ 2467755 w 4791272"/>
                <a:gd name="connsiteY2" fmla="*/ 0 h 4414482"/>
                <a:gd name="connsiteX3" fmla="*/ 4791272 w 4791272"/>
                <a:gd name="connsiteY3" fmla="*/ 2144706 h 4414482"/>
                <a:gd name="connsiteX4" fmla="*/ 4791272 w 4791272"/>
                <a:gd name="connsiteY4" fmla="*/ 4414482 h 44144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1272" h="4414482">
                  <a:moveTo>
                    <a:pt x="0" y="4414481"/>
                  </a:moveTo>
                  <a:lnTo>
                    <a:pt x="0" y="2673501"/>
                  </a:lnTo>
                  <a:lnTo>
                    <a:pt x="2467755" y="0"/>
                  </a:lnTo>
                  <a:lnTo>
                    <a:pt x="4791272" y="2144706"/>
                  </a:lnTo>
                  <a:lnTo>
                    <a:pt x="4791272" y="4414482"/>
                  </a:lnTo>
                  <a:close/>
                </a:path>
              </a:pathLst>
            </a:custGeom>
          </p:spPr>
        </p:pic>
        <p:pic>
          <p:nvPicPr>
            <p:cNvPr id="29" name="Graphic 28">
              <a:extLst>
                <a:ext uri="{FF2B5EF4-FFF2-40B4-BE49-F238E27FC236}">
                  <a16:creationId xmlns:a16="http://schemas.microsoft.com/office/drawing/2014/main" id="{88FDAE15-463B-81B4-6262-21DEB790DA26}"/>
                </a:ext>
              </a:extLst>
            </p:cNvPr>
            <p:cNvPicPr>
              <a:picLocks noChangeAspect="1"/>
            </p:cNvPicPr>
            <p:nvPr userDrawn="1"/>
          </p:nvPicPr>
          <p:blipFill>
            <a:blip r:embed="rId4">
              <a:extLst>
                <a:ext uri="{96DAC541-7B7A-43D3-8B79-37D633B846F1}">
                  <asvg:svgBlip xmlns:asvg="http://schemas.microsoft.com/office/drawing/2016/SVG/main" r:embed="rId5"/>
                </a:ext>
              </a:extLst>
            </a:blip>
            <a:srcRect l="7170" b="15374"/>
            <a:stretch>
              <a:fillRect/>
            </a:stretch>
          </p:blipFill>
          <p:spPr>
            <a:xfrm rot="17182235">
              <a:off x="8567278" y="3507754"/>
              <a:ext cx="4157331" cy="3789925"/>
            </a:xfrm>
            <a:custGeom>
              <a:avLst/>
              <a:gdLst>
                <a:gd name="connsiteX0" fmla="*/ 4157331 w 4157331"/>
                <a:gd name="connsiteY0" fmla="*/ 0 h 3789925"/>
                <a:gd name="connsiteX1" fmla="*/ 4157331 w 4157331"/>
                <a:gd name="connsiteY1" fmla="*/ 2895722 h 3789925"/>
                <a:gd name="connsiteX2" fmla="*/ 1113322 w 4157331"/>
                <a:gd name="connsiteY2" fmla="*/ 3789925 h 3789925"/>
                <a:gd name="connsiteX3" fmla="*/ 0 w 4157331"/>
                <a:gd name="connsiteY3" fmla="*/ 0 h 3789925"/>
              </a:gdLst>
              <a:ahLst/>
              <a:cxnLst>
                <a:cxn ang="0">
                  <a:pos x="connsiteX0" y="connsiteY0"/>
                </a:cxn>
                <a:cxn ang="0">
                  <a:pos x="connsiteX1" y="connsiteY1"/>
                </a:cxn>
                <a:cxn ang="0">
                  <a:pos x="connsiteX2" y="connsiteY2"/>
                </a:cxn>
                <a:cxn ang="0">
                  <a:pos x="connsiteX3" y="connsiteY3"/>
                </a:cxn>
              </a:cxnLst>
              <a:rect l="l" t="t" r="r" b="b"/>
              <a:pathLst>
                <a:path w="4157331" h="3789925">
                  <a:moveTo>
                    <a:pt x="4157331" y="0"/>
                  </a:moveTo>
                  <a:lnTo>
                    <a:pt x="4157331" y="2895722"/>
                  </a:lnTo>
                  <a:lnTo>
                    <a:pt x="1113322" y="3789925"/>
                  </a:lnTo>
                  <a:lnTo>
                    <a:pt x="0" y="0"/>
                  </a:lnTo>
                  <a:close/>
                </a:path>
              </a:pathLst>
            </a:custGeom>
          </p:spPr>
        </p:pic>
        <p:sp>
          <p:nvSpPr>
            <p:cNvPr id="8" name="Oval 7">
              <a:extLst>
                <a:ext uri="{FF2B5EF4-FFF2-40B4-BE49-F238E27FC236}">
                  <a16:creationId xmlns:a16="http://schemas.microsoft.com/office/drawing/2014/main" id="{5F3EF882-1BB7-8DF4-AB6D-C7B2C078B47E}"/>
                </a:ext>
              </a:extLst>
            </p:cNvPr>
            <p:cNvSpPr/>
            <p:nvPr userDrawn="1"/>
          </p:nvSpPr>
          <p:spPr>
            <a:xfrm>
              <a:off x="8461597" y="1897925"/>
              <a:ext cx="2479005" cy="2479005"/>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C3B40192-7C79-4630-B7E6-6E4D661D7152}"/>
                </a:ext>
              </a:extLst>
            </p:cNvPr>
            <p:cNvSpPr/>
            <p:nvPr/>
          </p:nvSpPr>
          <p:spPr>
            <a:xfrm rot="17182235">
              <a:off x="9346063" y="3079848"/>
              <a:ext cx="1317847" cy="1504598"/>
            </a:xfrm>
            <a:custGeom>
              <a:avLst/>
              <a:gdLst>
                <a:gd name="connsiteX0" fmla="*/ 1195786 w 1317847"/>
                <a:gd name="connsiteY0" fmla="*/ 965880 h 1504598"/>
                <a:gd name="connsiteX1" fmla="*/ 1269304 w 1317847"/>
                <a:gd name="connsiteY1" fmla="*/ 1256999 h 1504598"/>
                <a:gd name="connsiteX2" fmla="*/ 1317847 w 1317847"/>
                <a:gd name="connsiteY2" fmla="*/ 1501260 h 1504598"/>
                <a:gd name="connsiteX3" fmla="*/ 1219827 w 1317847"/>
                <a:gd name="connsiteY3" fmla="*/ 1504598 h 1504598"/>
                <a:gd name="connsiteX4" fmla="*/ 50575 w 1317847"/>
                <a:gd name="connsiteY4" fmla="*/ 614279 h 1504598"/>
                <a:gd name="connsiteX5" fmla="*/ 27589 w 1317847"/>
                <a:gd name="connsiteY5" fmla="*/ 5246 h 1504598"/>
                <a:gd name="connsiteX6" fmla="*/ 28986 w 1317847"/>
                <a:gd name="connsiteY6" fmla="*/ 0 h 1504598"/>
                <a:gd name="connsiteX7" fmla="*/ 74428 w 1317847"/>
                <a:gd name="connsiteY7" fmla="*/ 6074 h 1504598"/>
                <a:gd name="connsiteX8" fmla="*/ 142902 w 1317847"/>
                <a:gd name="connsiteY8" fmla="*/ 16249 h 1504598"/>
                <a:gd name="connsiteX9" fmla="*/ 1195786 w 1317847"/>
                <a:gd name="connsiteY9" fmla="*/ 965880 h 150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7847" h="1504598">
                  <a:moveTo>
                    <a:pt x="1195786" y="965880"/>
                  </a:moveTo>
                  <a:cubicBezTo>
                    <a:pt x="1223322" y="1065046"/>
                    <a:pt x="1247815" y="1162014"/>
                    <a:pt x="1269304" y="1256999"/>
                  </a:cubicBezTo>
                  <a:lnTo>
                    <a:pt x="1317847" y="1501260"/>
                  </a:lnTo>
                  <a:lnTo>
                    <a:pt x="1219827" y="1504598"/>
                  </a:lnTo>
                  <a:cubicBezTo>
                    <a:pt x="691487" y="1496236"/>
                    <a:pt x="207341" y="1147934"/>
                    <a:pt x="50575" y="614279"/>
                  </a:cubicBezTo>
                  <a:cubicBezTo>
                    <a:pt x="-9719" y="409027"/>
                    <a:pt x="-14449" y="200645"/>
                    <a:pt x="27589" y="5246"/>
                  </a:cubicBezTo>
                  <a:lnTo>
                    <a:pt x="28986" y="0"/>
                  </a:lnTo>
                  <a:lnTo>
                    <a:pt x="74428" y="6074"/>
                  </a:lnTo>
                  <a:cubicBezTo>
                    <a:pt x="102915" y="10126"/>
                    <a:pt x="125962" y="13621"/>
                    <a:pt x="142902" y="16249"/>
                  </a:cubicBezTo>
                  <a:cubicBezTo>
                    <a:pt x="446541" y="69891"/>
                    <a:pt x="978133" y="182101"/>
                    <a:pt x="1195786" y="965880"/>
                  </a:cubicBezTo>
                  <a:close/>
                </a:path>
              </a:pathLst>
            </a:custGeom>
            <a:solidFill>
              <a:schemeClr val="accent4"/>
            </a:solidFill>
            <a:ln w="22988" cap="flat">
              <a:noFill/>
              <a:prstDash val="solid"/>
              <a:miter/>
            </a:ln>
          </p:spPr>
          <p:txBody>
            <a:bodyPr rtlCol="0" anchor="ctr"/>
            <a:lstStyle/>
            <a:p>
              <a:endParaRPr lang="en-US"/>
            </a:p>
          </p:txBody>
        </p:sp>
      </p:grpSp>
      <p:sp>
        <p:nvSpPr>
          <p:cNvPr id="11" name="Title 10">
            <a:extLst>
              <a:ext uri="{FF2B5EF4-FFF2-40B4-BE49-F238E27FC236}">
                <a16:creationId xmlns:a16="http://schemas.microsoft.com/office/drawing/2014/main" id="{4AE1879E-4C5F-7A41-3531-6B21E03B97F2}"/>
              </a:ext>
            </a:extLst>
          </p:cNvPr>
          <p:cNvSpPr>
            <a:spLocks noGrp="1"/>
          </p:cNvSpPr>
          <p:nvPr>
            <p:ph type="title" hasCustomPrompt="1"/>
          </p:nvPr>
        </p:nvSpPr>
        <p:spPr>
          <a:xfrm>
            <a:off x="595743" y="1897925"/>
            <a:ext cx="6959941" cy="2423441"/>
          </a:xfrm>
          <a:prstGeom prst="rect">
            <a:avLst/>
          </a:prstGeom>
        </p:spPr>
        <p:txBody>
          <a:bodyPr vert="horz" lIns="0" anchor="t" anchorCtr="0">
            <a:noAutofit/>
          </a:bodyPr>
          <a:lstStyle>
            <a:lvl1pPr algn="l">
              <a:defRPr sz="5600" b="0" i="0" baseline="0">
                <a:solidFill>
                  <a:schemeClr val="bg2"/>
                </a:solidFill>
                <a:latin typeface="+mj-lt"/>
                <a:cs typeface="Arial" panose="020B0604020202020204" pitchFamily="34" charset="0"/>
              </a:defRPr>
            </a:lvl1pPr>
          </a:lstStyle>
          <a:p>
            <a:r>
              <a:rPr lang="en-US"/>
              <a:t>Section title</a:t>
            </a:r>
          </a:p>
        </p:txBody>
      </p:sp>
      <p:sp>
        <p:nvSpPr>
          <p:cNvPr id="13" name="Text Placeholder 11">
            <a:extLst>
              <a:ext uri="{FF2B5EF4-FFF2-40B4-BE49-F238E27FC236}">
                <a16:creationId xmlns:a16="http://schemas.microsoft.com/office/drawing/2014/main" id="{DEFA3CEF-2F0D-9172-5573-6E77FBA941A2}"/>
              </a:ext>
            </a:extLst>
          </p:cNvPr>
          <p:cNvSpPr>
            <a:spLocks noGrp="1"/>
          </p:cNvSpPr>
          <p:nvPr>
            <p:ph type="body" sz="quarter" idx="10" hasCustomPrompt="1"/>
          </p:nvPr>
        </p:nvSpPr>
        <p:spPr>
          <a:xfrm>
            <a:off x="595313" y="1136789"/>
            <a:ext cx="1631052" cy="823912"/>
          </a:xfrm>
        </p:spPr>
        <p:txBody>
          <a:bodyPr anchor="b" anchorCtr="0"/>
          <a:lstStyle>
            <a:lvl1pPr>
              <a:spcAft>
                <a:spcPts val="0"/>
              </a:spcAft>
              <a:defRPr sz="6400">
                <a:solidFill>
                  <a:srgbClr val="C7E5FF"/>
                </a:solidFill>
                <a:latin typeface="+mj-lt"/>
              </a:defRPr>
            </a:lvl1pPr>
          </a:lstStyle>
          <a:p>
            <a:pPr lvl="0"/>
            <a:r>
              <a:rPr lang="en-US"/>
              <a:t>01</a:t>
            </a:r>
          </a:p>
        </p:txBody>
      </p:sp>
      <p:sp>
        <p:nvSpPr>
          <p:cNvPr id="4" name="TextBox 3">
            <a:extLst>
              <a:ext uri="{FF2B5EF4-FFF2-40B4-BE49-F238E27FC236}">
                <a16:creationId xmlns:a16="http://schemas.microsoft.com/office/drawing/2014/main" id="{4BB278E6-D0B3-C502-21C3-776F02746026}"/>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402696938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9_Section_Title_3">
    <p:bg>
      <p:bgPr>
        <a:solidFill>
          <a:schemeClr val="accent3"/>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14863321-9677-7DA8-DF55-8E72732F1694}"/>
              </a:ext>
            </a:extLst>
          </p:cNvPr>
          <p:cNvGrpSpPr/>
          <p:nvPr userDrawn="1"/>
        </p:nvGrpSpPr>
        <p:grpSpPr>
          <a:xfrm>
            <a:off x="8352261" y="1897925"/>
            <a:ext cx="4791272" cy="5583457"/>
            <a:chOff x="8352261" y="1897925"/>
            <a:chExt cx="4791272" cy="5583457"/>
          </a:xfrm>
        </p:grpSpPr>
        <p:pic>
          <p:nvPicPr>
            <p:cNvPr id="24" name="Graphic 23">
              <a:extLst>
                <a:ext uri="{FF2B5EF4-FFF2-40B4-BE49-F238E27FC236}">
                  <a16:creationId xmlns:a16="http://schemas.microsoft.com/office/drawing/2014/main" id="{0107B934-24D4-732D-EF57-CDBEF2E5B0AC}"/>
                </a:ext>
              </a:extLst>
            </p:cNvPr>
            <p:cNvPicPr>
              <a:picLocks noChangeAspect="1"/>
            </p:cNvPicPr>
            <p:nvPr userDrawn="1"/>
          </p:nvPicPr>
          <p:blipFill>
            <a:blip r:embed="rId2">
              <a:extLst>
                <a:ext uri="{96DAC541-7B7A-43D3-8B79-37D633B846F1}">
                  <asvg:svgBlip xmlns:asvg="http://schemas.microsoft.com/office/drawing/2016/SVG/main" r:embed="rId3"/>
                </a:ext>
              </a:extLst>
            </a:blip>
            <a:srcRect t="7864"/>
            <a:stretch>
              <a:fillRect/>
            </a:stretch>
          </p:blipFill>
          <p:spPr>
            <a:xfrm rot="8237500">
              <a:off x="8352261" y="2984945"/>
              <a:ext cx="4791272" cy="4414482"/>
            </a:xfrm>
            <a:custGeom>
              <a:avLst/>
              <a:gdLst>
                <a:gd name="connsiteX0" fmla="*/ 0 w 4791272"/>
                <a:gd name="connsiteY0" fmla="*/ 4414481 h 4414482"/>
                <a:gd name="connsiteX1" fmla="*/ 0 w 4791272"/>
                <a:gd name="connsiteY1" fmla="*/ 2673501 h 4414482"/>
                <a:gd name="connsiteX2" fmla="*/ 2467755 w 4791272"/>
                <a:gd name="connsiteY2" fmla="*/ 0 h 4414482"/>
                <a:gd name="connsiteX3" fmla="*/ 4791272 w 4791272"/>
                <a:gd name="connsiteY3" fmla="*/ 2144706 h 4414482"/>
                <a:gd name="connsiteX4" fmla="*/ 4791272 w 4791272"/>
                <a:gd name="connsiteY4" fmla="*/ 4414482 h 44144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1272" h="4414482">
                  <a:moveTo>
                    <a:pt x="0" y="4414481"/>
                  </a:moveTo>
                  <a:lnTo>
                    <a:pt x="0" y="2673501"/>
                  </a:lnTo>
                  <a:lnTo>
                    <a:pt x="2467755" y="0"/>
                  </a:lnTo>
                  <a:lnTo>
                    <a:pt x="4791272" y="2144706"/>
                  </a:lnTo>
                  <a:lnTo>
                    <a:pt x="4791272" y="4414482"/>
                  </a:lnTo>
                  <a:close/>
                </a:path>
              </a:pathLst>
            </a:custGeom>
          </p:spPr>
        </p:pic>
        <p:pic>
          <p:nvPicPr>
            <p:cNvPr id="29" name="Graphic 28">
              <a:extLst>
                <a:ext uri="{FF2B5EF4-FFF2-40B4-BE49-F238E27FC236}">
                  <a16:creationId xmlns:a16="http://schemas.microsoft.com/office/drawing/2014/main" id="{88FDAE15-463B-81B4-6262-21DEB790DA26}"/>
                </a:ext>
              </a:extLst>
            </p:cNvPr>
            <p:cNvPicPr>
              <a:picLocks noChangeAspect="1"/>
            </p:cNvPicPr>
            <p:nvPr userDrawn="1"/>
          </p:nvPicPr>
          <p:blipFill>
            <a:blip r:embed="rId4">
              <a:extLst>
                <a:ext uri="{96DAC541-7B7A-43D3-8B79-37D633B846F1}">
                  <asvg:svgBlip xmlns:asvg="http://schemas.microsoft.com/office/drawing/2016/SVG/main" r:embed="rId5"/>
                </a:ext>
              </a:extLst>
            </a:blip>
            <a:srcRect l="7170" b="15374"/>
            <a:stretch>
              <a:fillRect/>
            </a:stretch>
          </p:blipFill>
          <p:spPr>
            <a:xfrm rot="17182235">
              <a:off x="8567278" y="3507754"/>
              <a:ext cx="4157331" cy="3789925"/>
            </a:xfrm>
            <a:custGeom>
              <a:avLst/>
              <a:gdLst>
                <a:gd name="connsiteX0" fmla="*/ 4157331 w 4157331"/>
                <a:gd name="connsiteY0" fmla="*/ 0 h 3789925"/>
                <a:gd name="connsiteX1" fmla="*/ 4157331 w 4157331"/>
                <a:gd name="connsiteY1" fmla="*/ 2895722 h 3789925"/>
                <a:gd name="connsiteX2" fmla="*/ 1113322 w 4157331"/>
                <a:gd name="connsiteY2" fmla="*/ 3789925 h 3789925"/>
                <a:gd name="connsiteX3" fmla="*/ 0 w 4157331"/>
                <a:gd name="connsiteY3" fmla="*/ 0 h 3789925"/>
              </a:gdLst>
              <a:ahLst/>
              <a:cxnLst>
                <a:cxn ang="0">
                  <a:pos x="connsiteX0" y="connsiteY0"/>
                </a:cxn>
                <a:cxn ang="0">
                  <a:pos x="connsiteX1" y="connsiteY1"/>
                </a:cxn>
                <a:cxn ang="0">
                  <a:pos x="connsiteX2" y="connsiteY2"/>
                </a:cxn>
                <a:cxn ang="0">
                  <a:pos x="connsiteX3" y="connsiteY3"/>
                </a:cxn>
              </a:cxnLst>
              <a:rect l="l" t="t" r="r" b="b"/>
              <a:pathLst>
                <a:path w="4157331" h="3789925">
                  <a:moveTo>
                    <a:pt x="4157331" y="0"/>
                  </a:moveTo>
                  <a:lnTo>
                    <a:pt x="4157331" y="2895722"/>
                  </a:lnTo>
                  <a:lnTo>
                    <a:pt x="1113322" y="3789925"/>
                  </a:lnTo>
                  <a:lnTo>
                    <a:pt x="0" y="0"/>
                  </a:lnTo>
                  <a:close/>
                </a:path>
              </a:pathLst>
            </a:custGeom>
          </p:spPr>
        </p:pic>
        <p:sp>
          <p:nvSpPr>
            <p:cNvPr id="8" name="Oval 7">
              <a:extLst>
                <a:ext uri="{FF2B5EF4-FFF2-40B4-BE49-F238E27FC236}">
                  <a16:creationId xmlns:a16="http://schemas.microsoft.com/office/drawing/2014/main" id="{5F3EF882-1BB7-8DF4-AB6D-C7B2C078B47E}"/>
                </a:ext>
              </a:extLst>
            </p:cNvPr>
            <p:cNvSpPr/>
            <p:nvPr userDrawn="1"/>
          </p:nvSpPr>
          <p:spPr>
            <a:xfrm>
              <a:off x="8461597" y="1897925"/>
              <a:ext cx="2479005" cy="247900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C3B40192-7C79-4630-B7E6-6E4D661D7152}"/>
                </a:ext>
              </a:extLst>
            </p:cNvPr>
            <p:cNvSpPr/>
            <p:nvPr/>
          </p:nvSpPr>
          <p:spPr>
            <a:xfrm rot="17182235">
              <a:off x="9346063" y="3079848"/>
              <a:ext cx="1317847" cy="1504598"/>
            </a:xfrm>
            <a:custGeom>
              <a:avLst/>
              <a:gdLst>
                <a:gd name="connsiteX0" fmla="*/ 1195786 w 1317847"/>
                <a:gd name="connsiteY0" fmla="*/ 965880 h 1504598"/>
                <a:gd name="connsiteX1" fmla="*/ 1269304 w 1317847"/>
                <a:gd name="connsiteY1" fmla="*/ 1256999 h 1504598"/>
                <a:gd name="connsiteX2" fmla="*/ 1317847 w 1317847"/>
                <a:gd name="connsiteY2" fmla="*/ 1501260 h 1504598"/>
                <a:gd name="connsiteX3" fmla="*/ 1219827 w 1317847"/>
                <a:gd name="connsiteY3" fmla="*/ 1504598 h 1504598"/>
                <a:gd name="connsiteX4" fmla="*/ 50575 w 1317847"/>
                <a:gd name="connsiteY4" fmla="*/ 614279 h 1504598"/>
                <a:gd name="connsiteX5" fmla="*/ 27589 w 1317847"/>
                <a:gd name="connsiteY5" fmla="*/ 5246 h 1504598"/>
                <a:gd name="connsiteX6" fmla="*/ 28986 w 1317847"/>
                <a:gd name="connsiteY6" fmla="*/ 0 h 1504598"/>
                <a:gd name="connsiteX7" fmla="*/ 74428 w 1317847"/>
                <a:gd name="connsiteY7" fmla="*/ 6074 h 1504598"/>
                <a:gd name="connsiteX8" fmla="*/ 142902 w 1317847"/>
                <a:gd name="connsiteY8" fmla="*/ 16249 h 1504598"/>
                <a:gd name="connsiteX9" fmla="*/ 1195786 w 1317847"/>
                <a:gd name="connsiteY9" fmla="*/ 965880 h 150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7847" h="1504598">
                  <a:moveTo>
                    <a:pt x="1195786" y="965880"/>
                  </a:moveTo>
                  <a:cubicBezTo>
                    <a:pt x="1223322" y="1065046"/>
                    <a:pt x="1247815" y="1162014"/>
                    <a:pt x="1269304" y="1256999"/>
                  </a:cubicBezTo>
                  <a:lnTo>
                    <a:pt x="1317847" y="1501260"/>
                  </a:lnTo>
                  <a:lnTo>
                    <a:pt x="1219827" y="1504598"/>
                  </a:lnTo>
                  <a:cubicBezTo>
                    <a:pt x="691487" y="1496236"/>
                    <a:pt x="207341" y="1147934"/>
                    <a:pt x="50575" y="614279"/>
                  </a:cubicBezTo>
                  <a:cubicBezTo>
                    <a:pt x="-9719" y="409027"/>
                    <a:pt x="-14449" y="200645"/>
                    <a:pt x="27589" y="5246"/>
                  </a:cubicBezTo>
                  <a:lnTo>
                    <a:pt x="28986" y="0"/>
                  </a:lnTo>
                  <a:lnTo>
                    <a:pt x="74428" y="6074"/>
                  </a:lnTo>
                  <a:cubicBezTo>
                    <a:pt x="102915" y="10126"/>
                    <a:pt x="125962" y="13621"/>
                    <a:pt x="142902" y="16249"/>
                  </a:cubicBezTo>
                  <a:cubicBezTo>
                    <a:pt x="446541" y="69891"/>
                    <a:pt x="978133" y="182101"/>
                    <a:pt x="1195786" y="965880"/>
                  </a:cubicBezTo>
                  <a:close/>
                </a:path>
              </a:pathLst>
            </a:custGeom>
            <a:solidFill>
              <a:schemeClr val="accent1"/>
            </a:solidFill>
            <a:ln w="22988" cap="flat">
              <a:noFill/>
              <a:prstDash val="solid"/>
              <a:miter/>
            </a:ln>
          </p:spPr>
          <p:txBody>
            <a:bodyPr rtlCol="0" anchor="ctr"/>
            <a:lstStyle/>
            <a:p>
              <a:endParaRPr lang="en-US"/>
            </a:p>
          </p:txBody>
        </p:sp>
      </p:grpSp>
      <p:sp>
        <p:nvSpPr>
          <p:cNvPr id="11" name="Title 10">
            <a:extLst>
              <a:ext uri="{FF2B5EF4-FFF2-40B4-BE49-F238E27FC236}">
                <a16:creationId xmlns:a16="http://schemas.microsoft.com/office/drawing/2014/main" id="{4AE1879E-4C5F-7A41-3531-6B21E03B97F2}"/>
              </a:ext>
            </a:extLst>
          </p:cNvPr>
          <p:cNvSpPr>
            <a:spLocks noGrp="1"/>
          </p:cNvSpPr>
          <p:nvPr>
            <p:ph type="title" hasCustomPrompt="1"/>
          </p:nvPr>
        </p:nvSpPr>
        <p:spPr>
          <a:xfrm>
            <a:off x="595743" y="1897925"/>
            <a:ext cx="6959941" cy="2423441"/>
          </a:xfrm>
          <a:prstGeom prst="rect">
            <a:avLst/>
          </a:prstGeom>
        </p:spPr>
        <p:txBody>
          <a:bodyPr vert="horz" lIns="0" anchor="t" anchorCtr="0">
            <a:noAutofit/>
          </a:bodyPr>
          <a:lstStyle>
            <a:lvl1pPr algn="l">
              <a:defRPr sz="5600" b="0" i="0" baseline="0">
                <a:solidFill>
                  <a:schemeClr val="bg2"/>
                </a:solidFill>
                <a:latin typeface="+mj-lt"/>
                <a:cs typeface="Arial" panose="020B0604020202020204" pitchFamily="34" charset="0"/>
              </a:defRPr>
            </a:lvl1pPr>
          </a:lstStyle>
          <a:p>
            <a:r>
              <a:rPr lang="en-US"/>
              <a:t>Section title</a:t>
            </a:r>
          </a:p>
        </p:txBody>
      </p:sp>
      <p:sp>
        <p:nvSpPr>
          <p:cNvPr id="13" name="Text Placeholder 11">
            <a:extLst>
              <a:ext uri="{FF2B5EF4-FFF2-40B4-BE49-F238E27FC236}">
                <a16:creationId xmlns:a16="http://schemas.microsoft.com/office/drawing/2014/main" id="{DEFA3CEF-2F0D-9172-5573-6E77FBA941A2}"/>
              </a:ext>
            </a:extLst>
          </p:cNvPr>
          <p:cNvSpPr>
            <a:spLocks noGrp="1"/>
          </p:cNvSpPr>
          <p:nvPr>
            <p:ph type="body" sz="quarter" idx="10" hasCustomPrompt="1"/>
          </p:nvPr>
        </p:nvSpPr>
        <p:spPr>
          <a:xfrm>
            <a:off x="595313" y="1136789"/>
            <a:ext cx="1631052" cy="823912"/>
          </a:xfrm>
        </p:spPr>
        <p:txBody>
          <a:bodyPr anchor="b" anchorCtr="0"/>
          <a:lstStyle>
            <a:lvl1pPr>
              <a:spcAft>
                <a:spcPts val="0"/>
              </a:spcAft>
              <a:defRPr sz="6400">
                <a:solidFill>
                  <a:schemeClr val="bg1"/>
                </a:solidFill>
                <a:latin typeface="+mj-lt"/>
              </a:defRPr>
            </a:lvl1pPr>
          </a:lstStyle>
          <a:p>
            <a:pPr lvl="0"/>
            <a:r>
              <a:rPr lang="en-US"/>
              <a:t>01</a:t>
            </a:r>
          </a:p>
        </p:txBody>
      </p:sp>
      <p:sp>
        <p:nvSpPr>
          <p:cNvPr id="4" name="TextBox 3">
            <a:extLst>
              <a:ext uri="{FF2B5EF4-FFF2-40B4-BE49-F238E27FC236}">
                <a16:creationId xmlns:a16="http://schemas.microsoft.com/office/drawing/2014/main" id="{329EE8BE-7825-F597-BC3E-77E2DBC916D3}"/>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16816137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showMasterSp="0" preserve="1" userDrawn="1">
  <p:cSld name="2_Section_Title_3">
    <p:bg>
      <p:bgPr>
        <a:solidFill>
          <a:schemeClr val="accent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8ED4F2FC-291A-0287-AEF6-24E8BB9173E4}"/>
              </a:ext>
            </a:extLst>
          </p:cNvPr>
          <p:cNvGrpSpPr/>
          <p:nvPr userDrawn="1"/>
        </p:nvGrpSpPr>
        <p:grpSpPr>
          <a:xfrm>
            <a:off x="8352261" y="1897925"/>
            <a:ext cx="4791272" cy="5583457"/>
            <a:chOff x="8352261" y="1897925"/>
            <a:chExt cx="4791272" cy="5583457"/>
          </a:xfrm>
        </p:grpSpPr>
        <p:pic>
          <p:nvPicPr>
            <p:cNvPr id="24" name="Graphic 23">
              <a:extLst>
                <a:ext uri="{FF2B5EF4-FFF2-40B4-BE49-F238E27FC236}">
                  <a16:creationId xmlns:a16="http://schemas.microsoft.com/office/drawing/2014/main" id="{0107B934-24D4-732D-EF57-CDBEF2E5B0AC}"/>
                </a:ext>
              </a:extLst>
            </p:cNvPr>
            <p:cNvPicPr>
              <a:picLocks noChangeAspect="1"/>
            </p:cNvPicPr>
            <p:nvPr userDrawn="1"/>
          </p:nvPicPr>
          <p:blipFill>
            <a:blip r:embed="rId2">
              <a:extLst>
                <a:ext uri="{96DAC541-7B7A-43D3-8B79-37D633B846F1}">
                  <asvg:svgBlip xmlns:asvg="http://schemas.microsoft.com/office/drawing/2016/SVG/main" r:embed="rId3"/>
                </a:ext>
              </a:extLst>
            </a:blip>
            <a:srcRect t="7864"/>
            <a:stretch>
              <a:fillRect/>
            </a:stretch>
          </p:blipFill>
          <p:spPr>
            <a:xfrm rot="8237500">
              <a:off x="8352261" y="2984945"/>
              <a:ext cx="4791272" cy="4414482"/>
            </a:xfrm>
            <a:custGeom>
              <a:avLst/>
              <a:gdLst>
                <a:gd name="connsiteX0" fmla="*/ 0 w 4791272"/>
                <a:gd name="connsiteY0" fmla="*/ 4414481 h 4414482"/>
                <a:gd name="connsiteX1" fmla="*/ 0 w 4791272"/>
                <a:gd name="connsiteY1" fmla="*/ 2673501 h 4414482"/>
                <a:gd name="connsiteX2" fmla="*/ 2467755 w 4791272"/>
                <a:gd name="connsiteY2" fmla="*/ 0 h 4414482"/>
                <a:gd name="connsiteX3" fmla="*/ 4791272 w 4791272"/>
                <a:gd name="connsiteY3" fmla="*/ 2144706 h 4414482"/>
                <a:gd name="connsiteX4" fmla="*/ 4791272 w 4791272"/>
                <a:gd name="connsiteY4" fmla="*/ 4414482 h 441448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91272" h="4414482">
                  <a:moveTo>
                    <a:pt x="0" y="4414481"/>
                  </a:moveTo>
                  <a:lnTo>
                    <a:pt x="0" y="2673501"/>
                  </a:lnTo>
                  <a:lnTo>
                    <a:pt x="2467755" y="0"/>
                  </a:lnTo>
                  <a:lnTo>
                    <a:pt x="4791272" y="2144706"/>
                  </a:lnTo>
                  <a:lnTo>
                    <a:pt x="4791272" y="4414482"/>
                  </a:lnTo>
                  <a:close/>
                </a:path>
              </a:pathLst>
            </a:custGeom>
          </p:spPr>
        </p:pic>
        <p:pic>
          <p:nvPicPr>
            <p:cNvPr id="29" name="Graphic 28">
              <a:extLst>
                <a:ext uri="{FF2B5EF4-FFF2-40B4-BE49-F238E27FC236}">
                  <a16:creationId xmlns:a16="http://schemas.microsoft.com/office/drawing/2014/main" id="{88FDAE15-463B-81B4-6262-21DEB790DA26}"/>
                </a:ext>
              </a:extLst>
            </p:cNvPr>
            <p:cNvPicPr>
              <a:picLocks noChangeAspect="1"/>
            </p:cNvPicPr>
            <p:nvPr userDrawn="1"/>
          </p:nvPicPr>
          <p:blipFill>
            <a:blip r:embed="rId4">
              <a:extLst>
                <a:ext uri="{96DAC541-7B7A-43D3-8B79-37D633B846F1}">
                  <asvg:svgBlip xmlns:asvg="http://schemas.microsoft.com/office/drawing/2016/SVG/main" r:embed="rId5"/>
                </a:ext>
              </a:extLst>
            </a:blip>
            <a:srcRect l="7170" b="15374"/>
            <a:stretch>
              <a:fillRect/>
            </a:stretch>
          </p:blipFill>
          <p:spPr>
            <a:xfrm rot="17182235">
              <a:off x="8567278" y="3507754"/>
              <a:ext cx="4157331" cy="3789925"/>
            </a:xfrm>
            <a:custGeom>
              <a:avLst/>
              <a:gdLst>
                <a:gd name="connsiteX0" fmla="*/ 4157331 w 4157331"/>
                <a:gd name="connsiteY0" fmla="*/ 0 h 3789925"/>
                <a:gd name="connsiteX1" fmla="*/ 4157331 w 4157331"/>
                <a:gd name="connsiteY1" fmla="*/ 2895722 h 3789925"/>
                <a:gd name="connsiteX2" fmla="*/ 1113322 w 4157331"/>
                <a:gd name="connsiteY2" fmla="*/ 3789925 h 3789925"/>
                <a:gd name="connsiteX3" fmla="*/ 0 w 4157331"/>
                <a:gd name="connsiteY3" fmla="*/ 0 h 3789925"/>
              </a:gdLst>
              <a:ahLst/>
              <a:cxnLst>
                <a:cxn ang="0">
                  <a:pos x="connsiteX0" y="connsiteY0"/>
                </a:cxn>
                <a:cxn ang="0">
                  <a:pos x="connsiteX1" y="connsiteY1"/>
                </a:cxn>
                <a:cxn ang="0">
                  <a:pos x="connsiteX2" y="connsiteY2"/>
                </a:cxn>
                <a:cxn ang="0">
                  <a:pos x="connsiteX3" y="connsiteY3"/>
                </a:cxn>
              </a:cxnLst>
              <a:rect l="l" t="t" r="r" b="b"/>
              <a:pathLst>
                <a:path w="4157331" h="3789925">
                  <a:moveTo>
                    <a:pt x="4157331" y="0"/>
                  </a:moveTo>
                  <a:lnTo>
                    <a:pt x="4157331" y="2895722"/>
                  </a:lnTo>
                  <a:lnTo>
                    <a:pt x="1113322" y="3789925"/>
                  </a:lnTo>
                  <a:lnTo>
                    <a:pt x="0" y="0"/>
                  </a:lnTo>
                  <a:close/>
                </a:path>
              </a:pathLst>
            </a:custGeom>
          </p:spPr>
        </p:pic>
        <p:sp>
          <p:nvSpPr>
            <p:cNvPr id="8" name="Oval 7">
              <a:extLst>
                <a:ext uri="{FF2B5EF4-FFF2-40B4-BE49-F238E27FC236}">
                  <a16:creationId xmlns:a16="http://schemas.microsoft.com/office/drawing/2014/main" id="{5F3EF882-1BB7-8DF4-AB6D-C7B2C078B47E}"/>
                </a:ext>
              </a:extLst>
            </p:cNvPr>
            <p:cNvSpPr/>
            <p:nvPr userDrawn="1"/>
          </p:nvSpPr>
          <p:spPr>
            <a:xfrm>
              <a:off x="8461597" y="1897925"/>
              <a:ext cx="2479005" cy="2479005"/>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13">
              <a:extLst>
                <a:ext uri="{FF2B5EF4-FFF2-40B4-BE49-F238E27FC236}">
                  <a16:creationId xmlns:a16="http://schemas.microsoft.com/office/drawing/2014/main" id="{C3B40192-7C79-4630-B7E6-6E4D661D7152}"/>
                </a:ext>
              </a:extLst>
            </p:cNvPr>
            <p:cNvSpPr/>
            <p:nvPr/>
          </p:nvSpPr>
          <p:spPr>
            <a:xfrm rot="17182235">
              <a:off x="9346063" y="3079848"/>
              <a:ext cx="1317847" cy="1504598"/>
            </a:xfrm>
            <a:custGeom>
              <a:avLst/>
              <a:gdLst>
                <a:gd name="connsiteX0" fmla="*/ 1195786 w 1317847"/>
                <a:gd name="connsiteY0" fmla="*/ 965880 h 1504598"/>
                <a:gd name="connsiteX1" fmla="*/ 1269304 w 1317847"/>
                <a:gd name="connsiteY1" fmla="*/ 1256999 h 1504598"/>
                <a:gd name="connsiteX2" fmla="*/ 1317847 w 1317847"/>
                <a:gd name="connsiteY2" fmla="*/ 1501260 h 1504598"/>
                <a:gd name="connsiteX3" fmla="*/ 1219827 w 1317847"/>
                <a:gd name="connsiteY3" fmla="*/ 1504598 h 1504598"/>
                <a:gd name="connsiteX4" fmla="*/ 50575 w 1317847"/>
                <a:gd name="connsiteY4" fmla="*/ 614279 h 1504598"/>
                <a:gd name="connsiteX5" fmla="*/ 27589 w 1317847"/>
                <a:gd name="connsiteY5" fmla="*/ 5246 h 1504598"/>
                <a:gd name="connsiteX6" fmla="*/ 28986 w 1317847"/>
                <a:gd name="connsiteY6" fmla="*/ 0 h 1504598"/>
                <a:gd name="connsiteX7" fmla="*/ 74428 w 1317847"/>
                <a:gd name="connsiteY7" fmla="*/ 6074 h 1504598"/>
                <a:gd name="connsiteX8" fmla="*/ 142902 w 1317847"/>
                <a:gd name="connsiteY8" fmla="*/ 16249 h 1504598"/>
                <a:gd name="connsiteX9" fmla="*/ 1195786 w 1317847"/>
                <a:gd name="connsiteY9" fmla="*/ 965880 h 150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7847" h="1504598">
                  <a:moveTo>
                    <a:pt x="1195786" y="965880"/>
                  </a:moveTo>
                  <a:cubicBezTo>
                    <a:pt x="1223322" y="1065046"/>
                    <a:pt x="1247815" y="1162014"/>
                    <a:pt x="1269304" y="1256999"/>
                  </a:cubicBezTo>
                  <a:lnTo>
                    <a:pt x="1317847" y="1501260"/>
                  </a:lnTo>
                  <a:lnTo>
                    <a:pt x="1219827" y="1504598"/>
                  </a:lnTo>
                  <a:cubicBezTo>
                    <a:pt x="691487" y="1496236"/>
                    <a:pt x="207341" y="1147934"/>
                    <a:pt x="50575" y="614279"/>
                  </a:cubicBezTo>
                  <a:cubicBezTo>
                    <a:pt x="-9719" y="409027"/>
                    <a:pt x="-14449" y="200645"/>
                    <a:pt x="27589" y="5246"/>
                  </a:cubicBezTo>
                  <a:lnTo>
                    <a:pt x="28986" y="0"/>
                  </a:lnTo>
                  <a:lnTo>
                    <a:pt x="74428" y="6074"/>
                  </a:lnTo>
                  <a:cubicBezTo>
                    <a:pt x="102915" y="10126"/>
                    <a:pt x="125962" y="13621"/>
                    <a:pt x="142902" y="16249"/>
                  </a:cubicBezTo>
                  <a:cubicBezTo>
                    <a:pt x="446541" y="69891"/>
                    <a:pt x="978133" y="182101"/>
                    <a:pt x="1195786" y="965880"/>
                  </a:cubicBezTo>
                  <a:close/>
                </a:path>
              </a:pathLst>
            </a:custGeom>
            <a:solidFill>
              <a:schemeClr val="accent4"/>
            </a:solidFill>
            <a:ln w="22988" cap="flat">
              <a:noFill/>
              <a:prstDash val="solid"/>
              <a:miter/>
            </a:ln>
          </p:spPr>
          <p:txBody>
            <a:bodyPr rtlCol="0" anchor="ctr"/>
            <a:lstStyle/>
            <a:p>
              <a:endParaRPr lang="en-US"/>
            </a:p>
          </p:txBody>
        </p:sp>
      </p:grpSp>
      <p:sp>
        <p:nvSpPr>
          <p:cNvPr id="11" name="Title 10">
            <a:extLst>
              <a:ext uri="{FF2B5EF4-FFF2-40B4-BE49-F238E27FC236}">
                <a16:creationId xmlns:a16="http://schemas.microsoft.com/office/drawing/2014/main" id="{4AE1879E-4C5F-7A41-3531-6B21E03B97F2}"/>
              </a:ext>
            </a:extLst>
          </p:cNvPr>
          <p:cNvSpPr>
            <a:spLocks noGrp="1"/>
          </p:cNvSpPr>
          <p:nvPr>
            <p:ph type="title" hasCustomPrompt="1"/>
          </p:nvPr>
        </p:nvSpPr>
        <p:spPr>
          <a:xfrm>
            <a:off x="595743" y="1897925"/>
            <a:ext cx="6959941" cy="2423441"/>
          </a:xfrm>
          <a:prstGeom prst="rect">
            <a:avLst/>
          </a:prstGeom>
        </p:spPr>
        <p:txBody>
          <a:bodyPr vert="horz" lIns="0" anchor="t" anchorCtr="0">
            <a:noAutofit/>
          </a:bodyPr>
          <a:lstStyle>
            <a:lvl1pPr algn="l">
              <a:defRPr sz="5600" b="0" i="0" baseline="0">
                <a:solidFill>
                  <a:schemeClr val="tx1"/>
                </a:solidFill>
                <a:latin typeface="+mj-lt"/>
                <a:cs typeface="Arial" panose="020B0604020202020204" pitchFamily="34" charset="0"/>
              </a:defRPr>
            </a:lvl1pPr>
          </a:lstStyle>
          <a:p>
            <a:r>
              <a:rPr lang="en-US"/>
              <a:t>Section title</a:t>
            </a:r>
          </a:p>
        </p:txBody>
      </p:sp>
      <p:sp>
        <p:nvSpPr>
          <p:cNvPr id="13" name="Text Placeholder 11">
            <a:extLst>
              <a:ext uri="{FF2B5EF4-FFF2-40B4-BE49-F238E27FC236}">
                <a16:creationId xmlns:a16="http://schemas.microsoft.com/office/drawing/2014/main" id="{DEFA3CEF-2F0D-9172-5573-6E77FBA941A2}"/>
              </a:ext>
            </a:extLst>
          </p:cNvPr>
          <p:cNvSpPr>
            <a:spLocks noGrp="1"/>
          </p:cNvSpPr>
          <p:nvPr>
            <p:ph type="body" sz="quarter" idx="10" hasCustomPrompt="1"/>
          </p:nvPr>
        </p:nvSpPr>
        <p:spPr>
          <a:xfrm>
            <a:off x="595313" y="1136789"/>
            <a:ext cx="1631052" cy="823912"/>
          </a:xfrm>
        </p:spPr>
        <p:txBody>
          <a:bodyPr anchor="b" anchorCtr="0"/>
          <a:lstStyle>
            <a:lvl1pPr>
              <a:spcAft>
                <a:spcPts val="0"/>
              </a:spcAft>
              <a:defRPr sz="6400">
                <a:solidFill>
                  <a:schemeClr val="tx2"/>
                </a:solidFill>
                <a:latin typeface="+mj-lt"/>
              </a:defRPr>
            </a:lvl1pPr>
          </a:lstStyle>
          <a:p>
            <a:pPr lvl="0"/>
            <a:r>
              <a:rPr lang="en-US"/>
              <a:t>01</a:t>
            </a:r>
          </a:p>
        </p:txBody>
      </p:sp>
      <p:sp>
        <p:nvSpPr>
          <p:cNvPr id="4" name="TextBox 3">
            <a:extLst>
              <a:ext uri="{FF2B5EF4-FFF2-40B4-BE49-F238E27FC236}">
                <a16:creationId xmlns:a16="http://schemas.microsoft.com/office/drawing/2014/main" id="{053613AE-FC87-E08B-EB9C-1C14F377F9C9}"/>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2"/>
                </a:solidFill>
                <a:latin typeface="Clarika Grotesque" pitchFamily="2" charset="77"/>
              </a:rPr>
              <a:t>© Dayforce</a:t>
            </a:r>
          </a:p>
        </p:txBody>
      </p:sp>
    </p:spTree>
    <p:extLst>
      <p:ext uri="{BB962C8B-B14F-4D97-AF65-F5344CB8AC3E}">
        <p14:creationId xmlns:p14="http://schemas.microsoft.com/office/powerpoint/2010/main" val="1515403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1_Section_Title_2">
    <p:bg>
      <p:bgPr>
        <a:solidFill>
          <a:schemeClr val="tx2"/>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49803731-27E8-56B7-F347-BB8F724AB852}"/>
              </a:ext>
            </a:extLst>
          </p:cNvPr>
          <p:cNvSpPr/>
          <p:nvPr userDrawn="1"/>
        </p:nvSpPr>
        <p:spPr>
          <a:xfrm rot="5400000">
            <a:off x="7464833" y="797211"/>
            <a:ext cx="5524375" cy="3929956"/>
          </a:xfrm>
          <a:custGeom>
            <a:avLst/>
            <a:gdLst>
              <a:gd name="connsiteX0" fmla="*/ 0 w 5524375"/>
              <a:gd name="connsiteY0" fmla="*/ 3735468 h 3929956"/>
              <a:gd name="connsiteX1" fmla="*/ 0 w 5524375"/>
              <a:gd name="connsiteY1" fmla="*/ 0 h 3929956"/>
              <a:gd name="connsiteX2" fmla="*/ 5513553 w 5524375"/>
              <a:gd name="connsiteY2" fmla="*/ 0 h 3929956"/>
              <a:gd name="connsiteX3" fmla="*/ 5518017 w 5524375"/>
              <a:gd name="connsiteY3" fmla="*/ 57498 h 3929956"/>
              <a:gd name="connsiteX4" fmla="*/ 5366085 w 5524375"/>
              <a:gd name="connsiteY4" fmla="*/ 1688907 h 3929956"/>
              <a:gd name="connsiteX5" fmla="*/ 3029666 w 5524375"/>
              <a:gd name="connsiteY5" fmla="*/ 3844217 h 3929956"/>
              <a:gd name="connsiteX6" fmla="*/ 3008203 w 5524375"/>
              <a:gd name="connsiteY6" fmla="*/ 3846698 h 3929956"/>
              <a:gd name="connsiteX7" fmla="*/ 3008202 w 5524375"/>
              <a:gd name="connsiteY7" fmla="*/ 3846699 h 3929956"/>
              <a:gd name="connsiteX8" fmla="*/ 2858806 w 5524375"/>
              <a:gd name="connsiteY8" fmla="*/ 3863973 h 3929956"/>
              <a:gd name="connsiteX9" fmla="*/ 1874689 w 5524375"/>
              <a:gd name="connsiteY9" fmla="*/ 3929898 h 3929956"/>
              <a:gd name="connsiteX10" fmla="*/ 185502 w 5524375"/>
              <a:gd name="connsiteY10" fmla="*/ 3784824 h 3929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24375" h="3929956">
                <a:moveTo>
                  <a:pt x="0" y="3735468"/>
                </a:moveTo>
                <a:lnTo>
                  <a:pt x="0" y="0"/>
                </a:lnTo>
                <a:lnTo>
                  <a:pt x="5513553" y="0"/>
                </a:lnTo>
                <a:lnTo>
                  <a:pt x="5518017" y="57498"/>
                </a:lnTo>
                <a:cubicBezTo>
                  <a:pt x="5543637" y="629224"/>
                  <a:pt x="5491603" y="1165222"/>
                  <a:pt x="5366085" y="1688907"/>
                </a:cubicBezTo>
                <a:cubicBezTo>
                  <a:pt x="5010880" y="3170675"/>
                  <a:pt x="4475101" y="3661483"/>
                  <a:pt x="3029666" y="3844217"/>
                </a:cubicBezTo>
                <a:lnTo>
                  <a:pt x="3008203" y="3846698"/>
                </a:lnTo>
                <a:lnTo>
                  <a:pt x="3008202" y="3846699"/>
                </a:lnTo>
                <a:lnTo>
                  <a:pt x="2858806" y="3863973"/>
                </a:lnTo>
                <a:cubicBezTo>
                  <a:pt x="2567173" y="3894752"/>
                  <a:pt x="2240863" y="3915108"/>
                  <a:pt x="1874689" y="3929898"/>
                </a:cubicBezTo>
                <a:cubicBezTo>
                  <a:pt x="1186269" y="3931806"/>
                  <a:pt x="633515" y="3886962"/>
                  <a:pt x="185502" y="3784824"/>
                </a:cubicBezTo>
                <a:close/>
              </a:path>
            </a:pathLst>
          </a:custGeom>
          <a:solidFill>
            <a:schemeClr val="accent4"/>
          </a:solidFill>
          <a:ln w="41377" cap="flat">
            <a:noFill/>
            <a:prstDash val="solid"/>
            <a:miter/>
          </a:ln>
        </p:spPr>
        <p:txBody>
          <a:bodyPr wrap="square" rtlCol="0" anchor="ctr">
            <a:noAutofit/>
          </a:bodyPr>
          <a:lstStyle/>
          <a:p>
            <a:endParaRPr lang="en-US"/>
          </a:p>
        </p:txBody>
      </p:sp>
      <p:sp>
        <p:nvSpPr>
          <p:cNvPr id="7" name="Freeform 6">
            <a:extLst>
              <a:ext uri="{FF2B5EF4-FFF2-40B4-BE49-F238E27FC236}">
                <a16:creationId xmlns:a16="http://schemas.microsoft.com/office/drawing/2014/main" id="{1E553404-B099-D343-71EF-43517D8B1769}"/>
              </a:ext>
            </a:extLst>
          </p:cNvPr>
          <p:cNvSpPr/>
          <p:nvPr userDrawn="1"/>
        </p:nvSpPr>
        <p:spPr>
          <a:xfrm rot="5400000">
            <a:off x="7228834" y="115192"/>
            <a:ext cx="5078353" cy="4847975"/>
          </a:xfrm>
          <a:custGeom>
            <a:avLst/>
            <a:gdLst>
              <a:gd name="connsiteX0" fmla="*/ 0 w 5078353"/>
              <a:gd name="connsiteY0" fmla="*/ 4783541 h 4847975"/>
              <a:gd name="connsiteX1" fmla="*/ 0 w 5078353"/>
              <a:gd name="connsiteY1" fmla="*/ 0 h 4847975"/>
              <a:gd name="connsiteX2" fmla="*/ 4828605 w 5078353"/>
              <a:gd name="connsiteY2" fmla="*/ 0 h 4847975"/>
              <a:gd name="connsiteX3" fmla="*/ 4914311 w 5078353"/>
              <a:gd name="connsiteY3" fmla="*/ 269010 h 4847975"/>
              <a:gd name="connsiteX4" fmla="*/ 3178495 w 5078353"/>
              <a:gd name="connsiteY4" fmla="*/ 3727741 h 4847975"/>
              <a:gd name="connsiteX5" fmla="*/ 3008202 w 5078353"/>
              <a:gd name="connsiteY5" fmla="*/ 3846698 h 4847975"/>
              <a:gd name="connsiteX6" fmla="*/ 3008200 w 5078353"/>
              <a:gd name="connsiteY6" fmla="*/ 3846698 h 4847975"/>
              <a:gd name="connsiteX7" fmla="*/ 2995214 w 5078353"/>
              <a:gd name="connsiteY7" fmla="*/ 3855770 h 4847975"/>
              <a:gd name="connsiteX8" fmla="*/ 14831 w 5078353"/>
              <a:gd name="connsiteY8" fmla="*/ 4788166 h 4847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78353" h="4847975">
                <a:moveTo>
                  <a:pt x="0" y="4783541"/>
                </a:moveTo>
                <a:lnTo>
                  <a:pt x="0" y="0"/>
                </a:lnTo>
                <a:lnTo>
                  <a:pt x="4828605" y="0"/>
                </a:lnTo>
                <a:lnTo>
                  <a:pt x="4914311" y="269010"/>
                </a:lnTo>
                <a:cubicBezTo>
                  <a:pt x="5367766" y="1821373"/>
                  <a:pt x="4910063" y="2506458"/>
                  <a:pt x="3178495" y="3727741"/>
                </a:cubicBezTo>
                <a:lnTo>
                  <a:pt x="3008202" y="3846698"/>
                </a:lnTo>
                <a:lnTo>
                  <a:pt x="3008200" y="3846698"/>
                </a:lnTo>
                <a:lnTo>
                  <a:pt x="2995214" y="3855770"/>
                </a:lnTo>
                <a:cubicBezTo>
                  <a:pt x="1668666" y="4702261"/>
                  <a:pt x="792335" y="4984811"/>
                  <a:pt x="14831" y="4788166"/>
                </a:cubicBezTo>
                <a:close/>
              </a:path>
            </a:pathLst>
          </a:custGeom>
          <a:solidFill>
            <a:schemeClr val="accent6"/>
          </a:solidFill>
          <a:ln w="41377" cap="flat">
            <a:noFill/>
            <a:prstDash val="solid"/>
            <a:miter/>
          </a:ln>
        </p:spPr>
        <p:txBody>
          <a:bodyPr wrap="square" rtlCol="0" anchor="ctr">
            <a:noAutofit/>
          </a:bodyPr>
          <a:lstStyle/>
          <a:p>
            <a:endParaRPr lang="en-US"/>
          </a:p>
        </p:txBody>
      </p:sp>
      <p:sp>
        <p:nvSpPr>
          <p:cNvPr id="35" name="Picture Placeholder 34">
            <a:extLst>
              <a:ext uri="{FF2B5EF4-FFF2-40B4-BE49-F238E27FC236}">
                <a16:creationId xmlns:a16="http://schemas.microsoft.com/office/drawing/2014/main" id="{E81EA9A0-82E8-0B58-57C4-373BEED458D8}"/>
              </a:ext>
            </a:extLst>
          </p:cNvPr>
          <p:cNvSpPr>
            <a:spLocks noGrp="1"/>
          </p:cNvSpPr>
          <p:nvPr userDrawn="1">
            <p:ph type="pic" sz="quarter" idx="11"/>
          </p:nvPr>
        </p:nvSpPr>
        <p:spPr>
          <a:xfrm>
            <a:off x="8262043" y="0"/>
            <a:ext cx="3929958" cy="5078356"/>
          </a:xfrm>
          <a:custGeom>
            <a:avLst/>
            <a:gdLst>
              <a:gd name="connsiteX0" fmla="*/ 194489 w 3929958"/>
              <a:gd name="connsiteY0" fmla="*/ 0 h 5078356"/>
              <a:gd name="connsiteX1" fmla="*/ 3929958 w 3929958"/>
              <a:gd name="connsiteY1" fmla="*/ 0 h 5078356"/>
              <a:gd name="connsiteX2" fmla="*/ 3929958 w 3929958"/>
              <a:gd name="connsiteY2" fmla="*/ 4828607 h 5078356"/>
              <a:gd name="connsiteX3" fmla="*/ 3660945 w 3929958"/>
              <a:gd name="connsiteY3" fmla="*/ 4914314 h 5078356"/>
              <a:gd name="connsiteX4" fmla="*/ 202214 w 3929958"/>
              <a:gd name="connsiteY4" fmla="*/ 3178498 h 5078356"/>
              <a:gd name="connsiteX5" fmla="*/ 83257 w 3929958"/>
              <a:gd name="connsiteY5" fmla="*/ 3008204 h 5078356"/>
              <a:gd name="connsiteX6" fmla="*/ 65983 w 3929958"/>
              <a:gd name="connsiteY6" fmla="*/ 2858809 h 5078356"/>
              <a:gd name="connsiteX7" fmla="*/ 58 w 3929958"/>
              <a:gd name="connsiteY7" fmla="*/ 1874692 h 5078356"/>
              <a:gd name="connsiteX8" fmla="*/ 145132 w 3929958"/>
              <a:gd name="connsiteY8" fmla="*/ 185504 h 507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29958" h="5078356">
                <a:moveTo>
                  <a:pt x="194489" y="0"/>
                </a:moveTo>
                <a:lnTo>
                  <a:pt x="3929958" y="0"/>
                </a:lnTo>
                <a:lnTo>
                  <a:pt x="3929958" y="4828607"/>
                </a:lnTo>
                <a:lnTo>
                  <a:pt x="3660945" y="4914314"/>
                </a:lnTo>
                <a:cubicBezTo>
                  <a:pt x="2108583" y="5367769"/>
                  <a:pt x="1423497" y="4910066"/>
                  <a:pt x="202214" y="3178498"/>
                </a:cubicBezTo>
                <a:lnTo>
                  <a:pt x="83257" y="3008204"/>
                </a:lnTo>
                <a:lnTo>
                  <a:pt x="65983" y="2858809"/>
                </a:lnTo>
                <a:cubicBezTo>
                  <a:pt x="35205" y="2567177"/>
                  <a:pt x="14848" y="2240866"/>
                  <a:pt x="58" y="1874692"/>
                </a:cubicBezTo>
                <a:cubicBezTo>
                  <a:pt x="-1850" y="1186272"/>
                  <a:pt x="42995" y="633518"/>
                  <a:pt x="145132" y="185504"/>
                </a:cubicBezTo>
                <a:close/>
              </a:path>
            </a:pathLst>
          </a:custGeom>
          <a:solidFill>
            <a:schemeClr val="accent1"/>
          </a:solidFill>
        </p:spPr>
        <p:txBody>
          <a:bodyPr wrap="square">
            <a:noAutofit/>
          </a:bodyPr>
          <a:lstStyle/>
          <a:p>
            <a:endParaRPr lang="en-US"/>
          </a:p>
        </p:txBody>
      </p:sp>
      <p:sp>
        <p:nvSpPr>
          <p:cNvPr id="2" name="Title 10">
            <a:extLst>
              <a:ext uri="{FF2B5EF4-FFF2-40B4-BE49-F238E27FC236}">
                <a16:creationId xmlns:a16="http://schemas.microsoft.com/office/drawing/2014/main" id="{4AA63187-ACD1-8F68-96AA-123F06EF9589}"/>
              </a:ext>
            </a:extLst>
          </p:cNvPr>
          <p:cNvSpPr>
            <a:spLocks noGrp="1"/>
          </p:cNvSpPr>
          <p:nvPr>
            <p:ph type="title" hasCustomPrompt="1"/>
          </p:nvPr>
        </p:nvSpPr>
        <p:spPr>
          <a:xfrm>
            <a:off x="595743" y="3589900"/>
            <a:ext cx="6959941" cy="2423441"/>
          </a:xfrm>
          <a:prstGeom prst="rect">
            <a:avLst/>
          </a:prstGeom>
        </p:spPr>
        <p:txBody>
          <a:bodyPr vert="horz" lIns="0" anchor="t" anchorCtr="0">
            <a:noAutofit/>
          </a:bodyPr>
          <a:lstStyle>
            <a:lvl1pPr algn="l">
              <a:defRPr sz="5600" b="0" i="0" baseline="0">
                <a:solidFill>
                  <a:schemeClr val="bg2"/>
                </a:solidFill>
                <a:latin typeface="+mj-lt"/>
                <a:cs typeface="Arial" panose="020B0604020202020204" pitchFamily="34" charset="0"/>
              </a:defRPr>
            </a:lvl1pPr>
          </a:lstStyle>
          <a:p>
            <a:r>
              <a:rPr lang="en-US"/>
              <a:t>Section title</a:t>
            </a:r>
          </a:p>
        </p:txBody>
      </p:sp>
      <p:sp>
        <p:nvSpPr>
          <p:cNvPr id="3" name="Text Placeholder 11">
            <a:extLst>
              <a:ext uri="{FF2B5EF4-FFF2-40B4-BE49-F238E27FC236}">
                <a16:creationId xmlns:a16="http://schemas.microsoft.com/office/drawing/2014/main" id="{B61EDDAA-DF59-F606-C09A-D43DB6612848}"/>
              </a:ext>
            </a:extLst>
          </p:cNvPr>
          <p:cNvSpPr>
            <a:spLocks noGrp="1"/>
          </p:cNvSpPr>
          <p:nvPr>
            <p:ph type="body" sz="quarter" idx="10" hasCustomPrompt="1"/>
          </p:nvPr>
        </p:nvSpPr>
        <p:spPr>
          <a:xfrm>
            <a:off x="595313" y="2828764"/>
            <a:ext cx="1631052" cy="823912"/>
          </a:xfrm>
        </p:spPr>
        <p:txBody>
          <a:bodyPr anchor="b" anchorCtr="0"/>
          <a:lstStyle>
            <a:lvl1pPr>
              <a:spcAft>
                <a:spcPts val="0"/>
              </a:spcAft>
              <a:defRPr sz="6400">
                <a:solidFill>
                  <a:srgbClr val="9EF5EF"/>
                </a:solidFill>
                <a:latin typeface="+mj-lt"/>
              </a:defRPr>
            </a:lvl1pPr>
          </a:lstStyle>
          <a:p>
            <a:pPr lvl="0"/>
            <a:r>
              <a:rPr lang="en-US"/>
              <a:t>01</a:t>
            </a:r>
          </a:p>
        </p:txBody>
      </p:sp>
      <p:sp>
        <p:nvSpPr>
          <p:cNvPr id="5" name="TextBox 4">
            <a:extLst>
              <a:ext uri="{FF2B5EF4-FFF2-40B4-BE49-F238E27FC236}">
                <a16:creationId xmlns:a16="http://schemas.microsoft.com/office/drawing/2014/main" id="{D2121B2B-960B-AF7D-745B-23E2A4611F85}"/>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rgbClr val="CEF6FE"/>
                </a:solidFill>
                <a:latin typeface="Clarika Grotesque" pitchFamily="2" charset="77"/>
              </a:rPr>
              <a:t>© Dayforce</a:t>
            </a:r>
          </a:p>
        </p:txBody>
      </p:sp>
    </p:spTree>
    <p:extLst>
      <p:ext uri="{BB962C8B-B14F-4D97-AF65-F5344CB8AC3E}">
        <p14:creationId xmlns:p14="http://schemas.microsoft.com/office/powerpoint/2010/main" val="2774209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2_Section_Title_2">
    <p:bg>
      <p:bgPr>
        <a:solidFill>
          <a:srgbClr val="DEF3FF"/>
        </a:solidFill>
        <a:effectLst/>
      </p:bgPr>
    </p:bg>
    <p:spTree>
      <p:nvGrpSpPr>
        <p:cNvPr id="1" name=""/>
        <p:cNvGrpSpPr/>
        <p:nvPr/>
      </p:nvGrpSpPr>
      <p:grpSpPr>
        <a:xfrm>
          <a:off x="0" y="0"/>
          <a:ext cx="0" cy="0"/>
          <a:chOff x="0" y="0"/>
          <a:chExt cx="0" cy="0"/>
        </a:xfrm>
      </p:grpSpPr>
      <p:sp>
        <p:nvSpPr>
          <p:cNvPr id="11" name="Freeform 10">
            <a:extLst>
              <a:ext uri="{FF2B5EF4-FFF2-40B4-BE49-F238E27FC236}">
                <a16:creationId xmlns:a16="http://schemas.microsoft.com/office/drawing/2014/main" id="{18F4EFF8-CABD-2E67-00FF-7E9BA440252F}"/>
              </a:ext>
            </a:extLst>
          </p:cNvPr>
          <p:cNvSpPr/>
          <p:nvPr userDrawn="1"/>
        </p:nvSpPr>
        <p:spPr>
          <a:xfrm rot="5400000">
            <a:off x="7464833" y="797211"/>
            <a:ext cx="5524375" cy="3929956"/>
          </a:xfrm>
          <a:custGeom>
            <a:avLst/>
            <a:gdLst>
              <a:gd name="connsiteX0" fmla="*/ 0 w 5524375"/>
              <a:gd name="connsiteY0" fmla="*/ 3735468 h 3929956"/>
              <a:gd name="connsiteX1" fmla="*/ 0 w 5524375"/>
              <a:gd name="connsiteY1" fmla="*/ 0 h 3929956"/>
              <a:gd name="connsiteX2" fmla="*/ 5513553 w 5524375"/>
              <a:gd name="connsiteY2" fmla="*/ 0 h 3929956"/>
              <a:gd name="connsiteX3" fmla="*/ 5518017 w 5524375"/>
              <a:gd name="connsiteY3" fmla="*/ 57498 h 3929956"/>
              <a:gd name="connsiteX4" fmla="*/ 5366085 w 5524375"/>
              <a:gd name="connsiteY4" fmla="*/ 1688907 h 3929956"/>
              <a:gd name="connsiteX5" fmla="*/ 3029666 w 5524375"/>
              <a:gd name="connsiteY5" fmla="*/ 3844217 h 3929956"/>
              <a:gd name="connsiteX6" fmla="*/ 3008203 w 5524375"/>
              <a:gd name="connsiteY6" fmla="*/ 3846698 h 3929956"/>
              <a:gd name="connsiteX7" fmla="*/ 3008202 w 5524375"/>
              <a:gd name="connsiteY7" fmla="*/ 3846699 h 3929956"/>
              <a:gd name="connsiteX8" fmla="*/ 2858806 w 5524375"/>
              <a:gd name="connsiteY8" fmla="*/ 3863973 h 3929956"/>
              <a:gd name="connsiteX9" fmla="*/ 1874689 w 5524375"/>
              <a:gd name="connsiteY9" fmla="*/ 3929898 h 3929956"/>
              <a:gd name="connsiteX10" fmla="*/ 185502 w 5524375"/>
              <a:gd name="connsiteY10" fmla="*/ 3784824 h 39299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524375" h="3929956">
                <a:moveTo>
                  <a:pt x="0" y="3735468"/>
                </a:moveTo>
                <a:lnTo>
                  <a:pt x="0" y="0"/>
                </a:lnTo>
                <a:lnTo>
                  <a:pt x="5513553" y="0"/>
                </a:lnTo>
                <a:lnTo>
                  <a:pt x="5518017" y="57498"/>
                </a:lnTo>
                <a:cubicBezTo>
                  <a:pt x="5543637" y="629224"/>
                  <a:pt x="5491603" y="1165222"/>
                  <a:pt x="5366085" y="1688907"/>
                </a:cubicBezTo>
                <a:cubicBezTo>
                  <a:pt x="5010880" y="3170675"/>
                  <a:pt x="4475101" y="3661483"/>
                  <a:pt x="3029666" y="3844217"/>
                </a:cubicBezTo>
                <a:lnTo>
                  <a:pt x="3008203" y="3846698"/>
                </a:lnTo>
                <a:lnTo>
                  <a:pt x="3008202" y="3846699"/>
                </a:lnTo>
                <a:lnTo>
                  <a:pt x="2858806" y="3863973"/>
                </a:lnTo>
                <a:cubicBezTo>
                  <a:pt x="2567173" y="3894752"/>
                  <a:pt x="2240863" y="3915108"/>
                  <a:pt x="1874689" y="3929898"/>
                </a:cubicBezTo>
                <a:cubicBezTo>
                  <a:pt x="1186269" y="3931806"/>
                  <a:pt x="633515" y="3886962"/>
                  <a:pt x="185502" y="3784824"/>
                </a:cubicBezTo>
                <a:close/>
              </a:path>
            </a:pathLst>
          </a:custGeom>
          <a:solidFill>
            <a:schemeClr val="accent4"/>
          </a:solidFill>
          <a:ln w="41377" cap="flat">
            <a:noFill/>
            <a:prstDash val="solid"/>
            <a:miter/>
          </a:ln>
        </p:spPr>
        <p:txBody>
          <a:bodyPr wrap="square" rtlCol="0" anchor="ctr">
            <a:noAutofit/>
          </a:bodyPr>
          <a:lstStyle/>
          <a:p>
            <a:endParaRPr lang="en-US"/>
          </a:p>
        </p:txBody>
      </p:sp>
      <p:sp>
        <p:nvSpPr>
          <p:cNvPr id="7" name="Freeform 6">
            <a:extLst>
              <a:ext uri="{FF2B5EF4-FFF2-40B4-BE49-F238E27FC236}">
                <a16:creationId xmlns:a16="http://schemas.microsoft.com/office/drawing/2014/main" id="{3228F10B-E481-E6D0-EAF2-151AA2EE8DC7}"/>
              </a:ext>
            </a:extLst>
          </p:cNvPr>
          <p:cNvSpPr/>
          <p:nvPr userDrawn="1"/>
        </p:nvSpPr>
        <p:spPr>
          <a:xfrm rot="5400000">
            <a:off x="7228834" y="115192"/>
            <a:ext cx="5078353" cy="4847975"/>
          </a:xfrm>
          <a:custGeom>
            <a:avLst/>
            <a:gdLst>
              <a:gd name="connsiteX0" fmla="*/ 0 w 5078353"/>
              <a:gd name="connsiteY0" fmla="*/ 4783541 h 4847975"/>
              <a:gd name="connsiteX1" fmla="*/ 0 w 5078353"/>
              <a:gd name="connsiteY1" fmla="*/ 0 h 4847975"/>
              <a:gd name="connsiteX2" fmla="*/ 4828605 w 5078353"/>
              <a:gd name="connsiteY2" fmla="*/ 0 h 4847975"/>
              <a:gd name="connsiteX3" fmla="*/ 4914311 w 5078353"/>
              <a:gd name="connsiteY3" fmla="*/ 269010 h 4847975"/>
              <a:gd name="connsiteX4" fmla="*/ 3178495 w 5078353"/>
              <a:gd name="connsiteY4" fmla="*/ 3727741 h 4847975"/>
              <a:gd name="connsiteX5" fmla="*/ 3008202 w 5078353"/>
              <a:gd name="connsiteY5" fmla="*/ 3846698 h 4847975"/>
              <a:gd name="connsiteX6" fmla="*/ 3008200 w 5078353"/>
              <a:gd name="connsiteY6" fmla="*/ 3846698 h 4847975"/>
              <a:gd name="connsiteX7" fmla="*/ 2995214 w 5078353"/>
              <a:gd name="connsiteY7" fmla="*/ 3855770 h 4847975"/>
              <a:gd name="connsiteX8" fmla="*/ 14831 w 5078353"/>
              <a:gd name="connsiteY8" fmla="*/ 4788166 h 48479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078353" h="4847975">
                <a:moveTo>
                  <a:pt x="0" y="4783541"/>
                </a:moveTo>
                <a:lnTo>
                  <a:pt x="0" y="0"/>
                </a:lnTo>
                <a:lnTo>
                  <a:pt x="4828605" y="0"/>
                </a:lnTo>
                <a:lnTo>
                  <a:pt x="4914311" y="269010"/>
                </a:lnTo>
                <a:cubicBezTo>
                  <a:pt x="5367766" y="1821373"/>
                  <a:pt x="4910063" y="2506458"/>
                  <a:pt x="3178495" y="3727741"/>
                </a:cubicBezTo>
                <a:lnTo>
                  <a:pt x="3008202" y="3846698"/>
                </a:lnTo>
                <a:lnTo>
                  <a:pt x="3008200" y="3846698"/>
                </a:lnTo>
                <a:lnTo>
                  <a:pt x="2995214" y="3855770"/>
                </a:lnTo>
                <a:cubicBezTo>
                  <a:pt x="1668666" y="4702261"/>
                  <a:pt x="792335" y="4984811"/>
                  <a:pt x="14831" y="4788166"/>
                </a:cubicBezTo>
                <a:close/>
              </a:path>
            </a:pathLst>
          </a:custGeom>
          <a:solidFill>
            <a:schemeClr val="accent6"/>
          </a:solidFill>
          <a:ln w="41377" cap="flat">
            <a:noFill/>
            <a:prstDash val="solid"/>
            <a:miter/>
          </a:ln>
        </p:spPr>
        <p:txBody>
          <a:bodyPr wrap="square" rtlCol="0" anchor="ctr">
            <a:noAutofit/>
          </a:bodyPr>
          <a:lstStyle/>
          <a:p>
            <a:endParaRPr lang="en-US"/>
          </a:p>
        </p:txBody>
      </p:sp>
      <p:sp>
        <p:nvSpPr>
          <p:cNvPr id="35" name="Picture Placeholder 34">
            <a:extLst>
              <a:ext uri="{FF2B5EF4-FFF2-40B4-BE49-F238E27FC236}">
                <a16:creationId xmlns:a16="http://schemas.microsoft.com/office/drawing/2014/main" id="{E81EA9A0-82E8-0B58-57C4-373BEED458D8}"/>
              </a:ext>
            </a:extLst>
          </p:cNvPr>
          <p:cNvSpPr>
            <a:spLocks noGrp="1"/>
          </p:cNvSpPr>
          <p:nvPr userDrawn="1">
            <p:ph type="pic" sz="quarter" idx="11"/>
          </p:nvPr>
        </p:nvSpPr>
        <p:spPr>
          <a:xfrm>
            <a:off x="8262043" y="0"/>
            <a:ext cx="3929958" cy="5078356"/>
          </a:xfrm>
          <a:custGeom>
            <a:avLst/>
            <a:gdLst>
              <a:gd name="connsiteX0" fmla="*/ 194489 w 3929958"/>
              <a:gd name="connsiteY0" fmla="*/ 0 h 5078356"/>
              <a:gd name="connsiteX1" fmla="*/ 3929958 w 3929958"/>
              <a:gd name="connsiteY1" fmla="*/ 0 h 5078356"/>
              <a:gd name="connsiteX2" fmla="*/ 3929958 w 3929958"/>
              <a:gd name="connsiteY2" fmla="*/ 4828607 h 5078356"/>
              <a:gd name="connsiteX3" fmla="*/ 3660945 w 3929958"/>
              <a:gd name="connsiteY3" fmla="*/ 4914314 h 5078356"/>
              <a:gd name="connsiteX4" fmla="*/ 202214 w 3929958"/>
              <a:gd name="connsiteY4" fmla="*/ 3178498 h 5078356"/>
              <a:gd name="connsiteX5" fmla="*/ 83257 w 3929958"/>
              <a:gd name="connsiteY5" fmla="*/ 3008204 h 5078356"/>
              <a:gd name="connsiteX6" fmla="*/ 65983 w 3929958"/>
              <a:gd name="connsiteY6" fmla="*/ 2858809 h 5078356"/>
              <a:gd name="connsiteX7" fmla="*/ 58 w 3929958"/>
              <a:gd name="connsiteY7" fmla="*/ 1874692 h 5078356"/>
              <a:gd name="connsiteX8" fmla="*/ 145132 w 3929958"/>
              <a:gd name="connsiteY8" fmla="*/ 185504 h 507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929958" h="5078356">
                <a:moveTo>
                  <a:pt x="194489" y="0"/>
                </a:moveTo>
                <a:lnTo>
                  <a:pt x="3929958" y="0"/>
                </a:lnTo>
                <a:lnTo>
                  <a:pt x="3929958" y="4828607"/>
                </a:lnTo>
                <a:lnTo>
                  <a:pt x="3660945" y="4914314"/>
                </a:lnTo>
                <a:cubicBezTo>
                  <a:pt x="2108583" y="5367769"/>
                  <a:pt x="1423497" y="4910066"/>
                  <a:pt x="202214" y="3178498"/>
                </a:cubicBezTo>
                <a:lnTo>
                  <a:pt x="83257" y="3008204"/>
                </a:lnTo>
                <a:lnTo>
                  <a:pt x="65983" y="2858809"/>
                </a:lnTo>
                <a:cubicBezTo>
                  <a:pt x="35205" y="2567177"/>
                  <a:pt x="14848" y="2240866"/>
                  <a:pt x="58" y="1874692"/>
                </a:cubicBezTo>
                <a:cubicBezTo>
                  <a:pt x="-1850" y="1186272"/>
                  <a:pt x="42995" y="633518"/>
                  <a:pt x="145132" y="185504"/>
                </a:cubicBezTo>
                <a:close/>
              </a:path>
            </a:pathLst>
          </a:custGeom>
          <a:solidFill>
            <a:schemeClr val="accent1"/>
          </a:solidFill>
        </p:spPr>
        <p:txBody>
          <a:bodyPr wrap="square">
            <a:noAutofit/>
          </a:bodyPr>
          <a:lstStyle/>
          <a:p>
            <a:endParaRPr lang="en-US"/>
          </a:p>
        </p:txBody>
      </p:sp>
      <p:sp>
        <p:nvSpPr>
          <p:cNvPr id="2" name="Title 10">
            <a:extLst>
              <a:ext uri="{FF2B5EF4-FFF2-40B4-BE49-F238E27FC236}">
                <a16:creationId xmlns:a16="http://schemas.microsoft.com/office/drawing/2014/main" id="{8A31AB83-7C06-B140-22ED-862A9B76400E}"/>
              </a:ext>
            </a:extLst>
          </p:cNvPr>
          <p:cNvSpPr>
            <a:spLocks noGrp="1"/>
          </p:cNvSpPr>
          <p:nvPr>
            <p:ph type="title" hasCustomPrompt="1"/>
          </p:nvPr>
        </p:nvSpPr>
        <p:spPr>
          <a:xfrm>
            <a:off x="595743" y="3589900"/>
            <a:ext cx="6959941" cy="2423441"/>
          </a:xfrm>
          <a:prstGeom prst="rect">
            <a:avLst/>
          </a:prstGeom>
        </p:spPr>
        <p:txBody>
          <a:bodyPr vert="horz" lIns="0" anchor="t" anchorCtr="0">
            <a:noAutofit/>
          </a:bodyPr>
          <a:lstStyle>
            <a:lvl1pPr algn="l">
              <a:defRPr sz="5600" b="0" i="0" baseline="0">
                <a:solidFill>
                  <a:schemeClr val="tx1"/>
                </a:solidFill>
                <a:latin typeface="+mj-lt"/>
                <a:cs typeface="Arial" panose="020B0604020202020204" pitchFamily="34" charset="0"/>
              </a:defRPr>
            </a:lvl1pPr>
          </a:lstStyle>
          <a:p>
            <a:r>
              <a:rPr lang="en-US"/>
              <a:t>Section title</a:t>
            </a:r>
          </a:p>
        </p:txBody>
      </p:sp>
      <p:sp>
        <p:nvSpPr>
          <p:cNvPr id="3" name="Text Placeholder 11">
            <a:extLst>
              <a:ext uri="{FF2B5EF4-FFF2-40B4-BE49-F238E27FC236}">
                <a16:creationId xmlns:a16="http://schemas.microsoft.com/office/drawing/2014/main" id="{A1F31032-3B74-0C92-D1C7-5F50A3244D14}"/>
              </a:ext>
            </a:extLst>
          </p:cNvPr>
          <p:cNvSpPr>
            <a:spLocks noGrp="1"/>
          </p:cNvSpPr>
          <p:nvPr>
            <p:ph type="body" sz="quarter" idx="10" hasCustomPrompt="1"/>
          </p:nvPr>
        </p:nvSpPr>
        <p:spPr>
          <a:xfrm>
            <a:off x="595313" y="2828764"/>
            <a:ext cx="1631052" cy="823912"/>
          </a:xfrm>
        </p:spPr>
        <p:txBody>
          <a:bodyPr anchor="b" anchorCtr="0"/>
          <a:lstStyle>
            <a:lvl1pPr>
              <a:spcAft>
                <a:spcPts val="0"/>
              </a:spcAft>
              <a:defRPr sz="6400">
                <a:solidFill>
                  <a:schemeClr val="tx2"/>
                </a:solidFill>
                <a:latin typeface="+mj-lt"/>
              </a:defRPr>
            </a:lvl1pPr>
          </a:lstStyle>
          <a:p>
            <a:pPr lvl="0"/>
            <a:r>
              <a:rPr lang="en-US"/>
              <a:t>01</a:t>
            </a:r>
          </a:p>
        </p:txBody>
      </p:sp>
      <p:sp>
        <p:nvSpPr>
          <p:cNvPr id="5" name="TextBox 4">
            <a:extLst>
              <a:ext uri="{FF2B5EF4-FFF2-40B4-BE49-F238E27FC236}">
                <a16:creationId xmlns:a16="http://schemas.microsoft.com/office/drawing/2014/main" id="{B45500A0-E3B5-BCC6-B6A5-1D994C65ED0D}"/>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2483010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Header">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2B0EAAB-7A68-5044-B1D5-78358B61A99B}"/>
              </a:ext>
            </a:extLst>
          </p:cNvPr>
          <p:cNvSpPr>
            <a:spLocks noGrp="1"/>
          </p:cNvSpPr>
          <p:nvPr>
            <p:ph type="title"/>
          </p:nvPr>
        </p:nvSpPr>
        <p:spPr>
          <a:xfrm>
            <a:off x="615042" y="611443"/>
            <a:ext cx="10961916" cy="784800"/>
          </a:xfrm>
          <a:prstGeom prst="rect">
            <a:avLst/>
          </a:prstGeom>
        </p:spPr>
        <p:txBody>
          <a:bodyPr/>
          <a:lstStyle>
            <a:lvl1pPr algn="l">
              <a:defRPr b="0"/>
            </a:lvl1pPr>
          </a:lstStyle>
          <a:p>
            <a:r>
              <a:rPr lang="en-US"/>
              <a:t>Click to edit Master title style</a:t>
            </a:r>
          </a:p>
        </p:txBody>
      </p:sp>
      <p:sp>
        <p:nvSpPr>
          <p:cNvPr id="3" name="TextBox 2">
            <a:extLst>
              <a:ext uri="{FF2B5EF4-FFF2-40B4-BE49-F238E27FC236}">
                <a16:creationId xmlns:a16="http://schemas.microsoft.com/office/drawing/2014/main" id="{4FE39563-393C-D2EA-7307-E87FA094D6A2}"/>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26770647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userDrawn="1">
  <p:cSld name="Header | Subheader">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2B0EAAB-7A68-5044-B1D5-78358B61A99B}"/>
              </a:ext>
            </a:extLst>
          </p:cNvPr>
          <p:cNvSpPr>
            <a:spLocks noGrp="1"/>
          </p:cNvSpPr>
          <p:nvPr>
            <p:ph type="title"/>
          </p:nvPr>
        </p:nvSpPr>
        <p:spPr>
          <a:xfrm>
            <a:off x="615041" y="611443"/>
            <a:ext cx="10961915" cy="546100"/>
          </a:xfrm>
          <a:prstGeom prst="rect">
            <a:avLst/>
          </a:prstGeom>
        </p:spPr>
        <p:txBody>
          <a:bodyPr>
            <a:noAutofit/>
          </a:bodyPr>
          <a:lstStyle>
            <a:lvl1pPr algn="l">
              <a:defRPr b="0">
                <a:latin typeface="+mj-lt"/>
              </a:defRPr>
            </a:lvl1pPr>
          </a:lstStyle>
          <a:p>
            <a:r>
              <a:rPr lang="en-US"/>
              <a:t>Click to edit Master title style</a:t>
            </a:r>
          </a:p>
        </p:txBody>
      </p:sp>
      <p:sp>
        <p:nvSpPr>
          <p:cNvPr id="3" name="Text Placeholder 2">
            <a:extLst>
              <a:ext uri="{FF2B5EF4-FFF2-40B4-BE49-F238E27FC236}">
                <a16:creationId xmlns:a16="http://schemas.microsoft.com/office/drawing/2014/main" id="{B634C921-4876-B673-D8F9-B35CD3B7D085}"/>
              </a:ext>
            </a:extLst>
          </p:cNvPr>
          <p:cNvSpPr>
            <a:spLocks noGrp="1"/>
          </p:cNvSpPr>
          <p:nvPr>
            <p:ph type="body" sz="quarter" idx="10" hasCustomPrompt="1"/>
          </p:nvPr>
        </p:nvSpPr>
        <p:spPr>
          <a:xfrm>
            <a:off x="614958" y="1217503"/>
            <a:ext cx="10962147" cy="307777"/>
          </a:xfrm>
        </p:spPr>
        <p:txBody>
          <a:bodyPr>
            <a:noAutofit/>
          </a:bodyPr>
          <a:lstStyle>
            <a:lvl1pPr algn="l">
              <a:lnSpc>
                <a:spcPct val="100000"/>
              </a:lnSpc>
              <a:defRPr sz="2000" b="1" i="0">
                <a:solidFill>
                  <a:schemeClr val="tx2"/>
                </a:solidFill>
                <a:latin typeface="Clarika Geometric DemiBold" pitchFamily="2" charset="77"/>
              </a:defRPr>
            </a:lvl1pPr>
          </a:lstStyle>
          <a:p>
            <a:pPr lvl="0"/>
            <a:r>
              <a:rPr lang="en-US"/>
              <a:t>Subhead</a:t>
            </a:r>
          </a:p>
        </p:txBody>
      </p:sp>
      <p:sp>
        <p:nvSpPr>
          <p:cNvPr id="4" name="TextBox 3">
            <a:extLst>
              <a:ext uri="{FF2B5EF4-FFF2-40B4-BE49-F238E27FC236}">
                <a16:creationId xmlns:a16="http://schemas.microsoft.com/office/drawing/2014/main" id="{5ABAEDDA-16DF-1E33-A6B2-CAA74AB69FFF}"/>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1911770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Header | Copy">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2B0EAAB-7A68-5044-B1D5-78358B61A99B}"/>
              </a:ext>
            </a:extLst>
          </p:cNvPr>
          <p:cNvSpPr>
            <a:spLocks noGrp="1"/>
          </p:cNvSpPr>
          <p:nvPr>
            <p:ph type="title"/>
          </p:nvPr>
        </p:nvSpPr>
        <p:spPr>
          <a:xfrm>
            <a:off x="616420" y="606998"/>
            <a:ext cx="10972502" cy="742117"/>
          </a:xfrm>
          <a:prstGeom prst="rect">
            <a:avLst/>
          </a:prstGeom>
        </p:spPr>
        <p:txBody>
          <a:bodyPr/>
          <a:lstStyle>
            <a:lvl1pPr algn="l">
              <a:defRPr b="0">
                <a:latin typeface="+mj-lt"/>
              </a:defRPr>
            </a:lvl1pPr>
          </a:lstStyle>
          <a:p>
            <a:r>
              <a:rPr lang="en-US"/>
              <a:t>Click to edit Master title style</a:t>
            </a:r>
          </a:p>
        </p:txBody>
      </p:sp>
      <p:sp>
        <p:nvSpPr>
          <p:cNvPr id="5" name="Content Placeholder 2">
            <a:extLst>
              <a:ext uri="{FF2B5EF4-FFF2-40B4-BE49-F238E27FC236}">
                <a16:creationId xmlns:a16="http://schemas.microsoft.com/office/drawing/2014/main" id="{C7DFA8A3-03F9-E8DB-6B8C-F507B2888459}"/>
              </a:ext>
            </a:extLst>
          </p:cNvPr>
          <p:cNvSpPr>
            <a:spLocks noGrp="1"/>
          </p:cNvSpPr>
          <p:nvPr>
            <p:ph sz="half" idx="36"/>
          </p:nvPr>
        </p:nvSpPr>
        <p:spPr>
          <a:xfrm>
            <a:off x="614895" y="1692815"/>
            <a:ext cx="10972502" cy="4334801"/>
          </a:xfrm>
        </p:spPr>
        <p:txBody>
          <a:bodyPr/>
          <a:lstStyle>
            <a:lvl1pPr>
              <a:lnSpc>
                <a:spcPct val="100000"/>
              </a:lnSpc>
              <a:spcBef>
                <a:spcPts val="0"/>
              </a:spcBef>
              <a:spcAft>
                <a:spcPts val="600"/>
              </a:spcAft>
              <a:defRPr sz="2400">
                <a:solidFill>
                  <a:schemeClr val="tx1"/>
                </a:solidFill>
                <a:latin typeface="+mn-lt"/>
              </a:defRPr>
            </a:lvl1pPr>
            <a:lvl2pPr>
              <a:lnSpc>
                <a:spcPct val="100000"/>
              </a:lnSpc>
              <a:spcBef>
                <a:spcPts val="0"/>
              </a:spcBef>
              <a:spcAft>
                <a:spcPts val="600"/>
              </a:spcAft>
              <a:defRPr sz="2000">
                <a:solidFill>
                  <a:schemeClr val="tx1"/>
                </a:solidFill>
                <a:latin typeface="+mn-lt"/>
              </a:defRPr>
            </a:lvl2pPr>
            <a:lvl3pPr marL="1257300" indent="-342900">
              <a:lnSpc>
                <a:spcPct val="100000"/>
              </a:lnSpc>
              <a:spcBef>
                <a:spcPts val="0"/>
              </a:spcBef>
              <a:spcAft>
                <a:spcPts val="600"/>
              </a:spcAft>
              <a:buSzPct val="80000"/>
              <a:buFont typeface="Arial" panose="020B0604020202020204" pitchFamily="34" charset="0"/>
              <a:buChar char="•"/>
              <a:defRPr sz="1800">
                <a:solidFill>
                  <a:schemeClr val="tx1"/>
                </a:solidFill>
                <a:latin typeface="+mn-lt"/>
              </a:defRPr>
            </a:lvl3pPr>
            <a:lvl4pPr marL="1657350" indent="-285750">
              <a:lnSpc>
                <a:spcPct val="100000"/>
              </a:lnSpc>
              <a:spcBef>
                <a:spcPts val="0"/>
              </a:spcBef>
              <a:spcAft>
                <a:spcPts val="600"/>
              </a:spcAft>
              <a:buSzPct val="75000"/>
              <a:buFont typeface="Arial" panose="020B0604020202020204" pitchFamily="34" charset="0"/>
              <a:buChar char="•"/>
              <a:defRPr sz="1600">
                <a:solidFill>
                  <a:schemeClr val="tx1"/>
                </a:solidFill>
                <a:latin typeface="+mn-lt"/>
              </a:defRPr>
            </a:lvl4pPr>
            <a:lvl5pPr marL="2114550" indent="-285750">
              <a:lnSpc>
                <a:spcPct val="100000"/>
              </a:lnSpc>
              <a:spcBef>
                <a:spcPts val="0"/>
              </a:spcBef>
              <a:spcAft>
                <a:spcPts val="600"/>
              </a:spcAft>
              <a:buSzPct val="75000"/>
              <a:buFont typeface="Arial" panose="020B0604020202020204" pitchFamily="34" charset="0"/>
              <a:buChar char="•"/>
              <a:defRPr sz="14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Box 1">
            <a:extLst>
              <a:ext uri="{FF2B5EF4-FFF2-40B4-BE49-F238E27FC236}">
                <a16:creationId xmlns:a16="http://schemas.microsoft.com/office/drawing/2014/main" id="{4EF82C01-36F7-BD57-619E-4B6547447935}"/>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1266235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showMasterSp="0" preserve="1" userDrawn="1">
  <p:cSld name="Header, Copy, Pattern">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C7DFA8A3-03F9-E8DB-6B8C-F507B2888459}"/>
              </a:ext>
            </a:extLst>
          </p:cNvPr>
          <p:cNvSpPr>
            <a:spLocks noGrp="1"/>
          </p:cNvSpPr>
          <p:nvPr>
            <p:ph sz="half" idx="36"/>
          </p:nvPr>
        </p:nvSpPr>
        <p:spPr>
          <a:xfrm>
            <a:off x="614895" y="1692815"/>
            <a:ext cx="10972502" cy="4334801"/>
          </a:xfrm>
        </p:spPr>
        <p:txBody>
          <a:bodyPr/>
          <a:lstStyle>
            <a:lvl1pPr>
              <a:lnSpc>
                <a:spcPct val="100000"/>
              </a:lnSpc>
              <a:spcBef>
                <a:spcPts val="0"/>
              </a:spcBef>
              <a:spcAft>
                <a:spcPts val="600"/>
              </a:spcAft>
              <a:defRPr sz="2400">
                <a:solidFill>
                  <a:schemeClr val="tx1"/>
                </a:solidFill>
                <a:latin typeface="+mn-lt"/>
              </a:defRPr>
            </a:lvl1pPr>
            <a:lvl2pPr>
              <a:lnSpc>
                <a:spcPct val="100000"/>
              </a:lnSpc>
              <a:spcBef>
                <a:spcPts val="0"/>
              </a:spcBef>
              <a:spcAft>
                <a:spcPts val="600"/>
              </a:spcAft>
              <a:defRPr sz="2000">
                <a:solidFill>
                  <a:schemeClr val="tx1"/>
                </a:solidFill>
                <a:latin typeface="+mn-lt"/>
              </a:defRPr>
            </a:lvl2pPr>
            <a:lvl3pPr marL="1257300" indent="-342900">
              <a:lnSpc>
                <a:spcPct val="100000"/>
              </a:lnSpc>
              <a:spcBef>
                <a:spcPts val="0"/>
              </a:spcBef>
              <a:spcAft>
                <a:spcPts val="600"/>
              </a:spcAft>
              <a:buSzPct val="80000"/>
              <a:buFont typeface="Arial" panose="020B0604020202020204" pitchFamily="34" charset="0"/>
              <a:buChar char="•"/>
              <a:defRPr sz="1800">
                <a:solidFill>
                  <a:schemeClr val="tx1"/>
                </a:solidFill>
                <a:latin typeface="+mn-lt"/>
              </a:defRPr>
            </a:lvl3pPr>
            <a:lvl4pPr marL="1657350" indent="-285750">
              <a:lnSpc>
                <a:spcPct val="100000"/>
              </a:lnSpc>
              <a:spcBef>
                <a:spcPts val="0"/>
              </a:spcBef>
              <a:spcAft>
                <a:spcPts val="600"/>
              </a:spcAft>
              <a:buSzPct val="75000"/>
              <a:buFont typeface="Arial" panose="020B0604020202020204" pitchFamily="34" charset="0"/>
              <a:buChar char="•"/>
              <a:defRPr sz="1600">
                <a:solidFill>
                  <a:schemeClr val="tx1"/>
                </a:solidFill>
                <a:latin typeface="+mn-lt"/>
              </a:defRPr>
            </a:lvl4pPr>
            <a:lvl5pPr marL="2114550" indent="-285750">
              <a:lnSpc>
                <a:spcPct val="100000"/>
              </a:lnSpc>
              <a:spcBef>
                <a:spcPts val="0"/>
              </a:spcBef>
              <a:spcAft>
                <a:spcPts val="600"/>
              </a:spcAft>
              <a:buSzPct val="75000"/>
              <a:buFont typeface="Arial" panose="020B0604020202020204" pitchFamily="34" charset="0"/>
              <a:buChar char="•"/>
              <a:defRPr sz="14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1">
            <a:extLst>
              <a:ext uri="{FF2B5EF4-FFF2-40B4-BE49-F238E27FC236}">
                <a16:creationId xmlns:a16="http://schemas.microsoft.com/office/drawing/2014/main" id="{12B0EAAB-7A68-5044-B1D5-78358B61A99B}"/>
              </a:ext>
            </a:extLst>
          </p:cNvPr>
          <p:cNvSpPr>
            <a:spLocks noGrp="1"/>
          </p:cNvSpPr>
          <p:nvPr>
            <p:ph type="title"/>
          </p:nvPr>
        </p:nvSpPr>
        <p:spPr>
          <a:xfrm>
            <a:off x="616420" y="606998"/>
            <a:ext cx="10972502" cy="742117"/>
          </a:xfrm>
          <a:prstGeom prst="rect">
            <a:avLst/>
          </a:prstGeom>
        </p:spPr>
        <p:txBody>
          <a:bodyPr/>
          <a:lstStyle>
            <a:lvl1pPr algn="l">
              <a:defRPr b="0">
                <a:latin typeface="+mj-lt"/>
              </a:defRPr>
            </a:lvl1pPr>
          </a:lstStyle>
          <a:p>
            <a:r>
              <a:rPr lang="en-US"/>
              <a:t>Click to edit Master title style</a:t>
            </a:r>
          </a:p>
        </p:txBody>
      </p:sp>
      <p:grpSp>
        <p:nvGrpSpPr>
          <p:cNvPr id="18" name="Group 17">
            <a:extLst>
              <a:ext uri="{FF2B5EF4-FFF2-40B4-BE49-F238E27FC236}">
                <a16:creationId xmlns:a16="http://schemas.microsoft.com/office/drawing/2014/main" id="{39131C8E-B5A7-89D2-D9E1-CEE448D609BF}"/>
              </a:ext>
            </a:extLst>
          </p:cNvPr>
          <p:cNvGrpSpPr/>
          <p:nvPr userDrawn="1"/>
        </p:nvGrpSpPr>
        <p:grpSpPr>
          <a:xfrm>
            <a:off x="9239485" y="1911848"/>
            <a:ext cx="4385083" cy="5217584"/>
            <a:chOff x="9239485" y="1911848"/>
            <a:chExt cx="4385083" cy="5217584"/>
          </a:xfrm>
        </p:grpSpPr>
        <p:pic>
          <p:nvPicPr>
            <p:cNvPr id="17" name="Graphic 16">
              <a:extLst>
                <a:ext uri="{FF2B5EF4-FFF2-40B4-BE49-F238E27FC236}">
                  <a16:creationId xmlns:a16="http://schemas.microsoft.com/office/drawing/2014/main" id="{269FFCE4-0885-82E7-415F-6F8EDEAD4C59}"/>
                </a:ext>
              </a:extLst>
            </p:cNvPr>
            <p:cNvPicPr>
              <a:picLocks noChangeAspect="1"/>
            </p:cNvPicPr>
            <p:nvPr userDrawn="1"/>
          </p:nvPicPr>
          <p:blipFill>
            <a:blip r:embed="rId2">
              <a:extLst>
                <a:ext uri="{96DAC541-7B7A-43D3-8B79-37D633B846F1}">
                  <asvg:svgBlip xmlns:asvg="http://schemas.microsoft.com/office/drawing/2016/SVG/main" r:embed="rId3"/>
                </a:ext>
              </a:extLst>
            </a:blip>
            <a:srcRect l="12591" b="17837"/>
            <a:stretch>
              <a:fillRect/>
            </a:stretch>
          </p:blipFill>
          <p:spPr>
            <a:xfrm rot="14204071">
              <a:off x="9705570" y="2857775"/>
              <a:ext cx="4040224" cy="3797773"/>
            </a:xfrm>
            <a:custGeom>
              <a:avLst/>
              <a:gdLst>
                <a:gd name="connsiteX0" fmla="*/ 4040224 w 4040224"/>
                <a:gd name="connsiteY0" fmla="*/ 3797773 h 3797773"/>
                <a:gd name="connsiteX1" fmla="*/ 0 w 4040224"/>
                <a:gd name="connsiteY1" fmla="*/ 1147324 h 3797773"/>
                <a:gd name="connsiteX2" fmla="*/ 752662 w 4040224"/>
                <a:gd name="connsiteY2" fmla="*/ 0 h 3797773"/>
                <a:gd name="connsiteX3" fmla="*/ 4040224 w 4040224"/>
                <a:gd name="connsiteY3" fmla="*/ 0 h 3797773"/>
              </a:gdLst>
              <a:ahLst/>
              <a:cxnLst>
                <a:cxn ang="0">
                  <a:pos x="connsiteX0" y="connsiteY0"/>
                </a:cxn>
                <a:cxn ang="0">
                  <a:pos x="connsiteX1" y="connsiteY1"/>
                </a:cxn>
                <a:cxn ang="0">
                  <a:pos x="connsiteX2" y="connsiteY2"/>
                </a:cxn>
                <a:cxn ang="0">
                  <a:pos x="connsiteX3" y="connsiteY3"/>
                </a:cxn>
              </a:cxnLst>
              <a:rect l="l" t="t" r="r" b="b"/>
              <a:pathLst>
                <a:path w="4040224" h="3797773">
                  <a:moveTo>
                    <a:pt x="4040224" y="3797773"/>
                  </a:moveTo>
                  <a:lnTo>
                    <a:pt x="0" y="1147324"/>
                  </a:lnTo>
                  <a:lnTo>
                    <a:pt x="752662" y="0"/>
                  </a:lnTo>
                  <a:lnTo>
                    <a:pt x="4040224" y="0"/>
                  </a:lnTo>
                  <a:close/>
                </a:path>
              </a:pathLst>
            </a:custGeom>
          </p:spPr>
        </p:pic>
        <p:pic>
          <p:nvPicPr>
            <p:cNvPr id="14" name="Graphic 13">
              <a:extLst>
                <a:ext uri="{FF2B5EF4-FFF2-40B4-BE49-F238E27FC236}">
                  <a16:creationId xmlns:a16="http://schemas.microsoft.com/office/drawing/2014/main" id="{7FBC5121-0057-8421-3BBB-9AAFE39E8A91}"/>
                </a:ext>
              </a:extLst>
            </p:cNvPr>
            <p:cNvPicPr>
              <a:picLocks noChangeAspect="1"/>
            </p:cNvPicPr>
            <p:nvPr userDrawn="1"/>
          </p:nvPicPr>
          <p:blipFill>
            <a:blip r:embed="rId4">
              <a:extLst>
                <a:ext uri="{96DAC541-7B7A-43D3-8B79-37D633B846F1}">
                  <asvg:svgBlip xmlns:asvg="http://schemas.microsoft.com/office/drawing/2016/SVG/main" r:embed="rId5"/>
                </a:ext>
              </a:extLst>
            </a:blip>
            <a:srcRect l="26262" t="22420"/>
            <a:stretch>
              <a:fillRect/>
            </a:stretch>
          </p:blipFill>
          <p:spPr>
            <a:xfrm rot="9752680">
              <a:off x="9239485" y="3320314"/>
              <a:ext cx="3620513" cy="3809118"/>
            </a:xfrm>
            <a:custGeom>
              <a:avLst/>
              <a:gdLst>
                <a:gd name="connsiteX0" fmla="*/ 0 w 3620513"/>
                <a:gd name="connsiteY0" fmla="*/ 3809118 h 3809118"/>
                <a:gd name="connsiteX1" fmla="*/ 1197747 w 3620513"/>
                <a:gd name="connsiteY1" fmla="*/ 0 h 3809118"/>
                <a:gd name="connsiteX2" fmla="*/ 3620513 w 3620513"/>
                <a:gd name="connsiteY2" fmla="*/ 761820 h 3809118"/>
                <a:gd name="connsiteX3" fmla="*/ 3620513 w 3620513"/>
                <a:gd name="connsiteY3" fmla="*/ 3809118 h 3809118"/>
              </a:gdLst>
              <a:ahLst/>
              <a:cxnLst>
                <a:cxn ang="0">
                  <a:pos x="connsiteX0" y="connsiteY0"/>
                </a:cxn>
                <a:cxn ang="0">
                  <a:pos x="connsiteX1" y="connsiteY1"/>
                </a:cxn>
                <a:cxn ang="0">
                  <a:pos x="connsiteX2" y="connsiteY2"/>
                </a:cxn>
                <a:cxn ang="0">
                  <a:pos x="connsiteX3" y="connsiteY3"/>
                </a:cxn>
              </a:cxnLst>
              <a:rect l="l" t="t" r="r" b="b"/>
              <a:pathLst>
                <a:path w="3620513" h="3809118">
                  <a:moveTo>
                    <a:pt x="0" y="3809118"/>
                  </a:moveTo>
                  <a:lnTo>
                    <a:pt x="1197747" y="0"/>
                  </a:lnTo>
                  <a:lnTo>
                    <a:pt x="3620513" y="761820"/>
                  </a:lnTo>
                  <a:lnTo>
                    <a:pt x="3620513" y="3809118"/>
                  </a:lnTo>
                  <a:close/>
                </a:path>
              </a:pathLst>
            </a:custGeom>
          </p:spPr>
        </p:pic>
        <p:sp>
          <p:nvSpPr>
            <p:cNvPr id="7" name="Oval 6">
              <a:extLst>
                <a:ext uri="{FF2B5EF4-FFF2-40B4-BE49-F238E27FC236}">
                  <a16:creationId xmlns:a16="http://schemas.microsoft.com/office/drawing/2014/main" id="{24A696BC-AEA8-1935-1241-4B415D498A45}"/>
                </a:ext>
              </a:extLst>
            </p:cNvPr>
            <p:cNvSpPr/>
            <p:nvPr userDrawn="1"/>
          </p:nvSpPr>
          <p:spPr>
            <a:xfrm rot="11359244">
              <a:off x="9771623" y="1911848"/>
              <a:ext cx="2141446" cy="2141446"/>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14">
              <a:extLst>
                <a:ext uri="{FF2B5EF4-FFF2-40B4-BE49-F238E27FC236}">
                  <a16:creationId xmlns:a16="http://schemas.microsoft.com/office/drawing/2014/main" id="{A10DF3AB-4B85-58C4-1479-1E5034A5BABE}"/>
                </a:ext>
              </a:extLst>
            </p:cNvPr>
            <p:cNvSpPr/>
            <p:nvPr/>
          </p:nvSpPr>
          <p:spPr>
            <a:xfrm rot="14204071">
              <a:off x="10585328" y="2353690"/>
              <a:ext cx="1097202" cy="2124101"/>
            </a:xfrm>
            <a:custGeom>
              <a:avLst/>
              <a:gdLst>
                <a:gd name="connsiteX0" fmla="*/ 1003743 w 1097202"/>
                <a:gd name="connsiteY0" fmla="*/ 2124101 h 2124101"/>
                <a:gd name="connsiteX1" fmla="*/ 910678 w 1097202"/>
                <a:gd name="connsiteY1" fmla="*/ 2114651 h 2124101"/>
                <a:gd name="connsiteX2" fmla="*/ 346172 w 1097202"/>
                <a:gd name="connsiteY2" fmla="*/ 1844179 h 2124101"/>
                <a:gd name="connsiteX3" fmla="*/ 282398 w 1097202"/>
                <a:gd name="connsiteY3" fmla="*/ 331292 h 2124101"/>
                <a:gd name="connsiteX4" fmla="*/ 822139 w 1097202"/>
                <a:gd name="connsiteY4" fmla="*/ 14272 h 2124101"/>
                <a:gd name="connsiteX5" fmla="*/ 898215 w 1097202"/>
                <a:gd name="connsiteY5" fmla="*/ 0 h 2124101"/>
                <a:gd name="connsiteX6" fmla="*/ 900455 w 1097202"/>
                <a:gd name="connsiteY6" fmla="*/ 7032 h 2124101"/>
                <a:gd name="connsiteX7" fmla="*/ 1049300 w 1097202"/>
                <a:gd name="connsiteY7" fmla="*/ 1899738 h 2124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97202" h="2124101">
                  <a:moveTo>
                    <a:pt x="1003743" y="2124101"/>
                  </a:moveTo>
                  <a:lnTo>
                    <a:pt x="910678" y="2114651"/>
                  </a:lnTo>
                  <a:cubicBezTo>
                    <a:pt x="706734" y="2084013"/>
                    <a:pt x="509440" y="1994240"/>
                    <a:pt x="346172" y="1844179"/>
                  </a:cubicBezTo>
                  <a:cubicBezTo>
                    <a:pt x="-89211" y="1444018"/>
                    <a:pt x="-117763" y="766675"/>
                    <a:pt x="282398" y="331292"/>
                  </a:cubicBezTo>
                  <a:cubicBezTo>
                    <a:pt x="432459" y="168024"/>
                    <a:pt x="621498" y="61965"/>
                    <a:pt x="822139" y="14272"/>
                  </a:cubicBezTo>
                  <a:lnTo>
                    <a:pt x="898215" y="0"/>
                  </a:lnTo>
                  <a:lnTo>
                    <a:pt x="900455" y="7032"/>
                  </a:lnTo>
                  <a:cubicBezTo>
                    <a:pt x="1099397" y="723483"/>
                    <a:pt x="1144435" y="1328695"/>
                    <a:pt x="1049300" y="1899738"/>
                  </a:cubicBezTo>
                  <a:close/>
                </a:path>
              </a:pathLst>
            </a:custGeom>
            <a:solidFill>
              <a:schemeClr val="accent4"/>
            </a:solidFill>
            <a:ln w="23721" cap="flat">
              <a:noFill/>
              <a:prstDash val="solid"/>
              <a:miter/>
            </a:ln>
          </p:spPr>
          <p:txBody>
            <a:bodyPr rtlCol="0" anchor="ctr"/>
            <a:lstStyle/>
            <a:p>
              <a:endParaRPr lang="en-US"/>
            </a:p>
          </p:txBody>
        </p:sp>
      </p:grpSp>
      <p:sp>
        <p:nvSpPr>
          <p:cNvPr id="2" name="TextBox 1">
            <a:extLst>
              <a:ext uri="{FF2B5EF4-FFF2-40B4-BE49-F238E27FC236}">
                <a16:creationId xmlns:a16="http://schemas.microsoft.com/office/drawing/2014/main" id="{C10BD8BA-D678-1242-E28D-21EA4F63879B}"/>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1"/>
                </a:solidFill>
                <a:latin typeface="Clarika Grotesque" pitchFamily="2" charset="77"/>
              </a:rPr>
              <a:t>© Dayforce</a:t>
            </a:r>
          </a:p>
        </p:txBody>
      </p:sp>
    </p:spTree>
    <p:extLst>
      <p:ext uri="{BB962C8B-B14F-4D97-AF65-F5344CB8AC3E}">
        <p14:creationId xmlns:p14="http://schemas.microsoft.com/office/powerpoint/2010/main" val="858463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preserve="1" userDrawn="1">
  <p:cSld name="1_Header, Copy, Pattern">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2B0EAAB-7A68-5044-B1D5-78358B61A99B}"/>
              </a:ext>
            </a:extLst>
          </p:cNvPr>
          <p:cNvSpPr>
            <a:spLocks noGrp="1"/>
          </p:cNvSpPr>
          <p:nvPr>
            <p:ph type="title"/>
          </p:nvPr>
        </p:nvSpPr>
        <p:spPr>
          <a:xfrm>
            <a:off x="616420" y="606998"/>
            <a:ext cx="10972502" cy="742117"/>
          </a:xfrm>
          <a:prstGeom prst="rect">
            <a:avLst/>
          </a:prstGeom>
        </p:spPr>
        <p:txBody>
          <a:bodyPr/>
          <a:lstStyle>
            <a:lvl1pPr algn="l">
              <a:defRPr b="0">
                <a:latin typeface="+mj-lt"/>
              </a:defRPr>
            </a:lvl1pPr>
          </a:lstStyle>
          <a:p>
            <a:r>
              <a:rPr lang="en-US"/>
              <a:t>Click to edit Master title style</a:t>
            </a:r>
          </a:p>
        </p:txBody>
      </p:sp>
      <p:sp>
        <p:nvSpPr>
          <p:cNvPr id="5" name="Content Placeholder 2">
            <a:extLst>
              <a:ext uri="{FF2B5EF4-FFF2-40B4-BE49-F238E27FC236}">
                <a16:creationId xmlns:a16="http://schemas.microsoft.com/office/drawing/2014/main" id="{C7DFA8A3-03F9-E8DB-6B8C-F507B2888459}"/>
              </a:ext>
            </a:extLst>
          </p:cNvPr>
          <p:cNvSpPr>
            <a:spLocks noGrp="1"/>
          </p:cNvSpPr>
          <p:nvPr>
            <p:ph sz="half" idx="36"/>
          </p:nvPr>
        </p:nvSpPr>
        <p:spPr>
          <a:xfrm>
            <a:off x="614895" y="1692815"/>
            <a:ext cx="10972502" cy="4334801"/>
          </a:xfrm>
        </p:spPr>
        <p:txBody>
          <a:bodyPr/>
          <a:lstStyle>
            <a:lvl1pPr>
              <a:lnSpc>
                <a:spcPct val="100000"/>
              </a:lnSpc>
              <a:spcBef>
                <a:spcPts val="0"/>
              </a:spcBef>
              <a:spcAft>
                <a:spcPts val="600"/>
              </a:spcAft>
              <a:defRPr sz="2400">
                <a:solidFill>
                  <a:schemeClr val="tx1"/>
                </a:solidFill>
                <a:latin typeface="+mn-lt"/>
              </a:defRPr>
            </a:lvl1pPr>
            <a:lvl2pPr>
              <a:lnSpc>
                <a:spcPct val="100000"/>
              </a:lnSpc>
              <a:spcBef>
                <a:spcPts val="0"/>
              </a:spcBef>
              <a:spcAft>
                <a:spcPts val="600"/>
              </a:spcAft>
              <a:defRPr sz="2000">
                <a:solidFill>
                  <a:schemeClr val="tx1"/>
                </a:solidFill>
                <a:latin typeface="+mn-lt"/>
              </a:defRPr>
            </a:lvl2pPr>
            <a:lvl3pPr marL="1257300" indent="-342900">
              <a:lnSpc>
                <a:spcPct val="100000"/>
              </a:lnSpc>
              <a:spcBef>
                <a:spcPts val="0"/>
              </a:spcBef>
              <a:spcAft>
                <a:spcPts val="600"/>
              </a:spcAft>
              <a:buSzPct val="80000"/>
              <a:buFont typeface="Arial" panose="020B0604020202020204" pitchFamily="34" charset="0"/>
              <a:buChar char="•"/>
              <a:defRPr sz="1800">
                <a:solidFill>
                  <a:schemeClr val="tx1"/>
                </a:solidFill>
                <a:latin typeface="+mn-lt"/>
              </a:defRPr>
            </a:lvl3pPr>
            <a:lvl4pPr marL="1657350" indent="-285750">
              <a:lnSpc>
                <a:spcPct val="100000"/>
              </a:lnSpc>
              <a:spcBef>
                <a:spcPts val="0"/>
              </a:spcBef>
              <a:spcAft>
                <a:spcPts val="600"/>
              </a:spcAft>
              <a:buSzPct val="75000"/>
              <a:buFont typeface="Arial" panose="020B0604020202020204" pitchFamily="34" charset="0"/>
              <a:buChar char="•"/>
              <a:defRPr sz="1600">
                <a:solidFill>
                  <a:schemeClr val="tx1"/>
                </a:solidFill>
                <a:latin typeface="+mn-lt"/>
              </a:defRPr>
            </a:lvl4pPr>
            <a:lvl5pPr marL="2114550" indent="-285750">
              <a:lnSpc>
                <a:spcPct val="100000"/>
              </a:lnSpc>
              <a:spcBef>
                <a:spcPts val="0"/>
              </a:spcBef>
              <a:spcAft>
                <a:spcPts val="600"/>
              </a:spcAft>
              <a:buSzPct val="75000"/>
              <a:buFont typeface="Arial" panose="020B0604020202020204" pitchFamily="34" charset="0"/>
              <a:buChar char="•"/>
              <a:defRPr sz="14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5" name="Group 14">
            <a:extLst>
              <a:ext uri="{FF2B5EF4-FFF2-40B4-BE49-F238E27FC236}">
                <a16:creationId xmlns:a16="http://schemas.microsoft.com/office/drawing/2014/main" id="{5C0CB934-85F3-2CC9-B0DC-7D2C9611753E}"/>
              </a:ext>
            </a:extLst>
          </p:cNvPr>
          <p:cNvGrpSpPr/>
          <p:nvPr userDrawn="1"/>
        </p:nvGrpSpPr>
        <p:grpSpPr>
          <a:xfrm>
            <a:off x="9239485" y="1911848"/>
            <a:ext cx="4385083" cy="5217584"/>
            <a:chOff x="9239485" y="1911848"/>
            <a:chExt cx="4385083" cy="5217584"/>
          </a:xfrm>
        </p:grpSpPr>
        <p:pic>
          <p:nvPicPr>
            <p:cNvPr id="14" name="Graphic 13">
              <a:extLst>
                <a:ext uri="{FF2B5EF4-FFF2-40B4-BE49-F238E27FC236}">
                  <a16:creationId xmlns:a16="http://schemas.microsoft.com/office/drawing/2014/main" id="{C0EDE87A-62BC-532A-C4F1-1047291AD2AA}"/>
                </a:ext>
              </a:extLst>
            </p:cNvPr>
            <p:cNvPicPr>
              <a:picLocks noChangeAspect="1"/>
            </p:cNvPicPr>
            <p:nvPr userDrawn="1"/>
          </p:nvPicPr>
          <p:blipFill>
            <a:blip r:embed="rId2">
              <a:extLst>
                <a:ext uri="{96DAC541-7B7A-43D3-8B79-37D633B846F1}">
                  <asvg:svgBlip xmlns:asvg="http://schemas.microsoft.com/office/drawing/2016/SVG/main" r:embed="rId3"/>
                </a:ext>
              </a:extLst>
            </a:blip>
            <a:srcRect l="12591" b="17837"/>
            <a:stretch>
              <a:fillRect/>
            </a:stretch>
          </p:blipFill>
          <p:spPr>
            <a:xfrm rot="14204071">
              <a:off x="9705570" y="2857775"/>
              <a:ext cx="4040224" cy="3797773"/>
            </a:xfrm>
            <a:custGeom>
              <a:avLst/>
              <a:gdLst>
                <a:gd name="connsiteX0" fmla="*/ 4040224 w 4040224"/>
                <a:gd name="connsiteY0" fmla="*/ 3797773 h 3797773"/>
                <a:gd name="connsiteX1" fmla="*/ 0 w 4040224"/>
                <a:gd name="connsiteY1" fmla="*/ 1147324 h 3797773"/>
                <a:gd name="connsiteX2" fmla="*/ 752662 w 4040224"/>
                <a:gd name="connsiteY2" fmla="*/ 0 h 3797773"/>
                <a:gd name="connsiteX3" fmla="*/ 4040224 w 4040224"/>
                <a:gd name="connsiteY3" fmla="*/ 0 h 3797773"/>
              </a:gdLst>
              <a:ahLst/>
              <a:cxnLst>
                <a:cxn ang="0">
                  <a:pos x="connsiteX0" y="connsiteY0"/>
                </a:cxn>
                <a:cxn ang="0">
                  <a:pos x="connsiteX1" y="connsiteY1"/>
                </a:cxn>
                <a:cxn ang="0">
                  <a:pos x="connsiteX2" y="connsiteY2"/>
                </a:cxn>
                <a:cxn ang="0">
                  <a:pos x="connsiteX3" y="connsiteY3"/>
                </a:cxn>
              </a:cxnLst>
              <a:rect l="l" t="t" r="r" b="b"/>
              <a:pathLst>
                <a:path w="4040224" h="3797773">
                  <a:moveTo>
                    <a:pt x="4040224" y="3797773"/>
                  </a:moveTo>
                  <a:lnTo>
                    <a:pt x="0" y="1147324"/>
                  </a:lnTo>
                  <a:lnTo>
                    <a:pt x="752662" y="0"/>
                  </a:lnTo>
                  <a:lnTo>
                    <a:pt x="4040224" y="0"/>
                  </a:lnTo>
                  <a:close/>
                </a:path>
              </a:pathLst>
            </a:custGeom>
          </p:spPr>
        </p:pic>
        <p:pic>
          <p:nvPicPr>
            <p:cNvPr id="9" name="Graphic 8">
              <a:extLst>
                <a:ext uri="{FF2B5EF4-FFF2-40B4-BE49-F238E27FC236}">
                  <a16:creationId xmlns:a16="http://schemas.microsoft.com/office/drawing/2014/main" id="{3B113E83-C9A0-1388-FC98-14D39F50F35D}"/>
                </a:ext>
              </a:extLst>
            </p:cNvPr>
            <p:cNvPicPr>
              <a:picLocks noChangeAspect="1"/>
            </p:cNvPicPr>
            <p:nvPr userDrawn="1"/>
          </p:nvPicPr>
          <p:blipFill>
            <a:blip r:embed="rId4">
              <a:extLst>
                <a:ext uri="{96DAC541-7B7A-43D3-8B79-37D633B846F1}">
                  <asvg:svgBlip xmlns:asvg="http://schemas.microsoft.com/office/drawing/2016/SVG/main" r:embed="rId5"/>
                </a:ext>
              </a:extLst>
            </a:blip>
            <a:srcRect l="26262" t="22420"/>
            <a:stretch>
              <a:fillRect/>
            </a:stretch>
          </p:blipFill>
          <p:spPr>
            <a:xfrm rot="9752680">
              <a:off x="9239485" y="3320314"/>
              <a:ext cx="3620513" cy="3809118"/>
            </a:xfrm>
            <a:custGeom>
              <a:avLst/>
              <a:gdLst>
                <a:gd name="connsiteX0" fmla="*/ 0 w 3620513"/>
                <a:gd name="connsiteY0" fmla="*/ 3809118 h 3809118"/>
                <a:gd name="connsiteX1" fmla="*/ 1197747 w 3620513"/>
                <a:gd name="connsiteY1" fmla="*/ 0 h 3809118"/>
                <a:gd name="connsiteX2" fmla="*/ 3620513 w 3620513"/>
                <a:gd name="connsiteY2" fmla="*/ 761820 h 3809118"/>
                <a:gd name="connsiteX3" fmla="*/ 3620513 w 3620513"/>
                <a:gd name="connsiteY3" fmla="*/ 3809118 h 3809118"/>
              </a:gdLst>
              <a:ahLst/>
              <a:cxnLst>
                <a:cxn ang="0">
                  <a:pos x="connsiteX0" y="connsiteY0"/>
                </a:cxn>
                <a:cxn ang="0">
                  <a:pos x="connsiteX1" y="connsiteY1"/>
                </a:cxn>
                <a:cxn ang="0">
                  <a:pos x="connsiteX2" y="connsiteY2"/>
                </a:cxn>
                <a:cxn ang="0">
                  <a:pos x="connsiteX3" y="connsiteY3"/>
                </a:cxn>
              </a:cxnLst>
              <a:rect l="l" t="t" r="r" b="b"/>
              <a:pathLst>
                <a:path w="3620513" h="3809118">
                  <a:moveTo>
                    <a:pt x="0" y="3809118"/>
                  </a:moveTo>
                  <a:lnTo>
                    <a:pt x="1197747" y="0"/>
                  </a:lnTo>
                  <a:lnTo>
                    <a:pt x="3620513" y="761820"/>
                  </a:lnTo>
                  <a:lnTo>
                    <a:pt x="3620513" y="3809118"/>
                  </a:lnTo>
                  <a:close/>
                </a:path>
              </a:pathLst>
            </a:custGeom>
          </p:spPr>
        </p:pic>
        <p:sp>
          <p:nvSpPr>
            <p:cNvPr id="4" name="Oval 3">
              <a:extLst>
                <a:ext uri="{FF2B5EF4-FFF2-40B4-BE49-F238E27FC236}">
                  <a16:creationId xmlns:a16="http://schemas.microsoft.com/office/drawing/2014/main" id="{CA7BC8A4-66A0-47EB-B9DC-7BCA7AF844FD}"/>
                </a:ext>
              </a:extLst>
            </p:cNvPr>
            <p:cNvSpPr/>
            <p:nvPr userDrawn="1"/>
          </p:nvSpPr>
          <p:spPr>
            <a:xfrm rot="11359244">
              <a:off x="9771623" y="1911848"/>
              <a:ext cx="2141446" cy="2141446"/>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a:extLst>
                <a:ext uri="{FF2B5EF4-FFF2-40B4-BE49-F238E27FC236}">
                  <a16:creationId xmlns:a16="http://schemas.microsoft.com/office/drawing/2014/main" id="{CF8A4A22-129D-676C-032E-CEDC6B194B9F}"/>
                </a:ext>
              </a:extLst>
            </p:cNvPr>
            <p:cNvSpPr/>
            <p:nvPr userDrawn="1"/>
          </p:nvSpPr>
          <p:spPr>
            <a:xfrm rot="14204071">
              <a:off x="10585328" y="2353690"/>
              <a:ext cx="1097202" cy="2124101"/>
            </a:xfrm>
            <a:custGeom>
              <a:avLst/>
              <a:gdLst>
                <a:gd name="connsiteX0" fmla="*/ 1003743 w 1097202"/>
                <a:gd name="connsiteY0" fmla="*/ 2124101 h 2124101"/>
                <a:gd name="connsiteX1" fmla="*/ 910678 w 1097202"/>
                <a:gd name="connsiteY1" fmla="*/ 2114651 h 2124101"/>
                <a:gd name="connsiteX2" fmla="*/ 346172 w 1097202"/>
                <a:gd name="connsiteY2" fmla="*/ 1844179 h 2124101"/>
                <a:gd name="connsiteX3" fmla="*/ 282398 w 1097202"/>
                <a:gd name="connsiteY3" fmla="*/ 331292 h 2124101"/>
                <a:gd name="connsiteX4" fmla="*/ 822139 w 1097202"/>
                <a:gd name="connsiteY4" fmla="*/ 14272 h 2124101"/>
                <a:gd name="connsiteX5" fmla="*/ 898215 w 1097202"/>
                <a:gd name="connsiteY5" fmla="*/ 0 h 2124101"/>
                <a:gd name="connsiteX6" fmla="*/ 900455 w 1097202"/>
                <a:gd name="connsiteY6" fmla="*/ 7032 h 2124101"/>
                <a:gd name="connsiteX7" fmla="*/ 1049300 w 1097202"/>
                <a:gd name="connsiteY7" fmla="*/ 1899738 h 2124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97202" h="2124101">
                  <a:moveTo>
                    <a:pt x="1003743" y="2124101"/>
                  </a:moveTo>
                  <a:lnTo>
                    <a:pt x="910678" y="2114651"/>
                  </a:lnTo>
                  <a:cubicBezTo>
                    <a:pt x="706734" y="2084013"/>
                    <a:pt x="509440" y="1994240"/>
                    <a:pt x="346172" y="1844179"/>
                  </a:cubicBezTo>
                  <a:cubicBezTo>
                    <a:pt x="-89211" y="1444018"/>
                    <a:pt x="-117763" y="766675"/>
                    <a:pt x="282398" y="331292"/>
                  </a:cubicBezTo>
                  <a:cubicBezTo>
                    <a:pt x="432459" y="168024"/>
                    <a:pt x="621498" y="61965"/>
                    <a:pt x="822139" y="14272"/>
                  </a:cubicBezTo>
                  <a:lnTo>
                    <a:pt x="898215" y="0"/>
                  </a:lnTo>
                  <a:lnTo>
                    <a:pt x="900455" y="7032"/>
                  </a:lnTo>
                  <a:cubicBezTo>
                    <a:pt x="1099397" y="723483"/>
                    <a:pt x="1144435" y="1328695"/>
                    <a:pt x="1049300" y="1899738"/>
                  </a:cubicBezTo>
                  <a:close/>
                </a:path>
              </a:pathLst>
            </a:custGeom>
            <a:solidFill>
              <a:schemeClr val="accent1"/>
            </a:solidFill>
            <a:ln w="23721" cap="flat">
              <a:noFill/>
              <a:prstDash val="solid"/>
              <a:miter/>
            </a:ln>
          </p:spPr>
          <p:txBody>
            <a:bodyPr rtlCol="0" anchor="ctr"/>
            <a:lstStyle/>
            <a:p>
              <a:endParaRPr lang="en-US"/>
            </a:p>
          </p:txBody>
        </p:sp>
      </p:grpSp>
      <p:sp>
        <p:nvSpPr>
          <p:cNvPr id="2" name="TextBox 1">
            <a:extLst>
              <a:ext uri="{FF2B5EF4-FFF2-40B4-BE49-F238E27FC236}">
                <a16:creationId xmlns:a16="http://schemas.microsoft.com/office/drawing/2014/main" id="{0F616811-A9CD-9F0C-D8AA-0B0D243715ED}"/>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357145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preserve="1" userDrawn="1">
  <p:cSld name="2_Header, Copy, Pattern">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2B0EAAB-7A68-5044-B1D5-78358B61A99B}"/>
              </a:ext>
            </a:extLst>
          </p:cNvPr>
          <p:cNvSpPr>
            <a:spLocks noGrp="1"/>
          </p:cNvSpPr>
          <p:nvPr>
            <p:ph type="title"/>
          </p:nvPr>
        </p:nvSpPr>
        <p:spPr>
          <a:xfrm>
            <a:off x="616420" y="606998"/>
            <a:ext cx="10972502" cy="742117"/>
          </a:xfrm>
          <a:prstGeom prst="rect">
            <a:avLst/>
          </a:prstGeom>
        </p:spPr>
        <p:txBody>
          <a:bodyPr/>
          <a:lstStyle>
            <a:lvl1pPr algn="l">
              <a:defRPr b="0">
                <a:latin typeface="+mj-lt"/>
              </a:defRPr>
            </a:lvl1pPr>
          </a:lstStyle>
          <a:p>
            <a:r>
              <a:rPr lang="en-US"/>
              <a:t>Click to edit Master title style</a:t>
            </a:r>
          </a:p>
        </p:txBody>
      </p:sp>
      <p:sp>
        <p:nvSpPr>
          <p:cNvPr id="5" name="Content Placeholder 2">
            <a:extLst>
              <a:ext uri="{FF2B5EF4-FFF2-40B4-BE49-F238E27FC236}">
                <a16:creationId xmlns:a16="http://schemas.microsoft.com/office/drawing/2014/main" id="{C7DFA8A3-03F9-E8DB-6B8C-F507B2888459}"/>
              </a:ext>
            </a:extLst>
          </p:cNvPr>
          <p:cNvSpPr>
            <a:spLocks noGrp="1"/>
          </p:cNvSpPr>
          <p:nvPr>
            <p:ph sz="half" idx="36"/>
          </p:nvPr>
        </p:nvSpPr>
        <p:spPr>
          <a:xfrm>
            <a:off x="614895" y="1692815"/>
            <a:ext cx="10972502" cy="4334801"/>
          </a:xfrm>
        </p:spPr>
        <p:txBody>
          <a:bodyPr/>
          <a:lstStyle>
            <a:lvl1pPr>
              <a:lnSpc>
                <a:spcPct val="100000"/>
              </a:lnSpc>
              <a:spcBef>
                <a:spcPts val="0"/>
              </a:spcBef>
              <a:spcAft>
                <a:spcPts val="600"/>
              </a:spcAft>
              <a:defRPr sz="2400">
                <a:solidFill>
                  <a:schemeClr val="tx1"/>
                </a:solidFill>
                <a:latin typeface="+mn-lt"/>
              </a:defRPr>
            </a:lvl1pPr>
            <a:lvl2pPr>
              <a:lnSpc>
                <a:spcPct val="100000"/>
              </a:lnSpc>
              <a:spcBef>
                <a:spcPts val="0"/>
              </a:spcBef>
              <a:spcAft>
                <a:spcPts val="600"/>
              </a:spcAft>
              <a:defRPr sz="2000">
                <a:solidFill>
                  <a:schemeClr val="tx1"/>
                </a:solidFill>
                <a:latin typeface="+mn-lt"/>
              </a:defRPr>
            </a:lvl2pPr>
            <a:lvl3pPr marL="1257300" indent="-342900">
              <a:lnSpc>
                <a:spcPct val="100000"/>
              </a:lnSpc>
              <a:spcBef>
                <a:spcPts val="0"/>
              </a:spcBef>
              <a:spcAft>
                <a:spcPts val="600"/>
              </a:spcAft>
              <a:buSzPct val="80000"/>
              <a:buFont typeface="Arial" panose="020B0604020202020204" pitchFamily="34" charset="0"/>
              <a:buChar char="•"/>
              <a:defRPr sz="1800">
                <a:solidFill>
                  <a:schemeClr val="tx1"/>
                </a:solidFill>
                <a:latin typeface="+mn-lt"/>
              </a:defRPr>
            </a:lvl3pPr>
            <a:lvl4pPr marL="1657350" indent="-285750">
              <a:lnSpc>
                <a:spcPct val="100000"/>
              </a:lnSpc>
              <a:spcBef>
                <a:spcPts val="0"/>
              </a:spcBef>
              <a:spcAft>
                <a:spcPts val="600"/>
              </a:spcAft>
              <a:buSzPct val="75000"/>
              <a:buFont typeface="Arial" panose="020B0604020202020204" pitchFamily="34" charset="0"/>
              <a:buChar char="•"/>
              <a:defRPr sz="1600">
                <a:solidFill>
                  <a:schemeClr val="tx1"/>
                </a:solidFill>
                <a:latin typeface="+mn-lt"/>
              </a:defRPr>
            </a:lvl4pPr>
            <a:lvl5pPr marL="2114550" indent="-285750">
              <a:lnSpc>
                <a:spcPct val="100000"/>
              </a:lnSpc>
              <a:spcBef>
                <a:spcPts val="0"/>
              </a:spcBef>
              <a:spcAft>
                <a:spcPts val="600"/>
              </a:spcAft>
              <a:buSzPct val="75000"/>
              <a:buFont typeface="Arial" panose="020B0604020202020204" pitchFamily="34" charset="0"/>
              <a:buChar char="•"/>
              <a:defRPr sz="14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9" name="Group 18">
            <a:extLst>
              <a:ext uri="{FF2B5EF4-FFF2-40B4-BE49-F238E27FC236}">
                <a16:creationId xmlns:a16="http://schemas.microsoft.com/office/drawing/2014/main" id="{9DDE0891-10B1-E629-DCC5-E6B1F0FC6B7D}"/>
              </a:ext>
            </a:extLst>
          </p:cNvPr>
          <p:cNvGrpSpPr/>
          <p:nvPr userDrawn="1"/>
        </p:nvGrpSpPr>
        <p:grpSpPr>
          <a:xfrm>
            <a:off x="9240057" y="1911848"/>
            <a:ext cx="4384511" cy="5217733"/>
            <a:chOff x="9240057" y="1911848"/>
            <a:chExt cx="4384511" cy="5217733"/>
          </a:xfrm>
        </p:grpSpPr>
        <p:pic>
          <p:nvPicPr>
            <p:cNvPr id="18" name="Graphic 17">
              <a:extLst>
                <a:ext uri="{FF2B5EF4-FFF2-40B4-BE49-F238E27FC236}">
                  <a16:creationId xmlns:a16="http://schemas.microsoft.com/office/drawing/2014/main" id="{5510A28E-162A-F1C4-5E86-B78B857DE040}"/>
                </a:ext>
              </a:extLst>
            </p:cNvPr>
            <p:cNvPicPr>
              <a:picLocks noChangeAspect="1"/>
            </p:cNvPicPr>
            <p:nvPr userDrawn="1"/>
          </p:nvPicPr>
          <p:blipFill>
            <a:blip r:embed="rId2">
              <a:extLst>
                <a:ext uri="{96DAC541-7B7A-43D3-8B79-37D633B846F1}">
                  <asvg:svgBlip xmlns:asvg="http://schemas.microsoft.com/office/drawing/2016/SVG/main" r:embed="rId3"/>
                </a:ext>
              </a:extLst>
            </a:blip>
            <a:srcRect l="12591" b="17837"/>
            <a:stretch>
              <a:fillRect/>
            </a:stretch>
          </p:blipFill>
          <p:spPr>
            <a:xfrm rot="14204071">
              <a:off x="9705570" y="2857775"/>
              <a:ext cx="4040224" cy="3797773"/>
            </a:xfrm>
            <a:custGeom>
              <a:avLst/>
              <a:gdLst>
                <a:gd name="connsiteX0" fmla="*/ 4040224 w 4040224"/>
                <a:gd name="connsiteY0" fmla="*/ 3797773 h 3797773"/>
                <a:gd name="connsiteX1" fmla="*/ 0 w 4040224"/>
                <a:gd name="connsiteY1" fmla="*/ 1147324 h 3797773"/>
                <a:gd name="connsiteX2" fmla="*/ 752662 w 4040224"/>
                <a:gd name="connsiteY2" fmla="*/ 0 h 3797773"/>
                <a:gd name="connsiteX3" fmla="*/ 4040224 w 4040224"/>
                <a:gd name="connsiteY3" fmla="*/ 0 h 3797773"/>
              </a:gdLst>
              <a:ahLst/>
              <a:cxnLst>
                <a:cxn ang="0">
                  <a:pos x="connsiteX0" y="connsiteY0"/>
                </a:cxn>
                <a:cxn ang="0">
                  <a:pos x="connsiteX1" y="connsiteY1"/>
                </a:cxn>
                <a:cxn ang="0">
                  <a:pos x="connsiteX2" y="connsiteY2"/>
                </a:cxn>
                <a:cxn ang="0">
                  <a:pos x="connsiteX3" y="connsiteY3"/>
                </a:cxn>
              </a:cxnLst>
              <a:rect l="l" t="t" r="r" b="b"/>
              <a:pathLst>
                <a:path w="4040224" h="3797773">
                  <a:moveTo>
                    <a:pt x="4040224" y="3797773"/>
                  </a:moveTo>
                  <a:lnTo>
                    <a:pt x="0" y="1147324"/>
                  </a:lnTo>
                  <a:lnTo>
                    <a:pt x="752662" y="0"/>
                  </a:lnTo>
                  <a:lnTo>
                    <a:pt x="4040224" y="0"/>
                  </a:lnTo>
                  <a:close/>
                </a:path>
              </a:pathLst>
            </a:custGeom>
          </p:spPr>
        </p:pic>
        <p:pic>
          <p:nvPicPr>
            <p:cNvPr id="16" name="Graphic 15">
              <a:extLst>
                <a:ext uri="{FF2B5EF4-FFF2-40B4-BE49-F238E27FC236}">
                  <a16:creationId xmlns:a16="http://schemas.microsoft.com/office/drawing/2014/main" id="{F203D62B-B7CE-28A5-ED19-C0D6C98AC6E0}"/>
                </a:ext>
              </a:extLst>
            </p:cNvPr>
            <p:cNvPicPr>
              <a:picLocks noChangeAspect="1"/>
            </p:cNvPicPr>
            <p:nvPr userDrawn="1"/>
          </p:nvPicPr>
          <p:blipFill>
            <a:blip r:embed="rId4">
              <a:extLst>
                <a:ext uri="{96DAC541-7B7A-43D3-8B79-37D633B846F1}">
                  <asvg:svgBlip xmlns:asvg="http://schemas.microsoft.com/office/drawing/2016/SVG/main" r:embed="rId5"/>
                </a:ext>
              </a:extLst>
            </a:blip>
            <a:srcRect l="26289" t="22520"/>
            <a:stretch>
              <a:fillRect/>
            </a:stretch>
          </p:blipFill>
          <p:spPr>
            <a:xfrm rot="9752680">
              <a:off x="9240057" y="3325362"/>
              <a:ext cx="3619175" cy="3804219"/>
            </a:xfrm>
            <a:custGeom>
              <a:avLst/>
              <a:gdLst>
                <a:gd name="connsiteX0" fmla="*/ 0 w 3619175"/>
                <a:gd name="connsiteY0" fmla="*/ 3804219 h 3804219"/>
                <a:gd name="connsiteX1" fmla="*/ 1196206 w 3619175"/>
                <a:gd name="connsiteY1" fmla="*/ 0 h 3804219"/>
                <a:gd name="connsiteX2" fmla="*/ 3619175 w 3619175"/>
                <a:gd name="connsiteY2" fmla="*/ 761883 h 3804219"/>
                <a:gd name="connsiteX3" fmla="*/ 3619175 w 3619175"/>
                <a:gd name="connsiteY3" fmla="*/ 3804219 h 3804219"/>
              </a:gdLst>
              <a:ahLst/>
              <a:cxnLst>
                <a:cxn ang="0">
                  <a:pos x="connsiteX0" y="connsiteY0"/>
                </a:cxn>
                <a:cxn ang="0">
                  <a:pos x="connsiteX1" y="connsiteY1"/>
                </a:cxn>
                <a:cxn ang="0">
                  <a:pos x="connsiteX2" y="connsiteY2"/>
                </a:cxn>
                <a:cxn ang="0">
                  <a:pos x="connsiteX3" y="connsiteY3"/>
                </a:cxn>
              </a:cxnLst>
              <a:rect l="l" t="t" r="r" b="b"/>
              <a:pathLst>
                <a:path w="3619175" h="3804219">
                  <a:moveTo>
                    <a:pt x="0" y="3804219"/>
                  </a:moveTo>
                  <a:lnTo>
                    <a:pt x="1196206" y="0"/>
                  </a:lnTo>
                  <a:lnTo>
                    <a:pt x="3619175" y="761883"/>
                  </a:lnTo>
                  <a:lnTo>
                    <a:pt x="3619175" y="3804219"/>
                  </a:lnTo>
                  <a:close/>
                </a:path>
              </a:pathLst>
            </a:custGeom>
          </p:spPr>
        </p:pic>
        <p:sp>
          <p:nvSpPr>
            <p:cNvPr id="4" name="Oval 3">
              <a:extLst>
                <a:ext uri="{FF2B5EF4-FFF2-40B4-BE49-F238E27FC236}">
                  <a16:creationId xmlns:a16="http://schemas.microsoft.com/office/drawing/2014/main" id="{27C836CE-438C-E9D2-F127-8D4CBEB062A5}"/>
                </a:ext>
              </a:extLst>
            </p:cNvPr>
            <p:cNvSpPr/>
            <p:nvPr userDrawn="1"/>
          </p:nvSpPr>
          <p:spPr>
            <a:xfrm rot="11359244">
              <a:off x="9771623" y="1911848"/>
              <a:ext cx="2141446" cy="214144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a:extLst>
                <a:ext uri="{FF2B5EF4-FFF2-40B4-BE49-F238E27FC236}">
                  <a16:creationId xmlns:a16="http://schemas.microsoft.com/office/drawing/2014/main" id="{91DDD75E-B595-80EC-78B9-C478B86BFE6C}"/>
                </a:ext>
              </a:extLst>
            </p:cNvPr>
            <p:cNvSpPr/>
            <p:nvPr userDrawn="1"/>
          </p:nvSpPr>
          <p:spPr>
            <a:xfrm rot="14204071">
              <a:off x="10585328" y="2353690"/>
              <a:ext cx="1097202" cy="2124101"/>
            </a:xfrm>
            <a:custGeom>
              <a:avLst/>
              <a:gdLst>
                <a:gd name="connsiteX0" fmla="*/ 1003743 w 1097202"/>
                <a:gd name="connsiteY0" fmla="*/ 2124101 h 2124101"/>
                <a:gd name="connsiteX1" fmla="*/ 910678 w 1097202"/>
                <a:gd name="connsiteY1" fmla="*/ 2114651 h 2124101"/>
                <a:gd name="connsiteX2" fmla="*/ 346172 w 1097202"/>
                <a:gd name="connsiteY2" fmla="*/ 1844179 h 2124101"/>
                <a:gd name="connsiteX3" fmla="*/ 282398 w 1097202"/>
                <a:gd name="connsiteY3" fmla="*/ 331292 h 2124101"/>
                <a:gd name="connsiteX4" fmla="*/ 822139 w 1097202"/>
                <a:gd name="connsiteY4" fmla="*/ 14272 h 2124101"/>
                <a:gd name="connsiteX5" fmla="*/ 898215 w 1097202"/>
                <a:gd name="connsiteY5" fmla="*/ 0 h 2124101"/>
                <a:gd name="connsiteX6" fmla="*/ 900455 w 1097202"/>
                <a:gd name="connsiteY6" fmla="*/ 7032 h 2124101"/>
                <a:gd name="connsiteX7" fmla="*/ 1049300 w 1097202"/>
                <a:gd name="connsiteY7" fmla="*/ 1899738 h 2124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97202" h="2124101">
                  <a:moveTo>
                    <a:pt x="1003743" y="2124101"/>
                  </a:moveTo>
                  <a:lnTo>
                    <a:pt x="910678" y="2114651"/>
                  </a:lnTo>
                  <a:cubicBezTo>
                    <a:pt x="706734" y="2084013"/>
                    <a:pt x="509440" y="1994240"/>
                    <a:pt x="346172" y="1844179"/>
                  </a:cubicBezTo>
                  <a:cubicBezTo>
                    <a:pt x="-89211" y="1444018"/>
                    <a:pt x="-117763" y="766675"/>
                    <a:pt x="282398" y="331292"/>
                  </a:cubicBezTo>
                  <a:cubicBezTo>
                    <a:pt x="432459" y="168024"/>
                    <a:pt x="621498" y="61965"/>
                    <a:pt x="822139" y="14272"/>
                  </a:cubicBezTo>
                  <a:lnTo>
                    <a:pt x="898215" y="0"/>
                  </a:lnTo>
                  <a:lnTo>
                    <a:pt x="900455" y="7032"/>
                  </a:lnTo>
                  <a:cubicBezTo>
                    <a:pt x="1099397" y="723483"/>
                    <a:pt x="1144435" y="1328695"/>
                    <a:pt x="1049300" y="1899738"/>
                  </a:cubicBezTo>
                  <a:close/>
                </a:path>
              </a:pathLst>
            </a:custGeom>
            <a:solidFill>
              <a:srgbClr val="BCF76C"/>
            </a:solidFill>
            <a:ln w="23721" cap="flat">
              <a:noFill/>
              <a:prstDash val="solid"/>
              <a:miter/>
            </a:ln>
          </p:spPr>
          <p:txBody>
            <a:bodyPr rtlCol="0" anchor="ctr"/>
            <a:lstStyle/>
            <a:p>
              <a:endParaRPr lang="en-US"/>
            </a:p>
          </p:txBody>
        </p:sp>
      </p:grpSp>
      <p:sp>
        <p:nvSpPr>
          <p:cNvPr id="2" name="TextBox 1">
            <a:extLst>
              <a:ext uri="{FF2B5EF4-FFF2-40B4-BE49-F238E27FC236}">
                <a16:creationId xmlns:a16="http://schemas.microsoft.com/office/drawing/2014/main" id="{E2063161-9363-A111-4BCB-95EBD6400468}"/>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1"/>
                </a:solidFill>
                <a:latin typeface="Clarika Grotesque" pitchFamily="2" charset="77"/>
              </a:rPr>
              <a:t>© Dayforce</a:t>
            </a:r>
          </a:p>
        </p:txBody>
      </p:sp>
    </p:spTree>
    <p:extLst>
      <p:ext uri="{BB962C8B-B14F-4D97-AF65-F5344CB8AC3E}">
        <p14:creationId xmlns:p14="http://schemas.microsoft.com/office/powerpoint/2010/main" val="10859872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5_Header, Copy, Pattern">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2B0EAAB-7A68-5044-B1D5-78358B61A99B}"/>
              </a:ext>
            </a:extLst>
          </p:cNvPr>
          <p:cNvSpPr>
            <a:spLocks noGrp="1"/>
          </p:cNvSpPr>
          <p:nvPr>
            <p:ph type="title"/>
          </p:nvPr>
        </p:nvSpPr>
        <p:spPr>
          <a:xfrm>
            <a:off x="616420" y="606998"/>
            <a:ext cx="10972502" cy="742117"/>
          </a:xfrm>
          <a:prstGeom prst="rect">
            <a:avLst/>
          </a:prstGeom>
        </p:spPr>
        <p:txBody>
          <a:bodyPr/>
          <a:lstStyle>
            <a:lvl1pPr algn="l">
              <a:defRPr b="0">
                <a:latin typeface="+mj-lt"/>
              </a:defRPr>
            </a:lvl1pPr>
          </a:lstStyle>
          <a:p>
            <a:r>
              <a:rPr lang="en-US"/>
              <a:t>Click to edit Master title style</a:t>
            </a:r>
          </a:p>
        </p:txBody>
      </p:sp>
      <p:sp>
        <p:nvSpPr>
          <p:cNvPr id="5" name="Content Placeholder 2">
            <a:extLst>
              <a:ext uri="{FF2B5EF4-FFF2-40B4-BE49-F238E27FC236}">
                <a16:creationId xmlns:a16="http://schemas.microsoft.com/office/drawing/2014/main" id="{C7DFA8A3-03F9-E8DB-6B8C-F507B2888459}"/>
              </a:ext>
            </a:extLst>
          </p:cNvPr>
          <p:cNvSpPr>
            <a:spLocks noGrp="1"/>
          </p:cNvSpPr>
          <p:nvPr>
            <p:ph sz="half" idx="36"/>
          </p:nvPr>
        </p:nvSpPr>
        <p:spPr>
          <a:xfrm>
            <a:off x="614895" y="1692815"/>
            <a:ext cx="10972502" cy="4334801"/>
          </a:xfrm>
        </p:spPr>
        <p:txBody>
          <a:bodyPr/>
          <a:lstStyle>
            <a:lvl1pPr>
              <a:lnSpc>
                <a:spcPct val="100000"/>
              </a:lnSpc>
              <a:spcBef>
                <a:spcPts val="0"/>
              </a:spcBef>
              <a:spcAft>
                <a:spcPts val="600"/>
              </a:spcAft>
              <a:defRPr sz="2400">
                <a:solidFill>
                  <a:schemeClr val="tx1"/>
                </a:solidFill>
                <a:latin typeface="+mn-lt"/>
              </a:defRPr>
            </a:lvl1pPr>
            <a:lvl2pPr>
              <a:lnSpc>
                <a:spcPct val="100000"/>
              </a:lnSpc>
              <a:spcBef>
                <a:spcPts val="0"/>
              </a:spcBef>
              <a:spcAft>
                <a:spcPts val="600"/>
              </a:spcAft>
              <a:defRPr sz="2000">
                <a:solidFill>
                  <a:schemeClr val="tx1"/>
                </a:solidFill>
                <a:latin typeface="+mn-lt"/>
              </a:defRPr>
            </a:lvl2pPr>
            <a:lvl3pPr marL="1257300" indent="-342900">
              <a:lnSpc>
                <a:spcPct val="100000"/>
              </a:lnSpc>
              <a:spcBef>
                <a:spcPts val="0"/>
              </a:spcBef>
              <a:spcAft>
                <a:spcPts val="600"/>
              </a:spcAft>
              <a:buSzPct val="80000"/>
              <a:buFont typeface="Arial" panose="020B0604020202020204" pitchFamily="34" charset="0"/>
              <a:buChar char="•"/>
              <a:defRPr sz="1800">
                <a:solidFill>
                  <a:schemeClr val="tx1"/>
                </a:solidFill>
                <a:latin typeface="+mn-lt"/>
              </a:defRPr>
            </a:lvl3pPr>
            <a:lvl4pPr marL="1657350" indent="-285750">
              <a:lnSpc>
                <a:spcPct val="100000"/>
              </a:lnSpc>
              <a:spcBef>
                <a:spcPts val="0"/>
              </a:spcBef>
              <a:spcAft>
                <a:spcPts val="600"/>
              </a:spcAft>
              <a:buSzPct val="75000"/>
              <a:buFont typeface="Arial" panose="020B0604020202020204" pitchFamily="34" charset="0"/>
              <a:buChar char="•"/>
              <a:defRPr sz="1600">
                <a:solidFill>
                  <a:schemeClr val="tx1"/>
                </a:solidFill>
                <a:latin typeface="+mn-lt"/>
              </a:defRPr>
            </a:lvl4pPr>
            <a:lvl5pPr marL="2114550" indent="-285750">
              <a:lnSpc>
                <a:spcPct val="100000"/>
              </a:lnSpc>
              <a:spcBef>
                <a:spcPts val="0"/>
              </a:spcBef>
              <a:spcAft>
                <a:spcPts val="600"/>
              </a:spcAft>
              <a:buSzPct val="75000"/>
              <a:buFont typeface="Arial" panose="020B0604020202020204" pitchFamily="34" charset="0"/>
              <a:buChar char="•"/>
              <a:defRPr sz="14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12" name="Group 11">
            <a:extLst>
              <a:ext uri="{FF2B5EF4-FFF2-40B4-BE49-F238E27FC236}">
                <a16:creationId xmlns:a16="http://schemas.microsoft.com/office/drawing/2014/main" id="{FCDD2150-D3A9-1E60-E06E-BF66CE304789}"/>
              </a:ext>
            </a:extLst>
          </p:cNvPr>
          <p:cNvGrpSpPr/>
          <p:nvPr userDrawn="1"/>
        </p:nvGrpSpPr>
        <p:grpSpPr>
          <a:xfrm>
            <a:off x="9239485" y="1911848"/>
            <a:ext cx="4385083" cy="5217584"/>
            <a:chOff x="9239485" y="1911848"/>
            <a:chExt cx="4385083" cy="5217584"/>
          </a:xfrm>
        </p:grpSpPr>
        <p:pic>
          <p:nvPicPr>
            <p:cNvPr id="11" name="Graphic 10">
              <a:extLst>
                <a:ext uri="{FF2B5EF4-FFF2-40B4-BE49-F238E27FC236}">
                  <a16:creationId xmlns:a16="http://schemas.microsoft.com/office/drawing/2014/main" id="{E96684F4-C860-1363-0A68-03AECCE36579}"/>
                </a:ext>
              </a:extLst>
            </p:cNvPr>
            <p:cNvPicPr>
              <a:picLocks noChangeAspect="1"/>
            </p:cNvPicPr>
            <p:nvPr userDrawn="1"/>
          </p:nvPicPr>
          <p:blipFill>
            <a:blip r:embed="rId2">
              <a:extLst>
                <a:ext uri="{96DAC541-7B7A-43D3-8B79-37D633B846F1}">
                  <asvg:svgBlip xmlns:asvg="http://schemas.microsoft.com/office/drawing/2016/SVG/main" r:embed="rId3"/>
                </a:ext>
              </a:extLst>
            </a:blip>
            <a:srcRect l="12591" b="17837"/>
            <a:stretch>
              <a:fillRect/>
            </a:stretch>
          </p:blipFill>
          <p:spPr>
            <a:xfrm rot="14204071">
              <a:off x="9705570" y="2857775"/>
              <a:ext cx="4040224" cy="3797773"/>
            </a:xfrm>
            <a:custGeom>
              <a:avLst/>
              <a:gdLst>
                <a:gd name="connsiteX0" fmla="*/ 4040224 w 4040224"/>
                <a:gd name="connsiteY0" fmla="*/ 3797773 h 3797773"/>
                <a:gd name="connsiteX1" fmla="*/ 0 w 4040224"/>
                <a:gd name="connsiteY1" fmla="*/ 1147324 h 3797773"/>
                <a:gd name="connsiteX2" fmla="*/ 752662 w 4040224"/>
                <a:gd name="connsiteY2" fmla="*/ 0 h 3797773"/>
                <a:gd name="connsiteX3" fmla="*/ 4040224 w 4040224"/>
                <a:gd name="connsiteY3" fmla="*/ 0 h 3797773"/>
              </a:gdLst>
              <a:ahLst/>
              <a:cxnLst>
                <a:cxn ang="0">
                  <a:pos x="connsiteX0" y="connsiteY0"/>
                </a:cxn>
                <a:cxn ang="0">
                  <a:pos x="connsiteX1" y="connsiteY1"/>
                </a:cxn>
                <a:cxn ang="0">
                  <a:pos x="connsiteX2" y="connsiteY2"/>
                </a:cxn>
                <a:cxn ang="0">
                  <a:pos x="connsiteX3" y="connsiteY3"/>
                </a:cxn>
              </a:cxnLst>
              <a:rect l="l" t="t" r="r" b="b"/>
              <a:pathLst>
                <a:path w="4040224" h="3797773">
                  <a:moveTo>
                    <a:pt x="4040224" y="3797773"/>
                  </a:moveTo>
                  <a:lnTo>
                    <a:pt x="0" y="1147324"/>
                  </a:lnTo>
                  <a:lnTo>
                    <a:pt x="752662" y="0"/>
                  </a:lnTo>
                  <a:lnTo>
                    <a:pt x="4040224" y="0"/>
                  </a:lnTo>
                  <a:close/>
                </a:path>
              </a:pathLst>
            </a:custGeom>
          </p:spPr>
        </p:pic>
        <p:pic>
          <p:nvPicPr>
            <p:cNvPr id="9" name="Graphic 8">
              <a:extLst>
                <a:ext uri="{FF2B5EF4-FFF2-40B4-BE49-F238E27FC236}">
                  <a16:creationId xmlns:a16="http://schemas.microsoft.com/office/drawing/2014/main" id="{777FCE4C-2324-8C1B-CF51-A82C954FCDE4}"/>
                </a:ext>
              </a:extLst>
            </p:cNvPr>
            <p:cNvPicPr>
              <a:picLocks noChangeAspect="1"/>
            </p:cNvPicPr>
            <p:nvPr userDrawn="1"/>
          </p:nvPicPr>
          <p:blipFill>
            <a:blip r:embed="rId4">
              <a:extLst>
                <a:ext uri="{96DAC541-7B7A-43D3-8B79-37D633B846F1}">
                  <asvg:svgBlip xmlns:asvg="http://schemas.microsoft.com/office/drawing/2016/SVG/main" r:embed="rId5"/>
                </a:ext>
              </a:extLst>
            </a:blip>
            <a:srcRect l="26262" t="22420"/>
            <a:stretch>
              <a:fillRect/>
            </a:stretch>
          </p:blipFill>
          <p:spPr>
            <a:xfrm rot="9752680">
              <a:off x="9239485" y="3320314"/>
              <a:ext cx="3620513" cy="3809118"/>
            </a:xfrm>
            <a:custGeom>
              <a:avLst/>
              <a:gdLst>
                <a:gd name="connsiteX0" fmla="*/ 0 w 3620513"/>
                <a:gd name="connsiteY0" fmla="*/ 3809118 h 3809118"/>
                <a:gd name="connsiteX1" fmla="*/ 1197747 w 3620513"/>
                <a:gd name="connsiteY1" fmla="*/ 0 h 3809118"/>
                <a:gd name="connsiteX2" fmla="*/ 3620513 w 3620513"/>
                <a:gd name="connsiteY2" fmla="*/ 761820 h 3809118"/>
                <a:gd name="connsiteX3" fmla="*/ 3620513 w 3620513"/>
                <a:gd name="connsiteY3" fmla="*/ 3809118 h 3809118"/>
              </a:gdLst>
              <a:ahLst/>
              <a:cxnLst>
                <a:cxn ang="0">
                  <a:pos x="connsiteX0" y="connsiteY0"/>
                </a:cxn>
                <a:cxn ang="0">
                  <a:pos x="connsiteX1" y="connsiteY1"/>
                </a:cxn>
                <a:cxn ang="0">
                  <a:pos x="connsiteX2" y="connsiteY2"/>
                </a:cxn>
                <a:cxn ang="0">
                  <a:pos x="connsiteX3" y="connsiteY3"/>
                </a:cxn>
              </a:cxnLst>
              <a:rect l="l" t="t" r="r" b="b"/>
              <a:pathLst>
                <a:path w="3620513" h="3809118">
                  <a:moveTo>
                    <a:pt x="0" y="3809118"/>
                  </a:moveTo>
                  <a:lnTo>
                    <a:pt x="1197747" y="0"/>
                  </a:lnTo>
                  <a:lnTo>
                    <a:pt x="3620513" y="761820"/>
                  </a:lnTo>
                  <a:lnTo>
                    <a:pt x="3620513" y="3809118"/>
                  </a:lnTo>
                  <a:close/>
                </a:path>
              </a:pathLst>
            </a:custGeom>
          </p:spPr>
        </p:pic>
        <p:sp>
          <p:nvSpPr>
            <p:cNvPr id="4" name="Oval 3">
              <a:extLst>
                <a:ext uri="{FF2B5EF4-FFF2-40B4-BE49-F238E27FC236}">
                  <a16:creationId xmlns:a16="http://schemas.microsoft.com/office/drawing/2014/main" id="{27C836CE-438C-E9D2-F127-8D4CBEB062A5}"/>
                </a:ext>
              </a:extLst>
            </p:cNvPr>
            <p:cNvSpPr/>
            <p:nvPr userDrawn="1"/>
          </p:nvSpPr>
          <p:spPr>
            <a:xfrm rot="11359244">
              <a:off x="9771623" y="1911848"/>
              <a:ext cx="2141446" cy="2141446"/>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reeform 7">
              <a:extLst>
                <a:ext uri="{FF2B5EF4-FFF2-40B4-BE49-F238E27FC236}">
                  <a16:creationId xmlns:a16="http://schemas.microsoft.com/office/drawing/2014/main" id="{91DDD75E-B595-80EC-78B9-C478B86BFE6C}"/>
                </a:ext>
              </a:extLst>
            </p:cNvPr>
            <p:cNvSpPr/>
            <p:nvPr userDrawn="1"/>
          </p:nvSpPr>
          <p:spPr>
            <a:xfrm rot="14204071">
              <a:off x="10585328" y="2353690"/>
              <a:ext cx="1097202" cy="2124101"/>
            </a:xfrm>
            <a:custGeom>
              <a:avLst/>
              <a:gdLst>
                <a:gd name="connsiteX0" fmla="*/ 1003743 w 1097202"/>
                <a:gd name="connsiteY0" fmla="*/ 2124101 h 2124101"/>
                <a:gd name="connsiteX1" fmla="*/ 910678 w 1097202"/>
                <a:gd name="connsiteY1" fmla="*/ 2114651 h 2124101"/>
                <a:gd name="connsiteX2" fmla="*/ 346172 w 1097202"/>
                <a:gd name="connsiteY2" fmla="*/ 1844179 h 2124101"/>
                <a:gd name="connsiteX3" fmla="*/ 282398 w 1097202"/>
                <a:gd name="connsiteY3" fmla="*/ 331292 h 2124101"/>
                <a:gd name="connsiteX4" fmla="*/ 822139 w 1097202"/>
                <a:gd name="connsiteY4" fmla="*/ 14272 h 2124101"/>
                <a:gd name="connsiteX5" fmla="*/ 898215 w 1097202"/>
                <a:gd name="connsiteY5" fmla="*/ 0 h 2124101"/>
                <a:gd name="connsiteX6" fmla="*/ 900455 w 1097202"/>
                <a:gd name="connsiteY6" fmla="*/ 7032 h 2124101"/>
                <a:gd name="connsiteX7" fmla="*/ 1049300 w 1097202"/>
                <a:gd name="connsiteY7" fmla="*/ 1899738 h 2124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97202" h="2124101">
                  <a:moveTo>
                    <a:pt x="1003743" y="2124101"/>
                  </a:moveTo>
                  <a:lnTo>
                    <a:pt x="910678" y="2114651"/>
                  </a:lnTo>
                  <a:cubicBezTo>
                    <a:pt x="706734" y="2084013"/>
                    <a:pt x="509440" y="1994240"/>
                    <a:pt x="346172" y="1844179"/>
                  </a:cubicBezTo>
                  <a:cubicBezTo>
                    <a:pt x="-89211" y="1444018"/>
                    <a:pt x="-117763" y="766675"/>
                    <a:pt x="282398" y="331292"/>
                  </a:cubicBezTo>
                  <a:cubicBezTo>
                    <a:pt x="432459" y="168024"/>
                    <a:pt x="621498" y="61965"/>
                    <a:pt x="822139" y="14272"/>
                  </a:cubicBezTo>
                  <a:lnTo>
                    <a:pt x="898215" y="0"/>
                  </a:lnTo>
                  <a:lnTo>
                    <a:pt x="900455" y="7032"/>
                  </a:lnTo>
                  <a:cubicBezTo>
                    <a:pt x="1099397" y="723483"/>
                    <a:pt x="1144435" y="1328695"/>
                    <a:pt x="1049300" y="1899738"/>
                  </a:cubicBezTo>
                  <a:close/>
                </a:path>
              </a:pathLst>
            </a:custGeom>
            <a:solidFill>
              <a:srgbClr val="9EF5EF"/>
            </a:solidFill>
            <a:ln w="23721" cap="flat">
              <a:noFill/>
              <a:prstDash val="solid"/>
              <a:miter/>
            </a:ln>
          </p:spPr>
          <p:txBody>
            <a:bodyPr rtlCol="0" anchor="ctr"/>
            <a:lstStyle/>
            <a:p>
              <a:endParaRPr lang="en-US"/>
            </a:p>
          </p:txBody>
        </p:sp>
      </p:grpSp>
      <p:sp>
        <p:nvSpPr>
          <p:cNvPr id="2" name="TextBox 1">
            <a:extLst>
              <a:ext uri="{FF2B5EF4-FFF2-40B4-BE49-F238E27FC236}">
                <a16:creationId xmlns:a16="http://schemas.microsoft.com/office/drawing/2014/main" id="{2A510123-051C-16C9-1D17-E9F9041180B0}"/>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1"/>
                </a:solidFill>
                <a:latin typeface="Clarika Grotesque" pitchFamily="2" charset="77"/>
              </a:rPr>
              <a:t>© Dayforce</a:t>
            </a:r>
          </a:p>
        </p:txBody>
      </p:sp>
    </p:spTree>
    <p:extLst>
      <p:ext uri="{BB962C8B-B14F-4D97-AF65-F5344CB8AC3E}">
        <p14:creationId xmlns:p14="http://schemas.microsoft.com/office/powerpoint/2010/main" val="3311544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3_Header, Copy, Pattern">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BD0EB0AB-8AEC-7BEB-3BBB-DEC91A01FA85}"/>
              </a:ext>
            </a:extLst>
          </p:cNvPr>
          <p:cNvGrpSpPr/>
          <p:nvPr userDrawn="1"/>
        </p:nvGrpSpPr>
        <p:grpSpPr>
          <a:xfrm>
            <a:off x="8373239" y="3567248"/>
            <a:ext cx="4332310" cy="4081529"/>
            <a:chOff x="8373239" y="3567248"/>
            <a:chExt cx="4332310" cy="4081529"/>
          </a:xfrm>
        </p:grpSpPr>
        <p:pic>
          <p:nvPicPr>
            <p:cNvPr id="11" name="Graphic 10">
              <a:extLst>
                <a:ext uri="{FF2B5EF4-FFF2-40B4-BE49-F238E27FC236}">
                  <a16:creationId xmlns:a16="http://schemas.microsoft.com/office/drawing/2014/main" id="{6B26BDCC-A20E-0261-DAB7-3A10BDAB8019}"/>
                </a:ext>
              </a:extLst>
            </p:cNvPr>
            <p:cNvPicPr>
              <a:picLocks noChangeAspect="1"/>
            </p:cNvPicPr>
            <p:nvPr userDrawn="1"/>
          </p:nvPicPr>
          <p:blipFill>
            <a:blip r:embed="rId2">
              <a:extLst>
                <a:ext uri="{96DAC541-7B7A-43D3-8B79-37D633B846F1}">
                  <asvg:svgBlip xmlns:asvg="http://schemas.microsoft.com/office/drawing/2016/SVG/main" r:embed="rId3"/>
                </a:ext>
              </a:extLst>
            </a:blip>
            <a:srcRect t="32741"/>
            <a:stretch>
              <a:fillRect/>
            </a:stretch>
          </p:blipFill>
          <p:spPr>
            <a:xfrm rot="7285253">
              <a:off x="9385214" y="4328442"/>
              <a:ext cx="3970289" cy="2670381"/>
            </a:xfrm>
            <a:custGeom>
              <a:avLst/>
              <a:gdLst>
                <a:gd name="connsiteX0" fmla="*/ 0 w 3970289"/>
                <a:gd name="connsiteY0" fmla="*/ 2670381 h 2670381"/>
                <a:gd name="connsiteX1" fmla="*/ 0 w 3970289"/>
                <a:gd name="connsiteY1" fmla="*/ 1569456 h 2670381"/>
                <a:gd name="connsiteX2" fmla="*/ 2569077 w 3970289"/>
                <a:gd name="connsiteY2" fmla="*/ 0 h 2670381"/>
                <a:gd name="connsiteX3" fmla="*/ 3970289 w 3970289"/>
                <a:gd name="connsiteY3" fmla="*/ 2293674 h 2670381"/>
                <a:gd name="connsiteX4" fmla="*/ 3970289 w 3970289"/>
                <a:gd name="connsiteY4" fmla="*/ 2670381 h 26703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0289" h="2670381">
                  <a:moveTo>
                    <a:pt x="0" y="2670381"/>
                  </a:moveTo>
                  <a:lnTo>
                    <a:pt x="0" y="1569456"/>
                  </a:lnTo>
                  <a:lnTo>
                    <a:pt x="2569077" y="0"/>
                  </a:lnTo>
                  <a:lnTo>
                    <a:pt x="3970289" y="2293674"/>
                  </a:lnTo>
                  <a:lnTo>
                    <a:pt x="3970289" y="2670381"/>
                  </a:lnTo>
                  <a:close/>
                </a:path>
              </a:pathLst>
            </a:custGeom>
          </p:spPr>
        </p:pic>
        <p:pic>
          <p:nvPicPr>
            <p:cNvPr id="9" name="Graphic 8">
              <a:extLst>
                <a:ext uri="{FF2B5EF4-FFF2-40B4-BE49-F238E27FC236}">
                  <a16:creationId xmlns:a16="http://schemas.microsoft.com/office/drawing/2014/main" id="{B8DBDCFB-CE25-8BD4-36B3-F915E8C18DAD}"/>
                </a:ext>
              </a:extLst>
            </p:cNvPr>
            <p:cNvPicPr>
              <a:picLocks noChangeAspect="1"/>
            </p:cNvPicPr>
            <p:nvPr userDrawn="1"/>
          </p:nvPicPr>
          <p:blipFill>
            <a:blip r:embed="rId4">
              <a:extLst>
                <a:ext uri="{96DAC541-7B7A-43D3-8B79-37D633B846F1}">
                  <asvg:svgBlip xmlns:asvg="http://schemas.microsoft.com/office/drawing/2016/SVG/main" r:embed="rId5"/>
                </a:ext>
              </a:extLst>
            </a:blip>
            <a:srcRect l="23878" t="16921"/>
            <a:stretch>
              <a:fillRect/>
            </a:stretch>
          </p:blipFill>
          <p:spPr>
            <a:xfrm rot="10110311">
              <a:off x="9376245" y="3567248"/>
              <a:ext cx="3210409" cy="3503782"/>
            </a:xfrm>
            <a:custGeom>
              <a:avLst/>
              <a:gdLst>
                <a:gd name="connsiteX0" fmla="*/ 0 w 3210409"/>
                <a:gd name="connsiteY0" fmla="*/ 3503782 h 3503782"/>
                <a:gd name="connsiteX1" fmla="*/ 712522 w 3210409"/>
                <a:gd name="connsiteY1" fmla="*/ 0 h 3503782"/>
                <a:gd name="connsiteX2" fmla="*/ 3210409 w 3210409"/>
                <a:gd name="connsiteY2" fmla="*/ 507965 h 3503782"/>
                <a:gd name="connsiteX3" fmla="*/ 3210409 w 3210409"/>
                <a:gd name="connsiteY3" fmla="*/ 3503782 h 3503782"/>
              </a:gdLst>
              <a:ahLst/>
              <a:cxnLst>
                <a:cxn ang="0">
                  <a:pos x="connsiteX0" y="connsiteY0"/>
                </a:cxn>
                <a:cxn ang="0">
                  <a:pos x="connsiteX1" y="connsiteY1"/>
                </a:cxn>
                <a:cxn ang="0">
                  <a:pos x="connsiteX2" y="connsiteY2"/>
                </a:cxn>
                <a:cxn ang="0">
                  <a:pos x="connsiteX3" y="connsiteY3"/>
                </a:cxn>
              </a:cxnLst>
              <a:rect l="l" t="t" r="r" b="b"/>
              <a:pathLst>
                <a:path w="3210409" h="3503782">
                  <a:moveTo>
                    <a:pt x="0" y="3503782"/>
                  </a:moveTo>
                  <a:lnTo>
                    <a:pt x="712522" y="0"/>
                  </a:lnTo>
                  <a:lnTo>
                    <a:pt x="3210409" y="507965"/>
                  </a:lnTo>
                  <a:lnTo>
                    <a:pt x="3210409" y="3503782"/>
                  </a:lnTo>
                  <a:close/>
                </a:path>
              </a:pathLst>
            </a:custGeom>
          </p:spPr>
        </p:pic>
        <p:sp>
          <p:nvSpPr>
            <p:cNvPr id="13" name="Freeform 12">
              <a:extLst>
                <a:ext uri="{FF2B5EF4-FFF2-40B4-BE49-F238E27FC236}">
                  <a16:creationId xmlns:a16="http://schemas.microsoft.com/office/drawing/2014/main" id="{7D9B8CA5-DACD-FC43-BECE-EEFED5EBA635}"/>
                </a:ext>
              </a:extLst>
            </p:cNvPr>
            <p:cNvSpPr/>
            <p:nvPr userDrawn="1"/>
          </p:nvSpPr>
          <p:spPr>
            <a:xfrm rot="4440426">
              <a:off x="8534890" y="5052590"/>
              <a:ext cx="1896069" cy="2219372"/>
            </a:xfrm>
            <a:custGeom>
              <a:avLst/>
              <a:gdLst>
                <a:gd name="connsiteX0" fmla="*/ 49889 w 1896069"/>
                <a:gd name="connsiteY0" fmla="*/ 779699 h 2219372"/>
                <a:gd name="connsiteX1" fmla="*/ 1109686 w 1896069"/>
                <a:gd name="connsiteY1" fmla="*/ 0 h 2219372"/>
                <a:gd name="connsiteX2" fmla="*/ 1894352 w 1896069"/>
                <a:gd name="connsiteY2" fmla="*/ 325019 h 2219372"/>
                <a:gd name="connsiteX3" fmla="*/ 1896069 w 1896069"/>
                <a:gd name="connsiteY3" fmla="*/ 327099 h 2219372"/>
                <a:gd name="connsiteX4" fmla="*/ 1362806 w 1896069"/>
                <a:gd name="connsiteY4" fmla="*/ 2187676 h 2219372"/>
                <a:gd name="connsiteX5" fmla="*/ 1333326 w 1896069"/>
                <a:gd name="connsiteY5" fmla="*/ 2196827 h 2219372"/>
                <a:gd name="connsiteX6" fmla="*/ 1109686 w 1896069"/>
                <a:gd name="connsiteY6" fmla="*/ 2219372 h 2219372"/>
                <a:gd name="connsiteX7" fmla="*/ 0 w 1896069"/>
                <a:gd name="connsiteY7" fmla="*/ 1109686 h 2219372"/>
                <a:gd name="connsiteX8" fmla="*/ 49889 w 1896069"/>
                <a:gd name="connsiteY8" fmla="*/ 779699 h 2219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6069" h="2219372">
                  <a:moveTo>
                    <a:pt x="49889" y="779699"/>
                  </a:moveTo>
                  <a:cubicBezTo>
                    <a:pt x="190388" y="327981"/>
                    <a:pt x="611735" y="0"/>
                    <a:pt x="1109686" y="0"/>
                  </a:cubicBezTo>
                  <a:cubicBezTo>
                    <a:pt x="1416118" y="1"/>
                    <a:pt x="1693539" y="124206"/>
                    <a:pt x="1894352" y="325019"/>
                  </a:cubicBezTo>
                  <a:lnTo>
                    <a:pt x="1896069" y="327099"/>
                  </a:lnTo>
                  <a:lnTo>
                    <a:pt x="1362806" y="2187676"/>
                  </a:lnTo>
                  <a:lnTo>
                    <a:pt x="1333326" y="2196827"/>
                  </a:lnTo>
                  <a:cubicBezTo>
                    <a:pt x="1261089" y="2211609"/>
                    <a:pt x="1186294" y="2219372"/>
                    <a:pt x="1109686" y="2219372"/>
                  </a:cubicBezTo>
                  <a:cubicBezTo>
                    <a:pt x="496823" y="2219372"/>
                    <a:pt x="0" y="1722549"/>
                    <a:pt x="0" y="1109686"/>
                  </a:cubicBezTo>
                  <a:cubicBezTo>
                    <a:pt x="0" y="994774"/>
                    <a:pt x="17466" y="883942"/>
                    <a:pt x="49889" y="779699"/>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14">
              <a:extLst>
                <a:ext uri="{FF2B5EF4-FFF2-40B4-BE49-F238E27FC236}">
                  <a16:creationId xmlns:a16="http://schemas.microsoft.com/office/drawing/2014/main" id="{5A97D984-49C8-8EDC-7042-7E0199624569}"/>
                </a:ext>
              </a:extLst>
            </p:cNvPr>
            <p:cNvSpPr/>
            <p:nvPr userDrawn="1"/>
          </p:nvSpPr>
          <p:spPr>
            <a:xfrm rot="7285253">
              <a:off x="9538663" y="5629468"/>
              <a:ext cx="1333716" cy="1167002"/>
            </a:xfrm>
            <a:custGeom>
              <a:avLst/>
              <a:gdLst>
                <a:gd name="connsiteX0" fmla="*/ 2136 w 1333716"/>
                <a:gd name="connsiteY0" fmla="*/ 1167002 h 1167002"/>
                <a:gd name="connsiteX1" fmla="*/ 991 w 1333716"/>
                <a:gd name="connsiteY1" fmla="*/ 1154282 h 1167002"/>
                <a:gd name="connsiteX2" fmla="*/ 292675 w 1333716"/>
                <a:gd name="connsiteY2" fmla="*/ 356623 h 1167002"/>
                <a:gd name="connsiteX3" fmla="*/ 943711 w 1333716"/>
                <a:gd name="connsiteY3" fmla="*/ 10305 h 1167002"/>
                <a:gd name="connsiteX4" fmla="*/ 1066267 w 1333716"/>
                <a:gd name="connsiteY4" fmla="*/ 0 h 1167002"/>
                <a:gd name="connsiteX5" fmla="*/ 1333716 w 1333716"/>
                <a:gd name="connsiteY5" fmla="*/ 437794 h 1167002"/>
                <a:gd name="connsiteX6" fmla="*/ 1294696 w 1333716"/>
                <a:gd name="connsiteY6" fmla="*/ 523845 h 1167002"/>
                <a:gd name="connsiteX7" fmla="*/ 53213 w 1333716"/>
                <a:gd name="connsiteY7" fmla="*/ 1163290 h 1167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33716" h="1167002">
                  <a:moveTo>
                    <a:pt x="2136" y="1167002"/>
                  </a:moveTo>
                  <a:lnTo>
                    <a:pt x="991" y="1154282"/>
                  </a:lnTo>
                  <a:cubicBezTo>
                    <a:pt x="-10970" y="870541"/>
                    <a:pt x="85313" y="582236"/>
                    <a:pt x="292675" y="356623"/>
                  </a:cubicBezTo>
                  <a:cubicBezTo>
                    <a:pt x="470877" y="162737"/>
                    <a:pt x="702117" y="46698"/>
                    <a:pt x="943711" y="10305"/>
                  </a:cubicBezTo>
                  <a:lnTo>
                    <a:pt x="1066267" y="0"/>
                  </a:lnTo>
                  <a:lnTo>
                    <a:pt x="1333716" y="437794"/>
                  </a:lnTo>
                  <a:lnTo>
                    <a:pt x="1294696" y="523845"/>
                  </a:lnTo>
                  <a:cubicBezTo>
                    <a:pt x="1079662" y="954810"/>
                    <a:pt x="734602" y="1103549"/>
                    <a:pt x="53213" y="1163290"/>
                  </a:cubicBezTo>
                  <a:close/>
                </a:path>
              </a:pathLst>
            </a:custGeom>
            <a:solidFill>
              <a:schemeClr val="accent4"/>
            </a:solidFill>
            <a:ln w="20346" cap="flat">
              <a:noFill/>
              <a:prstDash val="solid"/>
              <a:miter/>
            </a:ln>
          </p:spPr>
          <p:txBody>
            <a:bodyPr wrap="square" rtlCol="0" anchor="ctr">
              <a:noAutofit/>
            </a:bodyPr>
            <a:lstStyle/>
            <a:p>
              <a:endParaRPr lang="en-US"/>
            </a:p>
          </p:txBody>
        </p:sp>
      </p:grpSp>
      <p:sp>
        <p:nvSpPr>
          <p:cNvPr id="6" name="Title 1">
            <a:extLst>
              <a:ext uri="{FF2B5EF4-FFF2-40B4-BE49-F238E27FC236}">
                <a16:creationId xmlns:a16="http://schemas.microsoft.com/office/drawing/2014/main" id="{12B0EAAB-7A68-5044-B1D5-78358B61A99B}"/>
              </a:ext>
            </a:extLst>
          </p:cNvPr>
          <p:cNvSpPr>
            <a:spLocks noGrp="1"/>
          </p:cNvSpPr>
          <p:nvPr>
            <p:ph type="title"/>
          </p:nvPr>
        </p:nvSpPr>
        <p:spPr>
          <a:xfrm>
            <a:off x="616420" y="606998"/>
            <a:ext cx="10972502" cy="742117"/>
          </a:xfrm>
          <a:prstGeom prst="rect">
            <a:avLst/>
          </a:prstGeom>
        </p:spPr>
        <p:txBody>
          <a:bodyPr/>
          <a:lstStyle>
            <a:lvl1pPr algn="l">
              <a:defRPr b="0">
                <a:latin typeface="+mj-lt"/>
              </a:defRPr>
            </a:lvl1pPr>
          </a:lstStyle>
          <a:p>
            <a:r>
              <a:rPr lang="en-US"/>
              <a:t>Click to edit Master title style</a:t>
            </a:r>
          </a:p>
        </p:txBody>
      </p:sp>
      <p:sp>
        <p:nvSpPr>
          <p:cNvPr id="5" name="Content Placeholder 2">
            <a:extLst>
              <a:ext uri="{FF2B5EF4-FFF2-40B4-BE49-F238E27FC236}">
                <a16:creationId xmlns:a16="http://schemas.microsoft.com/office/drawing/2014/main" id="{C7DFA8A3-03F9-E8DB-6B8C-F507B2888459}"/>
              </a:ext>
            </a:extLst>
          </p:cNvPr>
          <p:cNvSpPr>
            <a:spLocks noGrp="1"/>
          </p:cNvSpPr>
          <p:nvPr>
            <p:ph sz="half" idx="36"/>
          </p:nvPr>
        </p:nvSpPr>
        <p:spPr>
          <a:xfrm>
            <a:off x="614895" y="1692815"/>
            <a:ext cx="10972502" cy="4334801"/>
          </a:xfrm>
        </p:spPr>
        <p:txBody>
          <a:bodyPr/>
          <a:lstStyle>
            <a:lvl1pPr>
              <a:lnSpc>
                <a:spcPct val="100000"/>
              </a:lnSpc>
              <a:spcBef>
                <a:spcPts val="0"/>
              </a:spcBef>
              <a:spcAft>
                <a:spcPts val="600"/>
              </a:spcAft>
              <a:defRPr sz="2400">
                <a:solidFill>
                  <a:schemeClr val="tx1"/>
                </a:solidFill>
                <a:latin typeface="+mn-lt"/>
              </a:defRPr>
            </a:lvl1pPr>
            <a:lvl2pPr>
              <a:lnSpc>
                <a:spcPct val="100000"/>
              </a:lnSpc>
              <a:spcBef>
                <a:spcPts val="0"/>
              </a:spcBef>
              <a:spcAft>
                <a:spcPts val="600"/>
              </a:spcAft>
              <a:defRPr sz="2000">
                <a:solidFill>
                  <a:schemeClr val="tx1"/>
                </a:solidFill>
                <a:latin typeface="+mn-lt"/>
              </a:defRPr>
            </a:lvl2pPr>
            <a:lvl3pPr marL="1257300" indent="-342900">
              <a:lnSpc>
                <a:spcPct val="100000"/>
              </a:lnSpc>
              <a:spcBef>
                <a:spcPts val="0"/>
              </a:spcBef>
              <a:spcAft>
                <a:spcPts val="600"/>
              </a:spcAft>
              <a:buSzPct val="80000"/>
              <a:buFont typeface="Arial" panose="020B0604020202020204" pitchFamily="34" charset="0"/>
              <a:buChar char="•"/>
              <a:defRPr sz="1800">
                <a:solidFill>
                  <a:schemeClr val="tx1"/>
                </a:solidFill>
                <a:latin typeface="+mn-lt"/>
              </a:defRPr>
            </a:lvl3pPr>
            <a:lvl4pPr marL="1657350" indent="-285750">
              <a:lnSpc>
                <a:spcPct val="100000"/>
              </a:lnSpc>
              <a:spcBef>
                <a:spcPts val="0"/>
              </a:spcBef>
              <a:spcAft>
                <a:spcPts val="600"/>
              </a:spcAft>
              <a:buSzPct val="75000"/>
              <a:buFont typeface="Arial" panose="020B0604020202020204" pitchFamily="34" charset="0"/>
              <a:buChar char="•"/>
              <a:defRPr sz="1600">
                <a:solidFill>
                  <a:schemeClr val="tx1"/>
                </a:solidFill>
                <a:latin typeface="+mn-lt"/>
              </a:defRPr>
            </a:lvl4pPr>
            <a:lvl5pPr marL="2114550" indent="-285750">
              <a:lnSpc>
                <a:spcPct val="100000"/>
              </a:lnSpc>
              <a:spcBef>
                <a:spcPts val="0"/>
              </a:spcBef>
              <a:spcAft>
                <a:spcPts val="600"/>
              </a:spcAft>
              <a:buSzPct val="75000"/>
              <a:buFont typeface="Arial" panose="020B0604020202020204" pitchFamily="34" charset="0"/>
              <a:buChar char="•"/>
              <a:defRPr sz="14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Box 1">
            <a:extLst>
              <a:ext uri="{FF2B5EF4-FFF2-40B4-BE49-F238E27FC236}">
                <a16:creationId xmlns:a16="http://schemas.microsoft.com/office/drawing/2014/main" id="{47BB5527-9CA8-B5A0-3E64-C3108F9D0B06}"/>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1"/>
                </a:solidFill>
                <a:latin typeface="Clarika Grotesque" pitchFamily="2" charset="77"/>
              </a:rPr>
              <a:t>© Dayforce</a:t>
            </a:r>
          </a:p>
        </p:txBody>
      </p:sp>
    </p:spTree>
    <p:extLst>
      <p:ext uri="{BB962C8B-B14F-4D97-AF65-F5344CB8AC3E}">
        <p14:creationId xmlns:p14="http://schemas.microsoft.com/office/powerpoint/2010/main" val="5664265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6_Header, Copy, Pattern">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0DCAC0B9-1899-8621-F2A1-8DBE31B22241}"/>
              </a:ext>
            </a:extLst>
          </p:cNvPr>
          <p:cNvGrpSpPr/>
          <p:nvPr userDrawn="1"/>
        </p:nvGrpSpPr>
        <p:grpSpPr>
          <a:xfrm>
            <a:off x="8373239" y="3567248"/>
            <a:ext cx="4332310" cy="4081529"/>
            <a:chOff x="8373239" y="3567248"/>
            <a:chExt cx="4332310" cy="4081529"/>
          </a:xfrm>
        </p:grpSpPr>
        <p:pic>
          <p:nvPicPr>
            <p:cNvPr id="12" name="Graphic 11">
              <a:extLst>
                <a:ext uri="{FF2B5EF4-FFF2-40B4-BE49-F238E27FC236}">
                  <a16:creationId xmlns:a16="http://schemas.microsoft.com/office/drawing/2014/main" id="{AC83D6BC-E04B-63B4-8671-0813286CC197}"/>
                </a:ext>
              </a:extLst>
            </p:cNvPr>
            <p:cNvPicPr>
              <a:picLocks noChangeAspect="1"/>
            </p:cNvPicPr>
            <p:nvPr userDrawn="1"/>
          </p:nvPicPr>
          <p:blipFill>
            <a:blip r:embed="rId2">
              <a:extLst>
                <a:ext uri="{96DAC541-7B7A-43D3-8B79-37D633B846F1}">
                  <asvg:svgBlip xmlns:asvg="http://schemas.microsoft.com/office/drawing/2016/SVG/main" r:embed="rId3"/>
                </a:ext>
              </a:extLst>
            </a:blip>
            <a:srcRect t="32741"/>
            <a:stretch>
              <a:fillRect/>
            </a:stretch>
          </p:blipFill>
          <p:spPr>
            <a:xfrm rot="7285253">
              <a:off x="9385214" y="4328442"/>
              <a:ext cx="3970289" cy="2670381"/>
            </a:xfrm>
            <a:custGeom>
              <a:avLst/>
              <a:gdLst>
                <a:gd name="connsiteX0" fmla="*/ 0 w 3970289"/>
                <a:gd name="connsiteY0" fmla="*/ 2670381 h 2670381"/>
                <a:gd name="connsiteX1" fmla="*/ 0 w 3970289"/>
                <a:gd name="connsiteY1" fmla="*/ 1569456 h 2670381"/>
                <a:gd name="connsiteX2" fmla="*/ 2569077 w 3970289"/>
                <a:gd name="connsiteY2" fmla="*/ 0 h 2670381"/>
                <a:gd name="connsiteX3" fmla="*/ 3970289 w 3970289"/>
                <a:gd name="connsiteY3" fmla="*/ 2293674 h 2670381"/>
                <a:gd name="connsiteX4" fmla="*/ 3970289 w 3970289"/>
                <a:gd name="connsiteY4" fmla="*/ 2670381 h 26703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0289" h="2670381">
                  <a:moveTo>
                    <a:pt x="0" y="2670381"/>
                  </a:moveTo>
                  <a:lnTo>
                    <a:pt x="0" y="1569456"/>
                  </a:lnTo>
                  <a:lnTo>
                    <a:pt x="2569077" y="0"/>
                  </a:lnTo>
                  <a:lnTo>
                    <a:pt x="3970289" y="2293674"/>
                  </a:lnTo>
                  <a:lnTo>
                    <a:pt x="3970289" y="2670381"/>
                  </a:lnTo>
                  <a:close/>
                </a:path>
              </a:pathLst>
            </a:custGeom>
          </p:spPr>
        </p:pic>
        <p:pic>
          <p:nvPicPr>
            <p:cNvPr id="9" name="Graphic 8">
              <a:extLst>
                <a:ext uri="{FF2B5EF4-FFF2-40B4-BE49-F238E27FC236}">
                  <a16:creationId xmlns:a16="http://schemas.microsoft.com/office/drawing/2014/main" id="{4212FC72-0494-6C99-EB00-ADB73E9ED3CD}"/>
                </a:ext>
              </a:extLst>
            </p:cNvPr>
            <p:cNvPicPr>
              <a:picLocks noChangeAspect="1"/>
            </p:cNvPicPr>
            <p:nvPr userDrawn="1"/>
          </p:nvPicPr>
          <p:blipFill>
            <a:blip r:embed="rId4">
              <a:extLst>
                <a:ext uri="{96DAC541-7B7A-43D3-8B79-37D633B846F1}">
                  <asvg:svgBlip xmlns:asvg="http://schemas.microsoft.com/office/drawing/2016/SVG/main" r:embed="rId5"/>
                </a:ext>
              </a:extLst>
            </a:blip>
            <a:srcRect l="23878" t="16921"/>
            <a:stretch>
              <a:fillRect/>
            </a:stretch>
          </p:blipFill>
          <p:spPr>
            <a:xfrm rot="10110311">
              <a:off x="9376245" y="3567248"/>
              <a:ext cx="3210409" cy="3503782"/>
            </a:xfrm>
            <a:custGeom>
              <a:avLst/>
              <a:gdLst>
                <a:gd name="connsiteX0" fmla="*/ 0 w 3210409"/>
                <a:gd name="connsiteY0" fmla="*/ 3503782 h 3503782"/>
                <a:gd name="connsiteX1" fmla="*/ 712522 w 3210409"/>
                <a:gd name="connsiteY1" fmla="*/ 0 h 3503782"/>
                <a:gd name="connsiteX2" fmla="*/ 3210409 w 3210409"/>
                <a:gd name="connsiteY2" fmla="*/ 507965 h 3503782"/>
                <a:gd name="connsiteX3" fmla="*/ 3210409 w 3210409"/>
                <a:gd name="connsiteY3" fmla="*/ 3503782 h 3503782"/>
              </a:gdLst>
              <a:ahLst/>
              <a:cxnLst>
                <a:cxn ang="0">
                  <a:pos x="connsiteX0" y="connsiteY0"/>
                </a:cxn>
                <a:cxn ang="0">
                  <a:pos x="connsiteX1" y="connsiteY1"/>
                </a:cxn>
                <a:cxn ang="0">
                  <a:pos x="connsiteX2" y="connsiteY2"/>
                </a:cxn>
                <a:cxn ang="0">
                  <a:pos x="connsiteX3" y="connsiteY3"/>
                </a:cxn>
              </a:cxnLst>
              <a:rect l="l" t="t" r="r" b="b"/>
              <a:pathLst>
                <a:path w="3210409" h="3503782">
                  <a:moveTo>
                    <a:pt x="0" y="3503782"/>
                  </a:moveTo>
                  <a:lnTo>
                    <a:pt x="712522" y="0"/>
                  </a:lnTo>
                  <a:lnTo>
                    <a:pt x="3210409" y="507965"/>
                  </a:lnTo>
                  <a:lnTo>
                    <a:pt x="3210409" y="3503782"/>
                  </a:lnTo>
                  <a:close/>
                </a:path>
              </a:pathLst>
            </a:custGeom>
          </p:spPr>
        </p:pic>
        <p:sp>
          <p:nvSpPr>
            <p:cNvPr id="14" name="Freeform 13">
              <a:extLst>
                <a:ext uri="{FF2B5EF4-FFF2-40B4-BE49-F238E27FC236}">
                  <a16:creationId xmlns:a16="http://schemas.microsoft.com/office/drawing/2014/main" id="{4758262D-5437-5CBE-F77D-9902215F0CA2}"/>
                </a:ext>
              </a:extLst>
            </p:cNvPr>
            <p:cNvSpPr/>
            <p:nvPr userDrawn="1"/>
          </p:nvSpPr>
          <p:spPr>
            <a:xfrm rot="4440426">
              <a:off x="8534890" y="5052590"/>
              <a:ext cx="1896069" cy="2219372"/>
            </a:xfrm>
            <a:custGeom>
              <a:avLst/>
              <a:gdLst>
                <a:gd name="connsiteX0" fmla="*/ 49889 w 1896069"/>
                <a:gd name="connsiteY0" fmla="*/ 779699 h 2219372"/>
                <a:gd name="connsiteX1" fmla="*/ 1109686 w 1896069"/>
                <a:gd name="connsiteY1" fmla="*/ 0 h 2219372"/>
                <a:gd name="connsiteX2" fmla="*/ 1894352 w 1896069"/>
                <a:gd name="connsiteY2" fmla="*/ 325019 h 2219372"/>
                <a:gd name="connsiteX3" fmla="*/ 1896069 w 1896069"/>
                <a:gd name="connsiteY3" fmla="*/ 327099 h 2219372"/>
                <a:gd name="connsiteX4" fmla="*/ 1362806 w 1896069"/>
                <a:gd name="connsiteY4" fmla="*/ 2187676 h 2219372"/>
                <a:gd name="connsiteX5" fmla="*/ 1333326 w 1896069"/>
                <a:gd name="connsiteY5" fmla="*/ 2196827 h 2219372"/>
                <a:gd name="connsiteX6" fmla="*/ 1109686 w 1896069"/>
                <a:gd name="connsiteY6" fmla="*/ 2219372 h 2219372"/>
                <a:gd name="connsiteX7" fmla="*/ 0 w 1896069"/>
                <a:gd name="connsiteY7" fmla="*/ 1109686 h 2219372"/>
                <a:gd name="connsiteX8" fmla="*/ 49889 w 1896069"/>
                <a:gd name="connsiteY8" fmla="*/ 779699 h 2219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6069" h="2219372">
                  <a:moveTo>
                    <a:pt x="49889" y="779699"/>
                  </a:moveTo>
                  <a:cubicBezTo>
                    <a:pt x="190388" y="327981"/>
                    <a:pt x="611735" y="0"/>
                    <a:pt x="1109686" y="0"/>
                  </a:cubicBezTo>
                  <a:cubicBezTo>
                    <a:pt x="1416118" y="1"/>
                    <a:pt x="1693539" y="124206"/>
                    <a:pt x="1894352" y="325019"/>
                  </a:cubicBezTo>
                  <a:lnTo>
                    <a:pt x="1896069" y="327099"/>
                  </a:lnTo>
                  <a:lnTo>
                    <a:pt x="1362806" y="2187676"/>
                  </a:lnTo>
                  <a:lnTo>
                    <a:pt x="1333326" y="2196827"/>
                  </a:lnTo>
                  <a:cubicBezTo>
                    <a:pt x="1261089" y="2211609"/>
                    <a:pt x="1186294" y="2219372"/>
                    <a:pt x="1109686" y="2219372"/>
                  </a:cubicBezTo>
                  <a:cubicBezTo>
                    <a:pt x="496823" y="2219372"/>
                    <a:pt x="0" y="1722549"/>
                    <a:pt x="0" y="1109686"/>
                  </a:cubicBezTo>
                  <a:cubicBezTo>
                    <a:pt x="0" y="994774"/>
                    <a:pt x="17466" y="883942"/>
                    <a:pt x="49889" y="779699"/>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6" name="Freeform 15">
              <a:extLst>
                <a:ext uri="{FF2B5EF4-FFF2-40B4-BE49-F238E27FC236}">
                  <a16:creationId xmlns:a16="http://schemas.microsoft.com/office/drawing/2014/main" id="{4873B6CB-74F8-1C87-BCB4-157EA6C42259}"/>
                </a:ext>
              </a:extLst>
            </p:cNvPr>
            <p:cNvSpPr/>
            <p:nvPr userDrawn="1"/>
          </p:nvSpPr>
          <p:spPr>
            <a:xfrm rot="7285253">
              <a:off x="9538663" y="5629468"/>
              <a:ext cx="1333716" cy="1167002"/>
            </a:xfrm>
            <a:custGeom>
              <a:avLst/>
              <a:gdLst>
                <a:gd name="connsiteX0" fmla="*/ 2136 w 1333716"/>
                <a:gd name="connsiteY0" fmla="*/ 1167002 h 1167002"/>
                <a:gd name="connsiteX1" fmla="*/ 991 w 1333716"/>
                <a:gd name="connsiteY1" fmla="*/ 1154282 h 1167002"/>
                <a:gd name="connsiteX2" fmla="*/ 292675 w 1333716"/>
                <a:gd name="connsiteY2" fmla="*/ 356623 h 1167002"/>
                <a:gd name="connsiteX3" fmla="*/ 943711 w 1333716"/>
                <a:gd name="connsiteY3" fmla="*/ 10305 h 1167002"/>
                <a:gd name="connsiteX4" fmla="*/ 1066267 w 1333716"/>
                <a:gd name="connsiteY4" fmla="*/ 0 h 1167002"/>
                <a:gd name="connsiteX5" fmla="*/ 1333716 w 1333716"/>
                <a:gd name="connsiteY5" fmla="*/ 437794 h 1167002"/>
                <a:gd name="connsiteX6" fmla="*/ 1294696 w 1333716"/>
                <a:gd name="connsiteY6" fmla="*/ 523845 h 1167002"/>
                <a:gd name="connsiteX7" fmla="*/ 53213 w 1333716"/>
                <a:gd name="connsiteY7" fmla="*/ 1163290 h 1167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33716" h="1167002">
                  <a:moveTo>
                    <a:pt x="2136" y="1167002"/>
                  </a:moveTo>
                  <a:lnTo>
                    <a:pt x="991" y="1154282"/>
                  </a:lnTo>
                  <a:cubicBezTo>
                    <a:pt x="-10970" y="870541"/>
                    <a:pt x="85313" y="582236"/>
                    <a:pt x="292675" y="356623"/>
                  </a:cubicBezTo>
                  <a:cubicBezTo>
                    <a:pt x="470877" y="162737"/>
                    <a:pt x="702117" y="46698"/>
                    <a:pt x="943711" y="10305"/>
                  </a:cubicBezTo>
                  <a:lnTo>
                    <a:pt x="1066267" y="0"/>
                  </a:lnTo>
                  <a:lnTo>
                    <a:pt x="1333716" y="437794"/>
                  </a:lnTo>
                  <a:lnTo>
                    <a:pt x="1294696" y="523845"/>
                  </a:lnTo>
                  <a:cubicBezTo>
                    <a:pt x="1079662" y="954810"/>
                    <a:pt x="734602" y="1103549"/>
                    <a:pt x="53213" y="1163290"/>
                  </a:cubicBezTo>
                  <a:close/>
                </a:path>
              </a:pathLst>
            </a:custGeom>
            <a:solidFill>
              <a:schemeClr val="accent1"/>
            </a:solidFill>
            <a:ln w="20346" cap="flat">
              <a:noFill/>
              <a:prstDash val="solid"/>
              <a:miter/>
            </a:ln>
          </p:spPr>
          <p:txBody>
            <a:bodyPr wrap="square" rtlCol="0" anchor="ctr">
              <a:noAutofit/>
            </a:bodyPr>
            <a:lstStyle/>
            <a:p>
              <a:endParaRPr lang="en-US"/>
            </a:p>
          </p:txBody>
        </p:sp>
      </p:grpSp>
      <p:sp>
        <p:nvSpPr>
          <p:cNvPr id="6" name="Title 1">
            <a:extLst>
              <a:ext uri="{FF2B5EF4-FFF2-40B4-BE49-F238E27FC236}">
                <a16:creationId xmlns:a16="http://schemas.microsoft.com/office/drawing/2014/main" id="{12B0EAAB-7A68-5044-B1D5-78358B61A99B}"/>
              </a:ext>
            </a:extLst>
          </p:cNvPr>
          <p:cNvSpPr>
            <a:spLocks noGrp="1"/>
          </p:cNvSpPr>
          <p:nvPr>
            <p:ph type="title"/>
          </p:nvPr>
        </p:nvSpPr>
        <p:spPr>
          <a:xfrm>
            <a:off x="616420" y="606998"/>
            <a:ext cx="10972502" cy="742117"/>
          </a:xfrm>
          <a:prstGeom prst="rect">
            <a:avLst/>
          </a:prstGeom>
        </p:spPr>
        <p:txBody>
          <a:bodyPr/>
          <a:lstStyle>
            <a:lvl1pPr algn="l">
              <a:defRPr b="0">
                <a:latin typeface="+mj-lt"/>
              </a:defRPr>
            </a:lvl1pPr>
          </a:lstStyle>
          <a:p>
            <a:r>
              <a:rPr lang="en-US"/>
              <a:t>Click to edit Master title style</a:t>
            </a:r>
          </a:p>
        </p:txBody>
      </p:sp>
      <p:sp>
        <p:nvSpPr>
          <p:cNvPr id="5" name="Content Placeholder 2">
            <a:extLst>
              <a:ext uri="{FF2B5EF4-FFF2-40B4-BE49-F238E27FC236}">
                <a16:creationId xmlns:a16="http://schemas.microsoft.com/office/drawing/2014/main" id="{C7DFA8A3-03F9-E8DB-6B8C-F507B2888459}"/>
              </a:ext>
            </a:extLst>
          </p:cNvPr>
          <p:cNvSpPr>
            <a:spLocks noGrp="1"/>
          </p:cNvSpPr>
          <p:nvPr>
            <p:ph sz="half" idx="36"/>
          </p:nvPr>
        </p:nvSpPr>
        <p:spPr>
          <a:xfrm>
            <a:off x="614895" y="1692815"/>
            <a:ext cx="10972502" cy="4334801"/>
          </a:xfrm>
        </p:spPr>
        <p:txBody>
          <a:bodyPr/>
          <a:lstStyle>
            <a:lvl1pPr>
              <a:lnSpc>
                <a:spcPct val="100000"/>
              </a:lnSpc>
              <a:spcBef>
                <a:spcPts val="0"/>
              </a:spcBef>
              <a:spcAft>
                <a:spcPts val="600"/>
              </a:spcAft>
              <a:defRPr sz="2400">
                <a:solidFill>
                  <a:schemeClr val="tx1"/>
                </a:solidFill>
                <a:latin typeface="+mn-lt"/>
              </a:defRPr>
            </a:lvl1pPr>
            <a:lvl2pPr>
              <a:lnSpc>
                <a:spcPct val="100000"/>
              </a:lnSpc>
              <a:spcBef>
                <a:spcPts val="0"/>
              </a:spcBef>
              <a:spcAft>
                <a:spcPts val="600"/>
              </a:spcAft>
              <a:defRPr sz="2000">
                <a:solidFill>
                  <a:schemeClr val="tx1"/>
                </a:solidFill>
                <a:latin typeface="+mn-lt"/>
              </a:defRPr>
            </a:lvl2pPr>
            <a:lvl3pPr marL="1257300" indent="-342900">
              <a:lnSpc>
                <a:spcPct val="100000"/>
              </a:lnSpc>
              <a:spcBef>
                <a:spcPts val="0"/>
              </a:spcBef>
              <a:spcAft>
                <a:spcPts val="600"/>
              </a:spcAft>
              <a:buSzPct val="80000"/>
              <a:buFont typeface="Arial" panose="020B0604020202020204" pitchFamily="34" charset="0"/>
              <a:buChar char="•"/>
              <a:defRPr sz="1800">
                <a:solidFill>
                  <a:schemeClr val="tx1"/>
                </a:solidFill>
                <a:latin typeface="+mn-lt"/>
              </a:defRPr>
            </a:lvl3pPr>
            <a:lvl4pPr marL="1657350" indent="-285750">
              <a:lnSpc>
                <a:spcPct val="100000"/>
              </a:lnSpc>
              <a:spcBef>
                <a:spcPts val="0"/>
              </a:spcBef>
              <a:spcAft>
                <a:spcPts val="600"/>
              </a:spcAft>
              <a:buSzPct val="75000"/>
              <a:buFont typeface="Arial" panose="020B0604020202020204" pitchFamily="34" charset="0"/>
              <a:buChar char="•"/>
              <a:defRPr sz="1600">
                <a:solidFill>
                  <a:schemeClr val="tx1"/>
                </a:solidFill>
                <a:latin typeface="+mn-lt"/>
              </a:defRPr>
            </a:lvl4pPr>
            <a:lvl5pPr marL="2114550" indent="-285750">
              <a:lnSpc>
                <a:spcPct val="100000"/>
              </a:lnSpc>
              <a:spcBef>
                <a:spcPts val="0"/>
              </a:spcBef>
              <a:spcAft>
                <a:spcPts val="600"/>
              </a:spcAft>
              <a:buSzPct val="75000"/>
              <a:buFont typeface="Arial" panose="020B0604020202020204" pitchFamily="34" charset="0"/>
              <a:buChar char="•"/>
              <a:defRPr sz="14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Box 1">
            <a:extLst>
              <a:ext uri="{FF2B5EF4-FFF2-40B4-BE49-F238E27FC236}">
                <a16:creationId xmlns:a16="http://schemas.microsoft.com/office/drawing/2014/main" id="{97C9414E-312E-EFF8-3106-C0F2B4BBF490}"/>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36819713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4_Header, Copy, Pattern">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2B0EAAB-7A68-5044-B1D5-78358B61A99B}"/>
              </a:ext>
            </a:extLst>
          </p:cNvPr>
          <p:cNvSpPr>
            <a:spLocks noGrp="1"/>
          </p:cNvSpPr>
          <p:nvPr>
            <p:ph type="title"/>
          </p:nvPr>
        </p:nvSpPr>
        <p:spPr>
          <a:xfrm>
            <a:off x="616420" y="606998"/>
            <a:ext cx="10972502" cy="742117"/>
          </a:xfrm>
          <a:prstGeom prst="rect">
            <a:avLst/>
          </a:prstGeom>
        </p:spPr>
        <p:txBody>
          <a:bodyPr/>
          <a:lstStyle>
            <a:lvl1pPr algn="l">
              <a:defRPr b="0">
                <a:latin typeface="+mj-lt"/>
              </a:defRPr>
            </a:lvl1pPr>
          </a:lstStyle>
          <a:p>
            <a:r>
              <a:rPr lang="en-US"/>
              <a:t>Click to edit Master title style</a:t>
            </a:r>
          </a:p>
        </p:txBody>
      </p:sp>
      <p:grpSp>
        <p:nvGrpSpPr>
          <p:cNvPr id="15" name="Group 14">
            <a:extLst>
              <a:ext uri="{FF2B5EF4-FFF2-40B4-BE49-F238E27FC236}">
                <a16:creationId xmlns:a16="http://schemas.microsoft.com/office/drawing/2014/main" id="{41333072-2002-E8B7-3AD2-EE3BA6CF0B59}"/>
              </a:ext>
            </a:extLst>
          </p:cNvPr>
          <p:cNvGrpSpPr/>
          <p:nvPr userDrawn="1"/>
        </p:nvGrpSpPr>
        <p:grpSpPr>
          <a:xfrm>
            <a:off x="8373239" y="3567248"/>
            <a:ext cx="4332310" cy="4081529"/>
            <a:chOff x="8373239" y="3567248"/>
            <a:chExt cx="4332310" cy="4081529"/>
          </a:xfrm>
        </p:grpSpPr>
        <p:pic>
          <p:nvPicPr>
            <p:cNvPr id="7" name="Graphic 6">
              <a:extLst>
                <a:ext uri="{FF2B5EF4-FFF2-40B4-BE49-F238E27FC236}">
                  <a16:creationId xmlns:a16="http://schemas.microsoft.com/office/drawing/2014/main" id="{E747EE36-7E1D-6F53-44AD-2D805E7A7D27}"/>
                </a:ext>
              </a:extLst>
            </p:cNvPr>
            <p:cNvPicPr>
              <a:picLocks noChangeAspect="1"/>
            </p:cNvPicPr>
            <p:nvPr userDrawn="1"/>
          </p:nvPicPr>
          <p:blipFill>
            <a:blip r:embed="rId2">
              <a:extLst>
                <a:ext uri="{96DAC541-7B7A-43D3-8B79-37D633B846F1}">
                  <asvg:svgBlip xmlns:asvg="http://schemas.microsoft.com/office/drawing/2016/SVG/main" r:embed="rId3"/>
                </a:ext>
              </a:extLst>
            </a:blip>
            <a:srcRect t="32741"/>
            <a:stretch>
              <a:fillRect/>
            </a:stretch>
          </p:blipFill>
          <p:spPr>
            <a:xfrm rot="7285253">
              <a:off x="9385214" y="4328442"/>
              <a:ext cx="3970289" cy="2670381"/>
            </a:xfrm>
            <a:custGeom>
              <a:avLst/>
              <a:gdLst>
                <a:gd name="connsiteX0" fmla="*/ 0 w 3970289"/>
                <a:gd name="connsiteY0" fmla="*/ 2670381 h 2670381"/>
                <a:gd name="connsiteX1" fmla="*/ 0 w 3970289"/>
                <a:gd name="connsiteY1" fmla="*/ 1569456 h 2670381"/>
                <a:gd name="connsiteX2" fmla="*/ 2569077 w 3970289"/>
                <a:gd name="connsiteY2" fmla="*/ 0 h 2670381"/>
                <a:gd name="connsiteX3" fmla="*/ 3970289 w 3970289"/>
                <a:gd name="connsiteY3" fmla="*/ 2293674 h 2670381"/>
                <a:gd name="connsiteX4" fmla="*/ 3970289 w 3970289"/>
                <a:gd name="connsiteY4" fmla="*/ 2670381 h 26703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70289" h="2670381">
                  <a:moveTo>
                    <a:pt x="0" y="2670381"/>
                  </a:moveTo>
                  <a:lnTo>
                    <a:pt x="0" y="1569456"/>
                  </a:lnTo>
                  <a:lnTo>
                    <a:pt x="2569077" y="0"/>
                  </a:lnTo>
                  <a:lnTo>
                    <a:pt x="3970289" y="2293674"/>
                  </a:lnTo>
                  <a:lnTo>
                    <a:pt x="3970289" y="2670381"/>
                  </a:lnTo>
                  <a:close/>
                </a:path>
              </a:pathLst>
            </a:custGeom>
          </p:spPr>
        </p:pic>
        <p:pic>
          <p:nvPicPr>
            <p:cNvPr id="3" name="Graphic 2">
              <a:extLst>
                <a:ext uri="{FF2B5EF4-FFF2-40B4-BE49-F238E27FC236}">
                  <a16:creationId xmlns:a16="http://schemas.microsoft.com/office/drawing/2014/main" id="{6DAB2054-3871-2AC1-72AF-17F53AD31E45}"/>
                </a:ext>
              </a:extLst>
            </p:cNvPr>
            <p:cNvPicPr>
              <a:picLocks noChangeAspect="1"/>
            </p:cNvPicPr>
            <p:nvPr userDrawn="1"/>
          </p:nvPicPr>
          <p:blipFill>
            <a:blip r:embed="rId4">
              <a:extLst>
                <a:ext uri="{96DAC541-7B7A-43D3-8B79-37D633B846F1}">
                  <asvg:svgBlip xmlns:asvg="http://schemas.microsoft.com/office/drawing/2016/SVG/main" r:embed="rId5"/>
                </a:ext>
              </a:extLst>
            </a:blip>
            <a:srcRect l="23878" t="16921"/>
            <a:stretch>
              <a:fillRect/>
            </a:stretch>
          </p:blipFill>
          <p:spPr>
            <a:xfrm rot="10110311">
              <a:off x="9376245" y="3567248"/>
              <a:ext cx="3210409" cy="3503782"/>
            </a:xfrm>
            <a:custGeom>
              <a:avLst/>
              <a:gdLst>
                <a:gd name="connsiteX0" fmla="*/ 0 w 3210409"/>
                <a:gd name="connsiteY0" fmla="*/ 3503782 h 3503782"/>
                <a:gd name="connsiteX1" fmla="*/ 712522 w 3210409"/>
                <a:gd name="connsiteY1" fmla="*/ 0 h 3503782"/>
                <a:gd name="connsiteX2" fmla="*/ 3210409 w 3210409"/>
                <a:gd name="connsiteY2" fmla="*/ 507965 h 3503782"/>
                <a:gd name="connsiteX3" fmla="*/ 3210409 w 3210409"/>
                <a:gd name="connsiteY3" fmla="*/ 3503782 h 3503782"/>
              </a:gdLst>
              <a:ahLst/>
              <a:cxnLst>
                <a:cxn ang="0">
                  <a:pos x="connsiteX0" y="connsiteY0"/>
                </a:cxn>
                <a:cxn ang="0">
                  <a:pos x="connsiteX1" y="connsiteY1"/>
                </a:cxn>
                <a:cxn ang="0">
                  <a:pos x="connsiteX2" y="connsiteY2"/>
                </a:cxn>
                <a:cxn ang="0">
                  <a:pos x="connsiteX3" y="connsiteY3"/>
                </a:cxn>
              </a:cxnLst>
              <a:rect l="l" t="t" r="r" b="b"/>
              <a:pathLst>
                <a:path w="3210409" h="3503782">
                  <a:moveTo>
                    <a:pt x="0" y="3503782"/>
                  </a:moveTo>
                  <a:lnTo>
                    <a:pt x="712522" y="0"/>
                  </a:lnTo>
                  <a:lnTo>
                    <a:pt x="3210409" y="507965"/>
                  </a:lnTo>
                  <a:lnTo>
                    <a:pt x="3210409" y="3503782"/>
                  </a:lnTo>
                  <a:close/>
                </a:path>
              </a:pathLst>
            </a:custGeom>
          </p:spPr>
        </p:pic>
        <p:sp>
          <p:nvSpPr>
            <p:cNvPr id="14" name="Freeform 13">
              <a:extLst>
                <a:ext uri="{FF2B5EF4-FFF2-40B4-BE49-F238E27FC236}">
                  <a16:creationId xmlns:a16="http://schemas.microsoft.com/office/drawing/2014/main" id="{15195E17-B698-95EB-E683-E35B1D1C7848}"/>
                </a:ext>
              </a:extLst>
            </p:cNvPr>
            <p:cNvSpPr/>
            <p:nvPr userDrawn="1"/>
          </p:nvSpPr>
          <p:spPr>
            <a:xfrm rot="4440426">
              <a:off x="8534890" y="5052590"/>
              <a:ext cx="1896069" cy="2219372"/>
            </a:xfrm>
            <a:custGeom>
              <a:avLst/>
              <a:gdLst>
                <a:gd name="connsiteX0" fmla="*/ 49889 w 1896069"/>
                <a:gd name="connsiteY0" fmla="*/ 779699 h 2219372"/>
                <a:gd name="connsiteX1" fmla="*/ 1109686 w 1896069"/>
                <a:gd name="connsiteY1" fmla="*/ 0 h 2219372"/>
                <a:gd name="connsiteX2" fmla="*/ 1894352 w 1896069"/>
                <a:gd name="connsiteY2" fmla="*/ 325019 h 2219372"/>
                <a:gd name="connsiteX3" fmla="*/ 1896069 w 1896069"/>
                <a:gd name="connsiteY3" fmla="*/ 327099 h 2219372"/>
                <a:gd name="connsiteX4" fmla="*/ 1362806 w 1896069"/>
                <a:gd name="connsiteY4" fmla="*/ 2187676 h 2219372"/>
                <a:gd name="connsiteX5" fmla="*/ 1333326 w 1896069"/>
                <a:gd name="connsiteY5" fmla="*/ 2196827 h 2219372"/>
                <a:gd name="connsiteX6" fmla="*/ 1109686 w 1896069"/>
                <a:gd name="connsiteY6" fmla="*/ 2219372 h 2219372"/>
                <a:gd name="connsiteX7" fmla="*/ 0 w 1896069"/>
                <a:gd name="connsiteY7" fmla="*/ 1109686 h 2219372"/>
                <a:gd name="connsiteX8" fmla="*/ 49889 w 1896069"/>
                <a:gd name="connsiteY8" fmla="*/ 779699 h 22193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96069" h="2219372">
                  <a:moveTo>
                    <a:pt x="49889" y="779699"/>
                  </a:moveTo>
                  <a:cubicBezTo>
                    <a:pt x="190388" y="327981"/>
                    <a:pt x="611735" y="0"/>
                    <a:pt x="1109686" y="0"/>
                  </a:cubicBezTo>
                  <a:cubicBezTo>
                    <a:pt x="1416118" y="1"/>
                    <a:pt x="1693539" y="124206"/>
                    <a:pt x="1894352" y="325019"/>
                  </a:cubicBezTo>
                  <a:lnTo>
                    <a:pt x="1896069" y="327099"/>
                  </a:lnTo>
                  <a:lnTo>
                    <a:pt x="1362806" y="2187676"/>
                  </a:lnTo>
                  <a:lnTo>
                    <a:pt x="1333326" y="2196827"/>
                  </a:lnTo>
                  <a:cubicBezTo>
                    <a:pt x="1261089" y="2211609"/>
                    <a:pt x="1186294" y="2219372"/>
                    <a:pt x="1109686" y="2219372"/>
                  </a:cubicBezTo>
                  <a:cubicBezTo>
                    <a:pt x="496823" y="2219372"/>
                    <a:pt x="0" y="1722549"/>
                    <a:pt x="0" y="1109686"/>
                  </a:cubicBezTo>
                  <a:cubicBezTo>
                    <a:pt x="0" y="994774"/>
                    <a:pt x="17466" y="883942"/>
                    <a:pt x="49889" y="779699"/>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Freeform 11">
              <a:extLst>
                <a:ext uri="{FF2B5EF4-FFF2-40B4-BE49-F238E27FC236}">
                  <a16:creationId xmlns:a16="http://schemas.microsoft.com/office/drawing/2014/main" id="{36C18C40-D2A0-18BF-7361-ED999A12C6E5}"/>
                </a:ext>
              </a:extLst>
            </p:cNvPr>
            <p:cNvSpPr/>
            <p:nvPr/>
          </p:nvSpPr>
          <p:spPr>
            <a:xfrm rot="7285253">
              <a:off x="9538663" y="5629468"/>
              <a:ext cx="1333716" cy="1167002"/>
            </a:xfrm>
            <a:custGeom>
              <a:avLst/>
              <a:gdLst>
                <a:gd name="connsiteX0" fmla="*/ 2136 w 1333716"/>
                <a:gd name="connsiteY0" fmla="*/ 1167002 h 1167002"/>
                <a:gd name="connsiteX1" fmla="*/ 991 w 1333716"/>
                <a:gd name="connsiteY1" fmla="*/ 1154282 h 1167002"/>
                <a:gd name="connsiteX2" fmla="*/ 292675 w 1333716"/>
                <a:gd name="connsiteY2" fmla="*/ 356623 h 1167002"/>
                <a:gd name="connsiteX3" fmla="*/ 943711 w 1333716"/>
                <a:gd name="connsiteY3" fmla="*/ 10305 h 1167002"/>
                <a:gd name="connsiteX4" fmla="*/ 1066267 w 1333716"/>
                <a:gd name="connsiteY4" fmla="*/ 0 h 1167002"/>
                <a:gd name="connsiteX5" fmla="*/ 1333716 w 1333716"/>
                <a:gd name="connsiteY5" fmla="*/ 437794 h 1167002"/>
                <a:gd name="connsiteX6" fmla="*/ 1294696 w 1333716"/>
                <a:gd name="connsiteY6" fmla="*/ 523845 h 1167002"/>
                <a:gd name="connsiteX7" fmla="*/ 53213 w 1333716"/>
                <a:gd name="connsiteY7" fmla="*/ 1163290 h 11670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333716" h="1167002">
                  <a:moveTo>
                    <a:pt x="2136" y="1167002"/>
                  </a:moveTo>
                  <a:lnTo>
                    <a:pt x="991" y="1154282"/>
                  </a:lnTo>
                  <a:cubicBezTo>
                    <a:pt x="-10970" y="870541"/>
                    <a:pt x="85313" y="582236"/>
                    <a:pt x="292675" y="356623"/>
                  </a:cubicBezTo>
                  <a:cubicBezTo>
                    <a:pt x="470877" y="162737"/>
                    <a:pt x="702117" y="46698"/>
                    <a:pt x="943711" y="10305"/>
                  </a:cubicBezTo>
                  <a:lnTo>
                    <a:pt x="1066267" y="0"/>
                  </a:lnTo>
                  <a:lnTo>
                    <a:pt x="1333716" y="437794"/>
                  </a:lnTo>
                  <a:lnTo>
                    <a:pt x="1294696" y="523845"/>
                  </a:lnTo>
                  <a:cubicBezTo>
                    <a:pt x="1079662" y="954810"/>
                    <a:pt x="734602" y="1103549"/>
                    <a:pt x="53213" y="1163290"/>
                  </a:cubicBezTo>
                  <a:close/>
                </a:path>
              </a:pathLst>
            </a:custGeom>
            <a:solidFill>
              <a:srgbClr val="BCF76C"/>
            </a:solidFill>
            <a:ln w="20346" cap="flat">
              <a:noFill/>
              <a:prstDash val="solid"/>
              <a:miter/>
            </a:ln>
          </p:spPr>
          <p:txBody>
            <a:bodyPr wrap="square" rtlCol="0" anchor="ctr">
              <a:noAutofit/>
            </a:bodyPr>
            <a:lstStyle/>
            <a:p>
              <a:endParaRPr lang="en-US"/>
            </a:p>
          </p:txBody>
        </p:sp>
      </p:grpSp>
      <p:sp>
        <p:nvSpPr>
          <p:cNvPr id="5" name="Content Placeholder 2">
            <a:extLst>
              <a:ext uri="{FF2B5EF4-FFF2-40B4-BE49-F238E27FC236}">
                <a16:creationId xmlns:a16="http://schemas.microsoft.com/office/drawing/2014/main" id="{C7DFA8A3-03F9-E8DB-6B8C-F507B2888459}"/>
              </a:ext>
            </a:extLst>
          </p:cNvPr>
          <p:cNvSpPr>
            <a:spLocks noGrp="1"/>
          </p:cNvSpPr>
          <p:nvPr>
            <p:ph sz="half" idx="36"/>
          </p:nvPr>
        </p:nvSpPr>
        <p:spPr>
          <a:xfrm>
            <a:off x="614895" y="1692815"/>
            <a:ext cx="10972502" cy="4334801"/>
          </a:xfrm>
        </p:spPr>
        <p:txBody>
          <a:bodyPr/>
          <a:lstStyle>
            <a:lvl1pPr>
              <a:lnSpc>
                <a:spcPct val="100000"/>
              </a:lnSpc>
              <a:spcBef>
                <a:spcPts val="0"/>
              </a:spcBef>
              <a:spcAft>
                <a:spcPts val="600"/>
              </a:spcAft>
              <a:defRPr sz="2400">
                <a:solidFill>
                  <a:schemeClr val="tx1"/>
                </a:solidFill>
                <a:latin typeface="+mn-lt"/>
              </a:defRPr>
            </a:lvl1pPr>
            <a:lvl2pPr>
              <a:lnSpc>
                <a:spcPct val="100000"/>
              </a:lnSpc>
              <a:spcBef>
                <a:spcPts val="0"/>
              </a:spcBef>
              <a:spcAft>
                <a:spcPts val="600"/>
              </a:spcAft>
              <a:defRPr sz="2000">
                <a:solidFill>
                  <a:schemeClr val="tx1"/>
                </a:solidFill>
                <a:latin typeface="+mn-lt"/>
              </a:defRPr>
            </a:lvl2pPr>
            <a:lvl3pPr marL="1257300" indent="-342900">
              <a:lnSpc>
                <a:spcPct val="100000"/>
              </a:lnSpc>
              <a:spcBef>
                <a:spcPts val="0"/>
              </a:spcBef>
              <a:spcAft>
                <a:spcPts val="600"/>
              </a:spcAft>
              <a:buSzPct val="80000"/>
              <a:buFont typeface="Arial" panose="020B0604020202020204" pitchFamily="34" charset="0"/>
              <a:buChar char="•"/>
              <a:defRPr sz="1800">
                <a:solidFill>
                  <a:schemeClr val="tx1"/>
                </a:solidFill>
                <a:latin typeface="+mn-lt"/>
              </a:defRPr>
            </a:lvl3pPr>
            <a:lvl4pPr marL="1657350" indent="-285750">
              <a:lnSpc>
                <a:spcPct val="100000"/>
              </a:lnSpc>
              <a:spcBef>
                <a:spcPts val="0"/>
              </a:spcBef>
              <a:spcAft>
                <a:spcPts val="600"/>
              </a:spcAft>
              <a:buSzPct val="75000"/>
              <a:buFont typeface="Arial" panose="020B0604020202020204" pitchFamily="34" charset="0"/>
              <a:buChar char="•"/>
              <a:defRPr sz="1600">
                <a:solidFill>
                  <a:schemeClr val="tx1"/>
                </a:solidFill>
                <a:latin typeface="+mn-lt"/>
              </a:defRPr>
            </a:lvl4pPr>
            <a:lvl5pPr marL="2114550" indent="-285750">
              <a:lnSpc>
                <a:spcPct val="100000"/>
              </a:lnSpc>
              <a:spcBef>
                <a:spcPts val="0"/>
              </a:spcBef>
              <a:spcAft>
                <a:spcPts val="600"/>
              </a:spcAft>
              <a:buSzPct val="75000"/>
              <a:buFont typeface="Arial" panose="020B0604020202020204" pitchFamily="34" charset="0"/>
              <a:buChar char="•"/>
              <a:defRPr sz="140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Box 1">
            <a:extLst>
              <a:ext uri="{FF2B5EF4-FFF2-40B4-BE49-F238E27FC236}">
                <a16:creationId xmlns:a16="http://schemas.microsoft.com/office/drawing/2014/main" id="{3F9D1C5F-8852-5490-C4E4-71270C2F743F}"/>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1"/>
                </a:solidFill>
                <a:latin typeface="Clarika Grotesque" pitchFamily="2" charset="77"/>
              </a:rPr>
              <a:t>© Dayforce</a:t>
            </a:r>
          </a:p>
        </p:txBody>
      </p:sp>
    </p:spTree>
    <p:extLst>
      <p:ext uri="{BB962C8B-B14F-4D97-AF65-F5344CB8AC3E}">
        <p14:creationId xmlns:p14="http://schemas.microsoft.com/office/powerpoint/2010/main" val="32294295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3 points with icon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2B0EAAB-7A68-5044-B1D5-78358B61A99B}"/>
              </a:ext>
            </a:extLst>
          </p:cNvPr>
          <p:cNvSpPr>
            <a:spLocks noGrp="1"/>
          </p:cNvSpPr>
          <p:nvPr>
            <p:ph type="title"/>
          </p:nvPr>
        </p:nvSpPr>
        <p:spPr>
          <a:xfrm>
            <a:off x="616420" y="606998"/>
            <a:ext cx="10972502" cy="742117"/>
          </a:xfrm>
          <a:prstGeom prst="rect">
            <a:avLst/>
          </a:prstGeom>
        </p:spPr>
        <p:txBody>
          <a:bodyPr/>
          <a:lstStyle>
            <a:lvl1pPr algn="l">
              <a:defRPr b="0">
                <a:latin typeface="+mj-lt"/>
              </a:defRPr>
            </a:lvl1pPr>
          </a:lstStyle>
          <a:p>
            <a:r>
              <a:rPr lang="en-US"/>
              <a:t>Click to edit Master title style</a:t>
            </a:r>
          </a:p>
        </p:txBody>
      </p:sp>
      <p:sp>
        <p:nvSpPr>
          <p:cNvPr id="3" name="Circle 1">
            <a:extLst>
              <a:ext uri="{FF2B5EF4-FFF2-40B4-BE49-F238E27FC236}">
                <a16:creationId xmlns:a16="http://schemas.microsoft.com/office/drawing/2014/main" id="{2D2FEE4E-FBC5-B3DC-CD8B-8DC3FCAC42C9}"/>
              </a:ext>
              <a:ext uri="{C183D7F6-B498-43B3-948B-1728B52AA6E4}">
                <adec:decorative xmlns:adec="http://schemas.microsoft.com/office/drawing/2017/decorative" val="1"/>
              </a:ext>
            </a:extLst>
          </p:cNvPr>
          <p:cNvSpPr>
            <a:spLocks noChangeAspect="1"/>
          </p:cNvSpPr>
          <p:nvPr userDrawn="1"/>
        </p:nvSpPr>
        <p:spPr>
          <a:xfrm>
            <a:off x="1617510" y="2130766"/>
            <a:ext cx="1645920" cy="1645920"/>
          </a:xfrm>
          <a:prstGeom prst="ellipse">
            <a:avLst/>
          </a:prstGeom>
          <a:solidFill>
            <a:schemeClr val="bg2"/>
          </a:solidFill>
          <a:ln w="12700">
            <a:miter lim="400000"/>
          </a:ln>
        </p:spPr>
        <p:txBody>
          <a:bodyPr lIns="22857" rIns="22857" anchor="ctr"/>
          <a:lstStyle/>
          <a:p>
            <a:pPr marL="0" marR="0" lvl="0" indent="0" algn="ctr" defTabSz="410725" rtl="0" eaLnBrk="1" fontAlgn="auto" latinLnBrk="0" hangingPunct="0">
              <a:lnSpc>
                <a:spcPct val="100000"/>
              </a:lnSpc>
              <a:spcBef>
                <a:spcPts val="0"/>
              </a:spcBef>
              <a:spcAft>
                <a:spcPts val="0"/>
              </a:spcAft>
              <a:buClrTx/>
              <a:buSzTx/>
              <a:buFontTx/>
              <a:buNone/>
              <a:tabLst/>
              <a:defRPr sz="3000">
                <a:solidFill>
                  <a:srgbClr val="FFFFFF"/>
                </a:solidFill>
              </a:defRPr>
            </a:pPr>
            <a:endParaRPr kumimoji="0" sz="1500" b="0" i="0" u="none" strike="noStrike" kern="0" cap="none" spc="0" normalizeH="0" baseline="0" noProof="0">
              <a:ln>
                <a:noFill/>
              </a:ln>
              <a:solidFill>
                <a:srgbClr val="FFFFFF"/>
              </a:solidFill>
              <a:effectLst/>
              <a:uLnTx/>
              <a:uFillTx/>
              <a:latin typeface="Open Sans"/>
              <a:ea typeface="Open Sans"/>
              <a:cs typeface="Open Sans"/>
              <a:sym typeface="Open Sans"/>
            </a:endParaRPr>
          </a:p>
        </p:txBody>
      </p:sp>
      <p:sp>
        <p:nvSpPr>
          <p:cNvPr id="8" name="Circle 2">
            <a:extLst>
              <a:ext uri="{FF2B5EF4-FFF2-40B4-BE49-F238E27FC236}">
                <a16:creationId xmlns:a16="http://schemas.microsoft.com/office/drawing/2014/main" id="{7BAAD4BC-0817-8A5D-BF1C-5A19BBB08420}"/>
              </a:ext>
              <a:ext uri="{C183D7F6-B498-43B3-948B-1728B52AA6E4}">
                <adec:decorative xmlns:adec="http://schemas.microsoft.com/office/drawing/2017/decorative" val="1"/>
              </a:ext>
            </a:extLst>
          </p:cNvPr>
          <p:cNvSpPr>
            <a:spLocks noChangeAspect="1"/>
          </p:cNvSpPr>
          <p:nvPr userDrawn="1"/>
        </p:nvSpPr>
        <p:spPr>
          <a:xfrm>
            <a:off x="5273040" y="2148787"/>
            <a:ext cx="1645920" cy="1645920"/>
          </a:xfrm>
          <a:prstGeom prst="ellipse">
            <a:avLst/>
          </a:prstGeom>
          <a:solidFill>
            <a:schemeClr val="bg2"/>
          </a:solidFill>
          <a:ln w="12700">
            <a:miter lim="400000"/>
          </a:ln>
        </p:spPr>
        <p:txBody>
          <a:bodyPr lIns="22857" rIns="22857" anchor="ctr"/>
          <a:lstStyle/>
          <a:p>
            <a:pPr marL="0" marR="0" lvl="0" indent="0" algn="ctr" defTabSz="410725" rtl="0" eaLnBrk="1" fontAlgn="auto" latinLnBrk="0" hangingPunct="0">
              <a:lnSpc>
                <a:spcPct val="100000"/>
              </a:lnSpc>
              <a:spcBef>
                <a:spcPts val="0"/>
              </a:spcBef>
              <a:spcAft>
                <a:spcPts val="0"/>
              </a:spcAft>
              <a:buClrTx/>
              <a:buSzTx/>
              <a:buFontTx/>
              <a:buNone/>
              <a:tabLst/>
              <a:defRPr sz="3000">
                <a:solidFill>
                  <a:srgbClr val="FFFFFF"/>
                </a:solidFill>
              </a:defRPr>
            </a:pPr>
            <a:endParaRPr kumimoji="0" sz="1500" b="0" i="0" u="none" strike="noStrike" kern="0" cap="none" spc="0" normalizeH="0" baseline="0" noProof="0">
              <a:ln>
                <a:noFill/>
              </a:ln>
              <a:solidFill>
                <a:srgbClr val="FFFFFF"/>
              </a:solidFill>
              <a:effectLst/>
              <a:uLnTx/>
              <a:uFillTx/>
              <a:latin typeface="Open Sans"/>
              <a:ea typeface="Open Sans"/>
              <a:cs typeface="Open Sans"/>
              <a:sym typeface="Open Sans"/>
            </a:endParaRPr>
          </a:p>
        </p:txBody>
      </p:sp>
      <p:sp>
        <p:nvSpPr>
          <p:cNvPr id="10" name="Circle 3">
            <a:extLst>
              <a:ext uri="{FF2B5EF4-FFF2-40B4-BE49-F238E27FC236}">
                <a16:creationId xmlns:a16="http://schemas.microsoft.com/office/drawing/2014/main" id="{B9F0A1C2-9293-9ECB-5385-0B2AD64AD7A5}"/>
              </a:ext>
              <a:ext uri="{C183D7F6-B498-43B3-948B-1728B52AA6E4}">
                <adec:decorative xmlns:adec="http://schemas.microsoft.com/office/drawing/2017/decorative" val="1"/>
              </a:ext>
            </a:extLst>
          </p:cNvPr>
          <p:cNvSpPr>
            <a:spLocks noChangeAspect="1"/>
          </p:cNvSpPr>
          <p:nvPr userDrawn="1"/>
        </p:nvSpPr>
        <p:spPr>
          <a:xfrm>
            <a:off x="8928570" y="2130766"/>
            <a:ext cx="1645920" cy="1645920"/>
          </a:xfrm>
          <a:prstGeom prst="ellipse">
            <a:avLst/>
          </a:prstGeom>
          <a:solidFill>
            <a:schemeClr val="bg2"/>
          </a:solidFill>
          <a:ln w="12700">
            <a:miter lim="400000"/>
          </a:ln>
        </p:spPr>
        <p:txBody>
          <a:bodyPr lIns="22857" rIns="22857" anchor="ctr"/>
          <a:lstStyle/>
          <a:p>
            <a:pPr marL="0" marR="0" lvl="0" indent="0" algn="ctr" defTabSz="410725" rtl="0" eaLnBrk="1" fontAlgn="auto" latinLnBrk="0" hangingPunct="0">
              <a:lnSpc>
                <a:spcPct val="100000"/>
              </a:lnSpc>
              <a:spcBef>
                <a:spcPts val="0"/>
              </a:spcBef>
              <a:spcAft>
                <a:spcPts val="0"/>
              </a:spcAft>
              <a:buClrTx/>
              <a:buSzTx/>
              <a:buFontTx/>
              <a:buNone/>
              <a:tabLst/>
              <a:defRPr sz="3000">
                <a:solidFill>
                  <a:srgbClr val="FFFFFF"/>
                </a:solidFill>
              </a:defRPr>
            </a:pPr>
            <a:endParaRPr kumimoji="0" sz="1500" b="0" i="0" u="none" strike="noStrike" kern="0" cap="none" spc="0" normalizeH="0" baseline="0" noProof="0">
              <a:ln>
                <a:noFill/>
              </a:ln>
              <a:solidFill>
                <a:srgbClr val="FFFFFF"/>
              </a:solidFill>
              <a:effectLst/>
              <a:uLnTx/>
              <a:uFillTx/>
              <a:latin typeface="Open Sans"/>
              <a:ea typeface="Open Sans"/>
              <a:cs typeface="Open Sans"/>
              <a:sym typeface="Open Sans"/>
            </a:endParaRPr>
          </a:p>
        </p:txBody>
      </p:sp>
      <p:sp>
        <p:nvSpPr>
          <p:cNvPr id="16" name="Text Placeholder 15">
            <a:extLst>
              <a:ext uri="{FF2B5EF4-FFF2-40B4-BE49-F238E27FC236}">
                <a16:creationId xmlns:a16="http://schemas.microsoft.com/office/drawing/2014/main" id="{9EAB83EE-6A32-1369-F2F6-913B6A331327}"/>
              </a:ext>
            </a:extLst>
          </p:cNvPr>
          <p:cNvSpPr>
            <a:spLocks noGrp="1"/>
          </p:cNvSpPr>
          <p:nvPr>
            <p:ph type="body" sz="quarter" idx="10" hasCustomPrompt="1"/>
          </p:nvPr>
        </p:nvSpPr>
        <p:spPr>
          <a:xfrm>
            <a:off x="1061749" y="4035258"/>
            <a:ext cx="2756477" cy="1646238"/>
          </a:xfrm>
        </p:spPr>
        <p:txBody>
          <a:bodyPr/>
          <a:lstStyle>
            <a:lvl1pPr algn="ctr">
              <a:defRPr sz="2000"/>
            </a:lvl1pPr>
          </a:lstStyle>
          <a:p>
            <a:pPr lvl="0"/>
            <a:r>
              <a:rPr lang="en-US"/>
              <a:t>Insert text here</a:t>
            </a:r>
          </a:p>
        </p:txBody>
      </p:sp>
      <p:sp>
        <p:nvSpPr>
          <p:cNvPr id="17" name="Text Placeholder 15">
            <a:extLst>
              <a:ext uri="{FF2B5EF4-FFF2-40B4-BE49-F238E27FC236}">
                <a16:creationId xmlns:a16="http://schemas.microsoft.com/office/drawing/2014/main" id="{DFCE6524-5B57-D415-EF00-428976DA9275}"/>
              </a:ext>
            </a:extLst>
          </p:cNvPr>
          <p:cNvSpPr>
            <a:spLocks noGrp="1"/>
          </p:cNvSpPr>
          <p:nvPr>
            <p:ph type="body" sz="quarter" idx="11" hasCustomPrompt="1"/>
          </p:nvPr>
        </p:nvSpPr>
        <p:spPr>
          <a:xfrm>
            <a:off x="4717761" y="4035258"/>
            <a:ext cx="2756477" cy="1646238"/>
          </a:xfrm>
        </p:spPr>
        <p:txBody>
          <a:bodyPr/>
          <a:lstStyle>
            <a:lvl1pPr algn="ctr">
              <a:defRPr sz="2000"/>
            </a:lvl1pPr>
          </a:lstStyle>
          <a:p>
            <a:pPr lvl="0"/>
            <a:r>
              <a:rPr lang="en-US"/>
              <a:t>Insert text here</a:t>
            </a:r>
          </a:p>
        </p:txBody>
      </p:sp>
      <p:sp>
        <p:nvSpPr>
          <p:cNvPr id="18" name="Text Placeholder 15">
            <a:extLst>
              <a:ext uri="{FF2B5EF4-FFF2-40B4-BE49-F238E27FC236}">
                <a16:creationId xmlns:a16="http://schemas.microsoft.com/office/drawing/2014/main" id="{59D16BDF-7DF6-3EAE-19F3-5A9A7F02D912}"/>
              </a:ext>
            </a:extLst>
          </p:cNvPr>
          <p:cNvSpPr>
            <a:spLocks noGrp="1"/>
          </p:cNvSpPr>
          <p:nvPr>
            <p:ph type="body" sz="quarter" idx="12" hasCustomPrompt="1"/>
          </p:nvPr>
        </p:nvSpPr>
        <p:spPr>
          <a:xfrm>
            <a:off x="8373774" y="4035258"/>
            <a:ext cx="2756477" cy="1646238"/>
          </a:xfrm>
        </p:spPr>
        <p:txBody>
          <a:bodyPr/>
          <a:lstStyle>
            <a:lvl1pPr algn="ctr">
              <a:defRPr sz="2000"/>
            </a:lvl1pPr>
          </a:lstStyle>
          <a:p>
            <a:pPr lvl="0"/>
            <a:r>
              <a:rPr lang="en-US"/>
              <a:t>Insert text here</a:t>
            </a:r>
          </a:p>
        </p:txBody>
      </p:sp>
      <p:sp>
        <p:nvSpPr>
          <p:cNvPr id="20" name="Picture Placeholder 19">
            <a:extLst>
              <a:ext uri="{FF2B5EF4-FFF2-40B4-BE49-F238E27FC236}">
                <a16:creationId xmlns:a16="http://schemas.microsoft.com/office/drawing/2014/main" id="{95DD581F-9DB4-3882-B88C-960681216C10}"/>
              </a:ext>
            </a:extLst>
          </p:cNvPr>
          <p:cNvSpPr>
            <a:spLocks noGrp="1"/>
          </p:cNvSpPr>
          <p:nvPr>
            <p:ph type="pic" sz="quarter" idx="13"/>
          </p:nvPr>
        </p:nvSpPr>
        <p:spPr>
          <a:xfrm>
            <a:off x="2003186" y="2511552"/>
            <a:ext cx="874568" cy="874568"/>
          </a:xfrm>
        </p:spPr>
        <p:txBody>
          <a:bodyPr/>
          <a:lstStyle/>
          <a:p>
            <a:endParaRPr lang="en-US"/>
          </a:p>
        </p:txBody>
      </p:sp>
      <p:sp>
        <p:nvSpPr>
          <p:cNvPr id="21" name="Picture Placeholder 19">
            <a:extLst>
              <a:ext uri="{FF2B5EF4-FFF2-40B4-BE49-F238E27FC236}">
                <a16:creationId xmlns:a16="http://schemas.microsoft.com/office/drawing/2014/main" id="{FCA7AFAD-05DA-374F-A50C-CE80E41CA764}"/>
              </a:ext>
            </a:extLst>
          </p:cNvPr>
          <p:cNvSpPr>
            <a:spLocks noGrp="1"/>
          </p:cNvSpPr>
          <p:nvPr>
            <p:ph type="pic" sz="quarter" idx="14"/>
          </p:nvPr>
        </p:nvSpPr>
        <p:spPr>
          <a:xfrm>
            <a:off x="5658714" y="2511552"/>
            <a:ext cx="874568" cy="874568"/>
          </a:xfrm>
        </p:spPr>
        <p:txBody>
          <a:bodyPr/>
          <a:lstStyle/>
          <a:p>
            <a:endParaRPr lang="en-US"/>
          </a:p>
        </p:txBody>
      </p:sp>
      <p:sp>
        <p:nvSpPr>
          <p:cNvPr id="22" name="Picture Placeholder 19">
            <a:extLst>
              <a:ext uri="{FF2B5EF4-FFF2-40B4-BE49-F238E27FC236}">
                <a16:creationId xmlns:a16="http://schemas.microsoft.com/office/drawing/2014/main" id="{A31DFC0D-DF88-7C6F-0914-29FD37891AD4}"/>
              </a:ext>
            </a:extLst>
          </p:cNvPr>
          <p:cNvSpPr>
            <a:spLocks noGrp="1"/>
          </p:cNvSpPr>
          <p:nvPr>
            <p:ph type="pic" sz="quarter" idx="15"/>
          </p:nvPr>
        </p:nvSpPr>
        <p:spPr>
          <a:xfrm>
            <a:off x="9314245" y="2511552"/>
            <a:ext cx="874568" cy="874568"/>
          </a:xfrm>
        </p:spPr>
        <p:txBody>
          <a:bodyPr/>
          <a:lstStyle/>
          <a:p>
            <a:endParaRPr lang="en-US"/>
          </a:p>
        </p:txBody>
      </p:sp>
      <p:sp>
        <p:nvSpPr>
          <p:cNvPr id="2" name="TextBox 1">
            <a:extLst>
              <a:ext uri="{FF2B5EF4-FFF2-40B4-BE49-F238E27FC236}">
                <a16:creationId xmlns:a16="http://schemas.microsoft.com/office/drawing/2014/main" id="{25568A52-632A-2A74-38C6-9E9076856AF3}"/>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9156252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4 points with icons">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12B0EAAB-7A68-5044-B1D5-78358B61A99B}"/>
              </a:ext>
            </a:extLst>
          </p:cNvPr>
          <p:cNvSpPr>
            <a:spLocks noGrp="1"/>
          </p:cNvSpPr>
          <p:nvPr>
            <p:ph type="title"/>
          </p:nvPr>
        </p:nvSpPr>
        <p:spPr>
          <a:xfrm>
            <a:off x="616420" y="606998"/>
            <a:ext cx="10972502" cy="742117"/>
          </a:xfrm>
          <a:prstGeom prst="rect">
            <a:avLst/>
          </a:prstGeom>
        </p:spPr>
        <p:txBody>
          <a:bodyPr/>
          <a:lstStyle>
            <a:lvl1pPr algn="l">
              <a:defRPr b="0">
                <a:latin typeface="+mj-lt"/>
              </a:defRPr>
            </a:lvl1pPr>
          </a:lstStyle>
          <a:p>
            <a:r>
              <a:rPr lang="en-US"/>
              <a:t>Click to edit Master title style</a:t>
            </a:r>
          </a:p>
        </p:txBody>
      </p:sp>
      <p:sp>
        <p:nvSpPr>
          <p:cNvPr id="3" name="Circle 1">
            <a:extLst>
              <a:ext uri="{FF2B5EF4-FFF2-40B4-BE49-F238E27FC236}">
                <a16:creationId xmlns:a16="http://schemas.microsoft.com/office/drawing/2014/main" id="{2D2FEE4E-FBC5-B3DC-CD8B-8DC3FCAC42C9}"/>
              </a:ext>
              <a:ext uri="{C183D7F6-B498-43B3-948B-1728B52AA6E4}">
                <adec:decorative xmlns:adec="http://schemas.microsoft.com/office/drawing/2017/decorative" val="1"/>
              </a:ext>
            </a:extLst>
          </p:cNvPr>
          <p:cNvSpPr>
            <a:spLocks noChangeAspect="1"/>
          </p:cNvSpPr>
          <p:nvPr userDrawn="1"/>
        </p:nvSpPr>
        <p:spPr>
          <a:xfrm>
            <a:off x="1046887" y="2130766"/>
            <a:ext cx="1645920" cy="1645920"/>
          </a:xfrm>
          <a:prstGeom prst="ellipse">
            <a:avLst/>
          </a:prstGeom>
          <a:solidFill>
            <a:schemeClr val="bg2"/>
          </a:solidFill>
          <a:ln w="12700">
            <a:miter lim="400000"/>
          </a:ln>
        </p:spPr>
        <p:txBody>
          <a:bodyPr lIns="22857" rIns="22857" anchor="ctr"/>
          <a:lstStyle/>
          <a:p>
            <a:pPr marL="0" marR="0" lvl="0" indent="0" algn="ctr" defTabSz="410725" rtl="0" eaLnBrk="1" fontAlgn="auto" latinLnBrk="0" hangingPunct="0">
              <a:lnSpc>
                <a:spcPct val="100000"/>
              </a:lnSpc>
              <a:spcBef>
                <a:spcPts val="0"/>
              </a:spcBef>
              <a:spcAft>
                <a:spcPts val="0"/>
              </a:spcAft>
              <a:buClrTx/>
              <a:buSzTx/>
              <a:buFontTx/>
              <a:buNone/>
              <a:tabLst/>
              <a:defRPr sz="3000">
                <a:solidFill>
                  <a:srgbClr val="FFFFFF"/>
                </a:solidFill>
              </a:defRPr>
            </a:pPr>
            <a:endParaRPr kumimoji="0" sz="1500" b="0" i="0" u="none" strike="noStrike" kern="0" cap="none" spc="0" normalizeH="0" baseline="0" noProof="0">
              <a:ln>
                <a:noFill/>
              </a:ln>
              <a:solidFill>
                <a:srgbClr val="FFFFFF"/>
              </a:solidFill>
              <a:effectLst/>
              <a:uLnTx/>
              <a:uFillTx/>
              <a:latin typeface="Open Sans"/>
              <a:ea typeface="Open Sans"/>
              <a:cs typeface="Open Sans"/>
              <a:sym typeface="Open Sans"/>
            </a:endParaRPr>
          </a:p>
        </p:txBody>
      </p:sp>
      <p:sp>
        <p:nvSpPr>
          <p:cNvPr id="8" name="Circle 2">
            <a:extLst>
              <a:ext uri="{FF2B5EF4-FFF2-40B4-BE49-F238E27FC236}">
                <a16:creationId xmlns:a16="http://schemas.microsoft.com/office/drawing/2014/main" id="{7BAAD4BC-0817-8A5D-BF1C-5A19BBB08420}"/>
              </a:ext>
              <a:ext uri="{C183D7F6-B498-43B3-948B-1728B52AA6E4}">
                <adec:decorative xmlns:adec="http://schemas.microsoft.com/office/drawing/2017/decorative" val="1"/>
              </a:ext>
            </a:extLst>
          </p:cNvPr>
          <p:cNvSpPr>
            <a:spLocks noChangeAspect="1"/>
          </p:cNvSpPr>
          <p:nvPr userDrawn="1"/>
        </p:nvSpPr>
        <p:spPr>
          <a:xfrm>
            <a:off x="3850962" y="2148787"/>
            <a:ext cx="1645920" cy="1645920"/>
          </a:xfrm>
          <a:prstGeom prst="ellipse">
            <a:avLst/>
          </a:prstGeom>
          <a:solidFill>
            <a:schemeClr val="bg2"/>
          </a:solidFill>
          <a:ln w="12700">
            <a:miter lim="400000"/>
          </a:ln>
        </p:spPr>
        <p:txBody>
          <a:bodyPr lIns="22857" rIns="22857" anchor="ctr"/>
          <a:lstStyle/>
          <a:p>
            <a:pPr marL="0" marR="0" lvl="0" indent="0" algn="ctr" defTabSz="410725" rtl="0" eaLnBrk="1" fontAlgn="auto" latinLnBrk="0" hangingPunct="0">
              <a:lnSpc>
                <a:spcPct val="100000"/>
              </a:lnSpc>
              <a:spcBef>
                <a:spcPts val="0"/>
              </a:spcBef>
              <a:spcAft>
                <a:spcPts val="0"/>
              </a:spcAft>
              <a:buClrTx/>
              <a:buSzTx/>
              <a:buFontTx/>
              <a:buNone/>
              <a:tabLst/>
              <a:defRPr sz="3000">
                <a:solidFill>
                  <a:srgbClr val="FFFFFF"/>
                </a:solidFill>
              </a:defRPr>
            </a:pPr>
            <a:endParaRPr kumimoji="0" sz="1500" b="0" i="0" u="none" strike="noStrike" kern="0" cap="none" spc="0" normalizeH="0" baseline="0" noProof="0">
              <a:ln>
                <a:noFill/>
              </a:ln>
              <a:solidFill>
                <a:srgbClr val="FFFFFF"/>
              </a:solidFill>
              <a:effectLst/>
              <a:uLnTx/>
              <a:uFillTx/>
              <a:latin typeface="Open Sans"/>
              <a:ea typeface="Open Sans"/>
              <a:cs typeface="Open Sans"/>
              <a:sym typeface="Open Sans"/>
            </a:endParaRPr>
          </a:p>
        </p:txBody>
      </p:sp>
      <p:sp>
        <p:nvSpPr>
          <p:cNvPr id="10" name="Circle 3">
            <a:extLst>
              <a:ext uri="{FF2B5EF4-FFF2-40B4-BE49-F238E27FC236}">
                <a16:creationId xmlns:a16="http://schemas.microsoft.com/office/drawing/2014/main" id="{B9F0A1C2-9293-9ECB-5385-0B2AD64AD7A5}"/>
              </a:ext>
              <a:ext uri="{C183D7F6-B498-43B3-948B-1728B52AA6E4}">
                <adec:decorative xmlns:adec="http://schemas.microsoft.com/office/drawing/2017/decorative" val="1"/>
              </a:ext>
            </a:extLst>
          </p:cNvPr>
          <p:cNvSpPr>
            <a:spLocks noChangeAspect="1"/>
          </p:cNvSpPr>
          <p:nvPr userDrawn="1"/>
        </p:nvSpPr>
        <p:spPr>
          <a:xfrm>
            <a:off x="6655036" y="2130766"/>
            <a:ext cx="1645920" cy="1645920"/>
          </a:xfrm>
          <a:prstGeom prst="ellipse">
            <a:avLst/>
          </a:prstGeom>
          <a:solidFill>
            <a:schemeClr val="bg2"/>
          </a:solidFill>
          <a:ln w="12700">
            <a:miter lim="400000"/>
          </a:ln>
        </p:spPr>
        <p:txBody>
          <a:bodyPr lIns="22857" rIns="22857" anchor="ctr"/>
          <a:lstStyle/>
          <a:p>
            <a:pPr marL="0" marR="0" lvl="0" indent="0" algn="ctr" defTabSz="410725" rtl="0" eaLnBrk="1" fontAlgn="auto" latinLnBrk="0" hangingPunct="0">
              <a:lnSpc>
                <a:spcPct val="100000"/>
              </a:lnSpc>
              <a:spcBef>
                <a:spcPts val="0"/>
              </a:spcBef>
              <a:spcAft>
                <a:spcPts val="0"/>
              </a:spcAft>
              <a:buClrTx/>
              <a:buSzTx/>
              <a:buFontTx/>
              <a:buNone/>
              <a:tabLst/>
              <a:defRPr sz="3000">
                <a:solidFill>
                  <a:srgbClr val="FFFFFF"/>
                </a:solidFill>
              </a:defRPr>
            </a:pPr>
            <a:endParaRPr kumimoji="0" sz="1500" b="0" i="0" u="none" strike="noStrike" kern="0" cap="none" spc="0" normalizeH="0" baseline="0" noProof="0">
              <a:ln>
                <a:noFill/>
              </a:ln>
              <a:solidFill>
                <a:srgbClr val="FFFFFF"/>
              </a:solidFill>
              <a:effectLst/>
              <a:uLnTx/>
              <a:uFillTx/>
              <a:latin typeface="Open Sans"/>
              <a:ea typeface="Open Sans"/>
              <a:cs typeface="Open Sans"/>
              <a:sym typeface="Open Sans"/>
            </a:endParaRPr>
          </a:p>
        </p:txBody>
      </p:sp>
      <p:sp>
        <p:nvSpPr>
          <p:cNvPr id="16" name="Text Placeholder 15">
            <a:extLst>
              <a:ext uri="{FF2B5EF4-FFF2-40B4-BE49-F238E27FC236}">
                <a16:creationId xmlns:a16="http://schemas.microsoft.com/office/drawing/2014/main" id="{9EAB83EE-6A32-1369-F2F6-913B6A331327}"/>
              </a:ext>
            </a:extLst>
          </p:cNvPr>
          <p:cNvSpPr>
            <a:spLocks noGrp="1"/>
          </p:cNvSpPr>
          <p:nvPr>
            <p:ph type="body" sz="quarter" idx="10" hasCustomPrompt="1"/>
          </p:nvPr>
        </p:nvSpPr>
        <p:spPr>
          <a:xfrm>
            <a:off x="616420" y="4035258"/>
            <a:ext cx="2505888" cy="1646238"/>
          </a:xfrm>
        </p:spPr>
        <p:txBody>
          <a:bodyPr/>
          <a:lstStyle>
            <a:lvl1pPr algn="ctr">
              <a:defRPr sz="1800"/>
            </a:lvl1pPr>
          </a:lstStyle>
          <a:p>
            <a:pPr lvl="0"/>
            <a:r>
              <a:rPr lang="en-US"/>
              <a:t>Insert text here</a:t>
            </a:r>
          </a:p>
        </p:txBody>
      </p:sp>
      <p:sp>
        <p:nvSpPr>
          <p:cNvPr id="17" name="Text Placeholder 15">
            <a:extLst>
              <a:ext uri="{FF2B5EF4-FFF2-40B4-BE49-F238E27FC236}">
                <a16:creationId xmlns:a16="http://schemas.microsoft.com/office/drawing/2014/main" id="{DFCE6524-5B57-D415-EF00-428976DA9275}"/>
              </a:ext>
            </a:extLst>
          </p:cNvPr>
          <p:cNvSpPr>
            <a:spLocks noGrp="1"/>
          </p:cNvSpPr>
          <p:nvPr>
            <p:ph type="body" sz="quarter" idx="11" hasCustomPrompt="1"/>
          </p:nvPr>
        </p:nvSpPr>
        <p:spPr>
          <a:xfrm>
            <a:off x="3420977" y="4035258"/>
            <a:ext cx="2505888" cy="1646238"/>
          </a:xfrm>
        </p:spPr>
        <p:txBody>
          <a:bodyPr/>
          <a:lstStyle>
            <a:lvl1pPr algn="ctr">
              <a:defRPr sz="1800"/>
            </a:lvl1pPr>
          </a:lstStyle>
          <a:p>
            <a:pPr lvl="0"/>
            <a:r>
              <a:rPr lang="en-US"/>
              <a:t>Insert text here</a:t>
            </a:r>
          </a:p>
        </p:txBody>
      </p:sp>
      <p:sp>
        <p:nvSpPr>
          <p:cNvPr id="18" name="Text Placeholder 15">
            <a:extLst>
              <a:ext uri="{FF2B5EF4-FFF2-40B4-BE49-F238E27FC236}">
                <a16:creationId xmlns:a16="http://schemas.microsoft.com/office/drawing/2014/main" id="{59D16BDF-7DF6-3EAE-19F3-5A9A7F02D912}"/>
              </a:ext>
            </a:extLst>
          </p:cNvPr>
          <p:cNvSpPr>
            <a:spLocks noGrp="1"/>
          </p:cNvSpPr>
          <p:nvPr>
            <p:ph type="body" sz="quarter" idx="12" hasCustomPrompt="1"/>
          </p:nvPr>
        </p:nvSpPr>
        <p:spPr>
          <a:xfrm>
            <a:off x="6225534" y="4035258"/>
            <a:ext cx="2505888" cy="1646238"/>
          </a:xfrm>
        </p:spPr>
        <p:txBody>
          <a:bodyPr/>
          <a:lstStyle>
            <a:lvl1pPr algn="ctr">
              <a:defRPr sz="1800"/>
            </a:lvl1pPr>
          </a:lstStyle>
          <a:p>
            <a:pPr lvl="0"/>
            <a:r>
              <a:rPr lang="en-US"/>
              <a:t>Insert text here</a:t>
            </a:r>
          </a:p>
        </p:txBody>
      </p:sp>
      <p:sp>
        <p:nvSpPr>
          <p:cNvPr id="20" name="Picture Placeholder 19">
            <a:extLst>
              <a:ext uri="{FF2B5EF4-FFF2-40B4-BE49-F238E27FC236}">
                <a16:creationId xmlns:a16="http://schemas.microsoft.com/office/drawing/2014/main" id="{95DD581F-9DB4-3882-B88C-960681216C10}"/>
              </a:ext>
            </a:extLst>
          </p:cNvPr>
          <p:cNvSpPr>
            <a:spLocks noGrp="1"/>
          </p:cNvSpPr>
          <p:nvPr>
            <p:ph type="pic" sz="quarter" idx="13"/>
          </p:nvPr>
        </p:nvSpPr>
        <p:spPr>
          <a:xfrm>
            <a:off x="1432563" y="2511552"/>
            <a:ext cx="874568" cy="874568"/>
          </a:xfrm>
        </p:spPr>
        <p:txBody>
          <a:bodyPr/>
          <a:lstStyle/>
          <a:p>
            <a:endParaRPr lang="en-US"/>
          </a:p>
        </p:txBody>
      </p:sp>
      <p:sp>
        <p:nvSpPr>
          <p:cNvPr id="21" name="Picture Placeholder 19">
            <a:extLst>
              <a:ext uri="{FF2B5EF4-FFF2-40B4-BE49-F238E27FC236}">
                <a16:creationId xmlns:a16="http://schemas.microsoft.com/office/drawing/2014/main" id="{FCA7AFAD-05DA-374F-A50C-CE80E41CA764}"/>
              </a:ext>
            </a:extLst>
          </p:cNvPr>
          <p:cNvSpPr>
            <a:spLocks noGrp="1"/>
          </p:cNvSpPr>
          <p:nvPr>
            <p:ph type="pic" sz="quarter" idx="14"/>
          </p:nvPr>
        </p:nvSpPr>
        <p:spPr>
          <a:xfrm>
            <a:off x="4236636" y="2511552"/>
            <a:ext cx="874568" cy="874568"/>
          </a:xfrm>
        </p:spPr>
        <p:txBody>
          <a:bodyPr/>
          <a:lstStyle/>
          <a:p>
            <a:endParaRPr lang="en-US"/>
          </a:p>
        </p:txBody>
      </p:sp>
      <p:sp>
        <p:nvSpPr>
          <p:cNvPr id="22" name="Picture Placeholder 19">
            <a:extLst>
              <a:ext uri="{FF2B5EF4-FFF2-40B4-BE49-F238E27FC236}">
                <a16:creationId xmlns:a16="http://schemas.microsoft.com/office/drawing/2014/main" id="{A31DFC0D-DF88-7C6F-0914-29FD37891AD4}"/>
              </a:ext>
            </a:extLst>
          </p:cNvPr>
          <p:cNvSpPr>
            <a:spLocks noGrp="1"/>
          </p:cNvSpPr>
          <p:nvPr>
            <p:ph type="pic" sz="quarter" idx="15"/>
          </p:nvPr>
        </p:nvSpPr>
        <p:spPr>
          <a:xfrm>
            <a:off x="7040711" y="2511552"/>
            <a:ext cx="874568" cy="874568"/>
          </a:xfrm>
        </p:spPr>
        <p:txBody>
          <a:bodyPr/>
          <a:lstStyle/>
          <a:p>
            <a:endParaRPr lang="en-US"/>
          </a:p>
        </p:txBody>
      </p:sp>
      <p:sp>
        <p:nvSpPr>
          <p:cNvPr id="2" name="Circle 3">
            <a:extLst>
              <a:ext uri="{FF2B5EF4-FFF2-40B4-BE49-F238E27FC236}">
                <a16:creationId xmlns:a16="http://schemas.microsoft.com/office/drawing/2014/main" id="{E9C12AA0-0A8B-986E-CD15-7E4EE55C7844}"/>
              </a:ext>
              <a:ext uri="{C183D7F6-B498-43B3-948B-1728B52AA6E4}">
                <adec:decorative xmlns:adec="http://schemas.microsoft.com/office/drawing/2017/decorative" val="1"/>
              </a:ext>
            </a:extLst>
          </p:cNvPr>
          <p:cNvSpPr>
            <a:spLocks noChangeAspect="1"/>
          </p:cNvSpPr>
          <p:nvPr userDrawn="1"/>
        </p:nvSpPr>
        <p:spPr>
          <a:xfrm>
            <a:off x="9459593" y="2130766"/>
            <a:ext cx="1645920" cy="1645920"/>
          </a:xfrm>
          <a:prstGeom prst="ellipse">
            <a:avLst/>
          </a:prstGeom>
          <a:solidFill>
            <a:schemeClr val="bg2"/>
          </a:solidFill>
          <a:ln w="12700">
            <a:miter lim="400000"/>
          </a:ln>
        </p:spPr>
        <p:txBody>
          <a:bodyPr lIns="22857" rIns="22857" anchor="ctr"/>
          <a:lstStyle/>
          <a:p>
            <a:pPr marL="0" marR="0" lvl="0" indent="0" algn="ctr" defTabSz="410725" rtl="0" eaLnBrk="1" fontAlgn="auto" latinLnBrk="0" hangingPunct="0">
              <a:lnSpc>
                <a:spcPct val="100000"/>
              </a:lnSpc>
              <a:spcBef>
                <a:spcPts val="0"/>
              </a:spcBef>
              <a:spcAft>
                <a:spcPts val="0"/>
              </a:spcAft>
              <a:buClrTx/>
              <a:buSzTx/>
              <a:buFontTx/>
              <a:buNone/>
              <a:tabLst/>
              <a:defRPr sz="3000">
                <a:solidFill>
                  <a:srgbClr val="FFFFFF"/>
                </a:solidFill>
              </a:defRPr>
            </a:pPr>
            <a:endParaRPr kumimoji="0" sz="1500" b="0" i="0" u="none" strike="noStrike" kern="0" cap="none" spc="0" normalizeH="0" baseline="0" noProof="0">
              <a:ln>
                <a:noFill/>
              </a:ln>
              <a:solidFill>
                <a:srgbClr val="FFFFFF"/>
              </a:solidFill>
              <a:effectLst/>
              <a:uLnTx/>
              <a:uFillTx/>
              <a:latin typeface="Open Sans"/>
              <a:ea typeface="Open Sans"/>
              <a:cs typeface="Open Sans"/>
              <a:sym typeface="Open Sans"/>
            </a:endParaRPr>
          </a:p>
        </p:txBody>
      </p:sp>
      <p:sp>
        <p:nvSpPr>
          <p:cNvPr id="4" name="Text Placeholder 15">
            <a:extLst>
              <a:ext uri="{FF2B5EF4-FFF2-40B4-BE49-F238E27FC236}">
                <a16:creationId xmlns:a16="http://schemas.microsoft.com/office/drawing/2014/main" id="{C8175BF1-55BE-2DB4-7AB3-209AB5572085}"/>
              </a:ext>
            </a:extLst>
          </p:cNvPr>
          <p:cNvSpPr>
            <a:spLocks noGrp="1"/>
          </p:cNvSpPr>
          <p:nvPr>
            <p:ph type="body" sz="quarter" idx="16" hasCustomPrompt="1"/>
          </p:nvPr>
        </p:nvSpPr>
        <p:spPr>
          <a:xfrm>
            <a:off x="9030091" y="4035258"/>
            <a:ext cx="2505888" cy="1646238"/>
          </a:xfrm>
        </p:spPr>
        <p:txBody>
          <a:bodyPr/>
          <a:lstStyle>
            <a:lvl1pPr algn="ctr">
              <a:defRPr sz="1800"/>
            </a:lvl1pPr>
          </a:lstStyle>
          <a:p>
            <a:pPr lvl="0"/>
            <a:r>
              <a:rPr lang="en-US"/>
              <a:t>Insert text here</a:t>
            </a:r>
          </a:p>
        </p:txBody>
      </p:sp>
      <p:sp>
        <p:nvSpPr>
          <p:cNvPr id="5" name="Picture Placeholder 19">
            <a:extLst>
              <a:ext uri="{FF2B5EF4-FFF2-40B4-BE49-F238E27FC236}">
                <a16:creationId xmlns:a16="http://schemas.microsoft.com/office/drawing/2014/main" id="{AA0070F8-4F4C-5057-9426-9D9895618D3B}"/>
              </a:ext>
            </a:extLst>
          </p:cNvPr>
          <p:cNvSpPr>
            <a:spLocks noGrp="1"/>
          </p:cNvSpPr>
          <p:nvPr>
            <p:ph type="pic" sz="quarter" idx="17"/>
          </p:nvPr>
        </p:nvSpPr>
        <p:spPr>
          <a:xfrm>
            <a:off x="9845268" y="2511552"/>
            <a:ext cx="874568" cy="874568"/>
          </a:xfrm>
        </p:spPr>
        <p:txBody>
          <a:bodyPr/>
          <a:lstStyle/>
          <a:p>
            <a:endParaRPr lang="en-US"/>
          </a:p>
        </p:txBody>
      </p:sp>
      <p:sp>
        <p:nvSpPr>
          <p:cNvPr id="7" name="TextBox 6">
            <a:extLst>
              <a:ext uri="{FF2B5EF4-FFF2-40B4-BE49-F238E27FC236}">
                <a16:creationId xmlns:a16="http://schemas.microsoft.com/office/drawing/2014/main" id="{10B0A5B0-17D0-F0F8-684E-271E1427A126}"/>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15592084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showMasterSp="0" preserve="1" userDrawn="1">
  <p:cSld name="4 Points with Icons, 2">
    <p:spTree>
      <p:nvGrpSpPr>
        <p:cNvPr id="1" name=""/>
        <p:cNvGrpSpPr/>
        <p:nvPr/>
      </p:nvGrpSpPr>
      <p:grpSpPr>
        <a:xfrm>
          <a:off x="0" y="0"/>
          <a:ext cx="0" cy="0"/>
          <a:chOff x="0" y="0"/>
          <a:chExt cx="0" cy="0"/>
        </a:xfrm>
      </p:grpSpPr>
      <p:pic>
        <p:nvPicPr>
          <p:cNvPr id="11" name="Graphic 10">
            <a:extLst>
              <a:ext uri="{FF2B5EF4-FFF2-40B4-BE49-F238E27FC236}">
                <a16:creationId xmlns:a16="http://schemas.microsoft.com/office/drawing/2014/main" id="{05AB74B8-17DA-C8EF-314A-45BA513DC4C0}"/>
              </a:ext>
            </a:extLst>
          </p:cNvPr>
          <p:cNvPicPr>
            <a:picLocks noChangeAspect="1"/>
          </p:cNvPicPr>
          <p:nvPr userDrawn="1"/>
        </p:nvPicPr>
        <p:blipFill>
          <a:blip r:embed="rId2">
            <a:extLst>
              <a:ext uri="{96DAC541-7B7A-43D3-8B79-37D633B846F1}">
                <asvg:svgBlip xmlns:asvg="http://schemas.microsoft.com/office/drawing/2016/SVG/main" r:embed="rId3"/>
              </a:ext>
            </a:extLst>
          </a:blip>
          <a:srcRect t="15871" r="14036"/>
          <a:stretch>
            <a:fillRect/>
          </a:stretch>
        </p:blipFill>
        <p:spPr>
          <a:xfrm rot="1317615">
            <a:off x="9912214" y="-220034"/>
            <a:ext cx="2937152" cy="2874453"/>
          </a:xfrm>
          <a:custGeom>
            <a:avLst/>
            <a:gdLst>
              <a:gd name="connsiteX0" fmla="*/ 0 w 2937152"/>
              <a:gd name="connsiteY0" fmla="*/ 716971 h 2874453"/>
              <a:gd name="connsiteX1" fmla="*/ 1778117 w 2937152"/>
              <a:gd name="connsiteY1" fmla="*/ 0 h 2874453"/>
              <a:gd name="connsiteX2" fmla="*/ 2937152 w 2937152"/>
              <a:gd name="connsiteY2" fmla="*/ 2874453 h 2874453"/>
              <a:gd name="connsiteX3" fmla="*/ 0 w 2937152"/>
              <a:gd name="connsiteY3" fmla="*/ 2874453 h 2874453"/>
            </a:gdLst>
            <a:ahLst/>
            <a:cxnLst>
              <a:cxn ang="0">
                <a:pos x="connsiteX0" y="connsiteY0"/>
              </a:cxn>
              <a:cxn ang="0">
                <a:pos x="connsiteX1" y="connsiteY1"/>
              </a:cxn>
              <a:cxn ang="0">
                <a:pos x="connsiteX2" y="connsiteY2"/>
              </a:cxn>
              <a:cxn ang="0">
                <a:pos x="connsiteX3" y="connsiteY3"/>
              </a:cxn>
            </a:cxnLst>
            <a:rect l="l" t="t" r="r" b="b"/>
            <a:pathLst>
              <a:path w="2937152" h="2874453">
                <a:moveTo>
                  <a:pt x="0" y="716971"/>
                </a:moveTo>
                <a:lnTo>
                  <a:pt x="1778117" y="0"/>
                </a:lnTo>
                <a:lnTo>
                  <a:pt x="2937152" y="2874453"/>
                </a:lnTo>
                <a:lnTo>
                  <a:pt x="0" y="2874453"/>
                </a:lnTo>
                <a:close/>
              </a:path>
            </a:pathLst>
          </a:custGeom>
        </p:spPr>
      </p:pic>
      <p:pic>
        <p:nvPicPr>
          <p:cNvPr id="3" name="Graphic 2">
            <a:extLst>
              <a:ext uri="{FF2B5EF4-FFF2-40B4-BE49-F238E27FC236}">
                <a16:creationId xmlns:a16="http://schemas.microsoft.com/office/drawing/2014/main" id="{5402E171-9F98-3BAC-E00D-0DD28EBC36D6}"/>
              </a:ext>
            </a:extLst>
          </p:cNvPr>
          <p:cNvPicPr>
            <a:picLocks noChangeAspect="1"/>
          </p:cNvPicPr>
          <p:nvPr userDrawn="1"/>
        </p:nvPicPr>
        <p:blipFill>
          <a:blip r:embed="rId4">
            <a:extLst>
              <a:ext uri="{96DAC541-7B7A-43D3-8B79-37D633B846F1}">
                <asvg:svgBlip xmlns:asvg="http://schemas.microsoft.com/office/drawing/2016/SVG/main" r:embed="rId5"/>
              </a:ext>
            </a:extLst>
          </a:blip>
          <a:srcRect t="14840"/>
          <a:stretch>
            <a:fillRect/>
          </a:stretch>
        </p:blipFill>
        <p:spPr>
          <a:xfrm rot="4142673">
            <a:off x="9323582" y="-10548"/>
            <a:ext cx="3629420" cy="3090804"/>
          </a:xfrm>
          <a:custGeom>
            <a:avLst/>
            <a:gdLst>
              <a:gd name="connsiteX0" fmla="*/ 0 w 3629420"/>
              <a:gd name="connsiteY0" fmla="*/ 1992302 h 3090804"/>
              <a:gd name="connsiteX1" fmla="*/ 762996 w 3629420"/>
              <a:gd name="connsiteY1" fmla="*/ 0 h 3090804"/>
              <a:gd name="connsiteX2" fmla="*/ 3629420 w 3629420"/>
              <a:gd name="connsiteY2" fmla="*/ 1097760 h 3090804"/>
              <a:gd name="connsiteX3" fmla="*/ 3629420 w 3629420"/>
              <a:gd name="connsiteY3" fmla="*/ 3090804 h 3090804"/>
              <a:gd name="connsiteX4" fmla="*/ 0 w 3629420"/>
              <a:gd name="connsiteY4" fmla="*/ 3090804 h 309080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629420" h="3090804">
                <a:moveTo>
                  <a:pt x="0" y="1992302"/>
                </a:moveTo>
                <a:lnTo>
                  <a:pt x="762996" y="0"/>
                </a:lnTo>
                <a:lnTo>
                  <a:pt x="3629420" y="1097760"/>
                </a:lnTo>
                <a:lnTo>
                  <a:pt x="3629420" y="3090804"/>
                </a:lnTo>
                <a:lnTo>
                  <a:pt x="0" y="3090804"/>
                </a:lnTo>
                <a:close/>
              </a:path>
            </a:pathLst>
          </a:custGeom>
        </p:spPr>
      </p:pic>
      <p:sp>
        <p:nvSpPr>
          <p:cNvPr id="15" name="Freeform 14">
            <a:extLst>
              <a:ext uri="{FF2B5EF4-FFF2-40B4-BE49-F238E27FC236}">
                <a16:creationId xmlns:a16="http://schemas.microsoft.com/office/drawing/2014/main" id="{ED329949-0D1E-7700-E653-8B9945E8BCD7}"/>
              </a:ext>
            </a:extLst>
          </p:cNvPr>
          <p:cNvSpPr/>
          <p:nvPr userDrawn="1"/>
        </p:nvSpPr>
        <p:spPr>
          <a:xfrm rot="20072788">
            <a:off x="11356499" y="2236239"/>
            <a:ext cx="1266880" cy="1765544"/>
          </a:xfrm>
          <a:custGeom>
            <a:avLst/>
            <a:gdLst>
              <a:gd name="connsiteX0" fmla="*/ 1266880 w 1266880"/>
              <a:gd name="connsiteY0" fmla="*/ 53157 h 1765544"/>
              <a:gd name="connsiteX1" fmla="*/ 451817 w 1266880"/>
              <a:gd name="connsiteY1" fmla="*/ 1765544 h 1765544"/>
              <a:gd name="connsiteX2" fmla="*/ 421037 w 1266880"/>
              <a:gd name="connsiteY2" fmla="*/ 1746844 h 1765544"/>
              <a:gd name="connsiteX3" fmla="*/ 0 w 1266880"/>
              <a:gd name="connsiteY3" fmla="*/ 954969 h 1765544"/>
              <a:gd name="connsiteX4" fmla="*/ 954968 w 1266880"/>
              <a:gd name="connsiteY4" fmla="*/ 0 h 1765544"/>
              <a:gd name="connsiteX5" fmla="*/ 1238947 w 1266880"/>
              <a:gd name="connsiteY5" fmla="*/ 42934 h 17655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66880" h="1765544">
                <a:moveTo>
                  <a:pt x="1266880" y="53157"/>
                </a:moveTo>
                <a:lnTo>
                  <a:pt x="451817" y="1765544"/>
                </a:lnTo>
                <a:lnTo>
                  <a:pt x="421037" y="1746844"/>
                </a:lnTo>
                <a:cubicBezTo>
                  <a:pt x="167013" y="1575230"/>
                  <a:pt x="0" y="1284603"/>
                  <a:pt x="0" y="954969"/>
                </a:cubicBezTo>
                <a:cubicBezTo>
                  <a:pt x="0" y="427554"/>
                  <a:pt x="427554" y="0"/>
                  <a:pt x="954968" y="0"/>
                </a:cubicBezTo>
                <a:cubicBezTo>
                  <a:pt x="1053859" y="0"/>
                  <a:pt x="1149238" y="15031"/>
                  <a:pt x="1238947" y="42934"/>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3" name="Freeform 12">
            <a:extLst>
              <a:ext uri="{FF2B5EF4-FFF2-40B4-BE49-F238E27FC236}">
                <a16:creationId xmlns:a16="http://schemas.microsoft.com/office/drawing/2014/main" id="{15B9CE71-14F5-11F0-2459-30F8702462E6}"/>
              </a:ext>
            </a:extLst>
          </p:cNvPr>
          <p:cNvSpPr/>
          <p:nvPr userDrawn="1"/>
        </p:nvSpPr>
        <p:spPr>
          <a:xfrm rot="1317615">
            <a:off x="11544402" y="2025417"/>
            <a:ext cx="785179" cy="890029"/>
          </a:xfrm>
          <a:custGeom>
            <a:avLst/>
            <a:gdLst>
              <a:gd name="connsiteX0" fmla="*/ 502496 w 785179"/>
              <a:gd name="connsiteY0" fmla="*/ 0 h 890029"/>
              <a:gd name="connsiteX1" fmla="*/ 785179 w 785179"/>
              <a:gd name="connsiteY1" fmla="*/ 701064 h 890029"/>
              <a:gd name="connsiteX2" fmla="*/ 768993 w 785179"/>
              <a:gd name="connsiteY2" fmla="*/ 711204 h 890029"/>
              <a:gd name="connsiteX3" fmla="*/ 45793 w 785179"/>
              <a:gd name="connsiteY3" fmla="*/ 886834 h 890029"/>
              <a:gd name="connsiteX4" fmla="*/ 1838 w 785179"/>
              <a:gd name="connsiteY4" fmla="*/ 890029 h 890029"/>
              <a:gd name="connsiteX5" fmla="*/ 853 w 785179"/>
              <a:gd name="connsiteY5" fmla="*/ 879082 h 890029"/>
              <a:gd name="connsiteX6" fmla="*/ 251869 w 785179"/>
              <a:gd name="connsiteY6" fmla="*/ 192635 h 890029"/>
              <a:gd name="connsiteX7" fmla="*/ 455454 w 785179"/>
              <a:gd name="connsiteY7" fmla="*/ 24667 h 890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785179" h="890029">
                <a:moveTo>
                  <a:pt x="502496" y="0"/>
                </a:moveTo>
                <a:lnTo>
                  <a:pt x="785179" y="701064"/>
                </a:lnTo>
                <a:lnTo>
                  <a:pt x="768993" y="711204"/>
                </a:lnTo>
                <a:cubicBezTo>
                  <a:pt x="593368" y="809261"/>
                  <a:pt x="361541" y="859151"/>
                  <a:pt x="45793" y="886834"/>
                </a:cubicBezTo>
                <a:lnTo>
                  <a:pt x="1838" y="890029"/>
                </a:lnTo>
                <a:lnTo>
                  <a:pt x="853" y="879082"/>
                </a:lnTo>
                <a:cubicBezTo>
                  <a:pt x="-9441" y="634901"/>
                  <a:pt x="73419" y="386792"/>
                  <a:pt x="251869" y="192635"/>
                </a:cubicBezTo>
                <a:cubicBezTo>
                  <a:pt x="313212" y="125894"/>
                  <a:pt x="381857" y="69871"/>
                  <a:pt x="455454" y="24667"/>
                </a:cubicBezTo>
                <a:close/>
              </a:path>
            </a:pathLst>
          </a:custGeom>
          <a:solidFill>
            <a:schemeClr val="accent1"/>
          </a:solidFill>
          <a:ln w="20346" cap="flat">
            <a:noFill/>
            <a:prstDash val="solid"/>
            <a:miter/>
          </a:ln>
        </p:spPr>
        <p:txBody>
          <a:bodyPr wrap="square" rtlCol="0" anchor="ctr">
            <a:noAutofit/>
          </a:bodyPr>
          <a:lstStyle/>
          <a:p>
            <a:endParaRPr lang="en-US"/>
          </a:p>
        </p:txBody>
      </p:sp>
      <p:sp>
        <p:nvSpPr>
          <p:cNvPr id="28" name="Rounded Rectangle 27">
            <a:extLst>
              <a:ext uri="{FF2B5EF4-FFF2-40B4-BE49-F238E27FC236}">
                <a16:creationId xmlns:a16="http://schemas.microsoft.com/office/drawing/2014/main" id="{979D2BC2-0D8C-B652-8436-261012D48C76}"/>
              </a:ext>
            </a:extLst>
          </p:cNvPr>
          <p:cNvSpPr/>
          <p:nvPr userDrawn="1"/>
        </p:nvSpPr>
        <p:spPr>
          <a:xfrm>
            <a:off x="616420" y="1740856"/>
            <a:ext cx="4587331" cy="2021306"/>
          </a:xfrm>
          <a:prstGeom prst="roundRect">
            <a:avLst>
              <a:gd name="adj" fmla="val 847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12B0EAAB-7A68-5044-B1D5-78358B61A99B}"/>
              </a:ext>
            </a:extLst>
          </p:cNvPr>
          <p:cNvSpPr>
            <a:spLocks noGrp="1"/>
          </p:cNvSpPr>
          <p:nvPr userDrawn="1">
            <p:ph type="title"/>
          </p:nvPr>
        </p:nvSpPr>
        <p:spPr>
          <a:xfrm>
            <a:off x="616420" y="606998"/>
            <a:ext cx="10972502" cy="742117"/>
          </a:xfrm>
          <a:prstGeom prst="rect">
            <a:avLst/>
          </a:prstGeom>
        </p:spPr>
        <p:txBody>
          <a:bodyPr/>
          <a:lstStyle>
            <a:lvl1pPr algn="l">
              <a:defRPr b="0">
                <a:latin typeface="+mj-lt"/>
              </a:defRPr>
            </a:lvl1pPr>
          </a:lstStyle>
          <a:p>
            <a:r>
              <a:rPr lang="en-US"/>
              <a:t>Click to edit Master title style</a:t>
            </a:r>
          </a:p>
        </p:txBody>
      </p:sp>
      <p:sp>
        <p:nvSpPr>
          <p:cNvPr id="16" name="Text Placeholder 15">
            <a:extLst>
              <a:ext uri="{FF2B5EF4-FFF2-40B4-BE49-F238E27FC236}">
                <a16:creationId xmlns:a16="http://schemas.microsoft.com/office/drawing/2014/main" id="{9EAB83EE-6A32-1369-F2F6-913B6A331327}"/>
              </a:ext>
            </a:extLst>
          </p:cNvPr>
          <p:cNvSpPr>
            <a:spLocks noGrp="1"/>
          </p:cNvSpPr>
          <p:nvPr userDrawn="1">
            <p:ph type="body" sz="quarter" idx="10" hasCustomPrompt="1"/>
          </p:nvPr>
        </p:nvSpPr>
        <p:spPr>
          <a:xfrm>
            <a:off x="1705099" y="2031186"/>
            <a:ext cx="3148695" cy="1307270"/>
          </a:xfrm>
        </p:spPr>
        <p:txBody>
          <a:bodyPr/>
          <a:lstStyle>
            <a:lvl1pPr algn="l">
              <a:defRPr sz="1800"/>
            </a:lvl1pPr>
          </a:lstStyle>
          <a:p>
            <a:pPr lvl="0"/>
            <a:r>
              <a:rPr lang="en-US"/>
              <a:t>Insert text here</a:t>
            </a:r>
          </a:p>
        </p:txBody>
      </p:sp>
      <p:sp>
        <p:nvSpPr>
          <p:cNvPr id="20" name="Picture Placeholder 19">
            <a:extLst>
              <a:ext uri="{FF2B5EF4-FFF2-40B4-BE49-F238E27FC236}">
                <a16:creationId xmlns:a16="http://schemas.microsoft.com/office/drawing/2014/main" id="{95DD581F-9DB4-3882-B88C-960681216C10}"/>
              </a:ext>
            </a:extLst>
          </p:cNvPr>
          <p:cNvSpPr>
            <a:spLocks noGrp="1"/>
          </p:cNvSpPr>
          <p:nvPr userDrawn="1">
            <p:ph type="pic" sz="quarter" idx="13"/>
          </p:nvPr>
        </p:nvSpPr>
        <p:spPr>
          <a:xfrm>
            <a:off x="889893" y="2030583"/>
            <a:ext cx="620748" cy="620748"/>
          </a:xfrm>
        </p:spPr>
        <p:txBody>
          <a:bodyPr/>
          <a:lstStyle/>
          <a:p>
            <a:endParaRPr lang="en-US"/>
          </a:p>
        </p:txBody>
      </p:sp>
      <p:sp>
        <p:nvSpPr>
          <p:cNvPr id="29" name="Rounded Rectangle 28">
            <a:extLst>
              <a:ext uri="{FF2B5EF4-FFF2-40B4-BE49-F238E27FC236}">
                <a16:creationId xmlns:a16="http://schemas.microsoft.com/office/drawing/2014/main" id="{FBEE6D65-1B2A-1880-BD2A-0D94045CA303}"/>
              </a:ext>
            </a:extLst>
          </p:cNvPr>
          <p:cNvSpPr/>
          <p:nvPr userDrawn="1"/>
        </p:nvSpPr>
        <p:spPr>
          <a:xfrm>
            <a:off x="5398209" y="1742714"/>
            <a:ext cx="4587331" cy="2021306"/>
          </a:xfrm>
          <a:prstGeom prst="roundRect">
            <a:avLst>
              <a:gd name="adj" fmla="val 7158"/>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Text Placeholder 15">
            <a:extLst>
              <a:ext uri="{FF2B5EF4-FFF2-40B4-BE49-F238E27FC236}">
                <a16:creationId xmlns:a16="http://schemas.microsoft.com/office/drawing/2014/main" id="{B475E88A-D6B5-C8BE-DEC5-A0AAB65DD956}"/>
              </a:ext>
            </a:extLst>
          </p:cNvPr>
          <p:cNvSpPr>
            <a:spLocks noGrp="1"/>
          </p:cNvSpPr>
          <p:nvPr userDrawn="1">
            <p:ph type="body" sz="quarter" idx="14" hasCustomPrompt="1"/>
          </p:nvPr>
        </p:nvSpPr>
        <p:spPr>
          <a:xfrm>
            <a:off x="6486888" y="2033044"/>
            <a:ext cx="3148695" cy="1307270"/>
          </a:xfrm>
        </p:spPr>
        <p:txBody>
          <a:bodyPr/>
          <a:lstStyle>
            <a:lvl1pPr algn="l">
              <a:defRPr sz="1800"/>
            </a:lvl1pPr>
          </a:lstStyle>
          <a:p>
            <a:pPr lvl="0"/>
            <a:r>
              <a:rPr lang="en-US"/>
              <a:t>Insert text here</a:t>
            </a:r>
          </a:p>
        </p:txBody>
      </p:sp>
      <p:sp>
        <p:nvSpPr>
          <p:cNvPr id="31" name="Picture Placeholder 19">
            <a:extLst>
              <a:ext uri="{FF2B5EF4-FFF2-40B4-BE49-F238E27FC236}">
                <a16:creationId xmlns:a16="http://schemas.microsoft.com/office/drawing/2014/main" id="{ECFEE751-47D9-E4A4-F272-059A3265025F}"/>
              </a:ext>
            </a:extLst>
          </p:cNvPr>
          <p:cNvSpPr>
            <a:spLocks noGrp="1"/>
          </p:cNvSpPr>
          <p:nvPr userDrawn="1">
            <p:ph type="pic" sz="quarter" idx="15"/>
          </p:nvPr>
        </p:nvSpPr>
        <p:spPr>
          <a:xfrm>
            <a:off x="5671682" y="2032441"/>
            <a:ext cx="620748" cy="620748"/>
          </a:xfrm>
        </p:spPr>
        <p:txBody>
          <a:bodyPr/>
          <a:lstStyle/>
          <a:p>
            <a:endParaRPr lang="en-US"/>
          </a:p>
        </p:txBody>
      </p:sp>
      <p:sp>
        <p:nvSpPr>
          <p:cNvPr id="32" name="Rounded Rectangle 31">
            <a:extLst>
              <a:ext uri="{FF2B5EF4-FFF2-40B4-BE49-F238E27FC236}">
                <a16:creationId xmlns:a16="http://schemas.microsoft.com/office/drawing/2014/main" id="{35C40328-CA35-1192-17A9-82A16CC566FD}"/>
              </a:ext>
            </a:extLst>
          </p:cNvPr>
          <p:cNvSpPr/>
          <p:nvPr userDrawn="1"/>
        </p:nvSpPr>
        <p:spPr>
          <a:xfrm>
            <a:off x="616420" y="3975742"/>
            <a:ext cx="4587331" cy="2021306"/>
          </a:xfrm>
          <a:prstGeom prst="roundRect">
            <a:avLst>
              <a:gd name="adj" fmla="val 8476"/>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Text Placeholder 15">
            <a:extLst>
              <a:ext uri="{FF2B5EF4-FFF2-40B4-BE49-F238E27FC236}">
                <a16:creationId xmlns:a16="http://schemas.microsoft.com/office/drawing/2014/main" id="{8ED09B0B-05BB-673C-53F3-3886A59564EA}"/>
              </a:ext>
            </a:extLst>
          </p:cNvPr>
          <p:cNvSpPr>
            <a:spLocks noGrp="1"/>
          </p:cNvSpPr>
          <p:nvPr userDrawn="1">
            <p:ph type="body" sz="quarter" idx="16" hasCustomPrompt="1"/>
          </p:nvPr>
        </p:nvSpPr>
        <p:spPr>
          <a:xfrm>
            <a:off x="1705099" y="4266072"/>
            <a:ext cx="3148695" cy="1307270"/>
          </a:xfrm>
        </p:spPr>
        <p:txBody>
          <a:bodyPr/>
          <a:lstStyle>
            <a:lvl1pPr algn="l">
              <a:defRPr sz="1800"/>
            </a:lvl1pPr>
          </a:lstStyle>
          <a:p>
            <a:pPr lvl="0"/>
            <a:r>
              <a:rPr lang="en-US"/>
              <a:t>Insert text here</a:t>
            </a:r>
          </a:p>
        </p:txBody>
      </p:sp>
      <p:sp>
        <p:nvSpPr>
          <p:cNvPr id="34" name="Picture Placeholder 19">
            <a:extLst>
              <a:ext uri="{FF2B5EF4-FFF2-40B4-BE49-F238E27FC236}">
                <a16:creationId xmlns:a16="http://schemas.microsoft.com/office/drawing/2014/main" id="{CD8D20DA-2A65-AE3B-3A14-2A402CAA48AF}"/>
              </a:ext>
            </a:extLst>
          </p:cNvPr>
          <p:cNvSpPr>
            <a:spLocks noGrp="1"/>
          </p:cNvSpPr>
          <p:nvPr userDrawn="1">
            <p:ph type="pic" sz="quarter" idx="17"/>
          </p:nvPr>
        </p:nvSpPr>
        <p:spPr>
          <a:xfrm>
            <a:off x="889893" y="4265469"/>
            <a:ext cx="620748" cy="620748"/>
          </a:xfrm>
        </p:spPr>
        <p:txBody>
          <a:bodyPr/>
          <a:lstStyle/>
          <a:p>
            <a:endParaRPr lang="en-US"/>
          </a:p>
        </p:txBody>
      </p:sp>
      <p:sp>
        <p:nvSpPr>
          <p:cNvPr id="35" name="Rounded Rectangle 34">
            <a:extLst>
              <a:ext uri="{FF2B5EF4-FFF2-40B4-BE49-F238E27FC236}">
                <a16:creationId xmlns:a16="http://schemas.microsoft.com/office/drawing/2014/main" id="{96EDF8EA-F1A9-0422-5AE1-615CE6F636A9}"/>
              </a:ext>
            </a:extLst>
          </p:cNvPr>
          <p:cNvSpPr/>
          <p:nvPr userDrawn="1"/>
        </p:nvSpPr>
        <p:spPr>
          <a:xfrm>
            <a:off x="5398209" y="3977600"/>
            <a:ext cx="4587331" cy="2021306"/>
          </a:xfrm>
          <a:prstGeom prst="roundRect">
            <a:avLst>
              <a:gd name="adj" fmla="val 8037"/>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Text Placeholder 15">
            <a:extLst>
              <a:ext uri="{FF2B5EF4-FFF2-40B4-BE49-F238E27FC236}">
                <a16:creationId xmlns:a16="http://schemas.microsoft.com/office/drawing/2014/main" id="{8B6E50C4-AFAF-ED0A-D890-2DCAE45E290A}"/>
              </a:ext>
            </a:extLst>
          </p:cNvPr>
          <p:cNvSpPr>
            <a:spLocks noGrp="1"/>
          </p:cNvSpPr>
          <p:nvPr userDrawn="1">
            <p:ph type="body" sz="quarter" idx="18" hasCustomPrompt="1"/>
          </p:nvPr>
        </p:nvSpPr>
        <p:spPr>
          <a:xfrm>
            <a:off x="6486888" y="4267930"/>
            <a:ext cx="3148695" cy="1307270"/>
          </a:xfrm>
        </p:spPr>
        <p:txBody>
          <a:bodyPr/>
          <a:lstStyle>
            <a:lvl1pPr algn="l">
              <a:defRPr sz="1800"/>
            </a:lvl1pPr>
          </a:lstStyle>
          <a:p>
            <a:pPr lvl="0"/>
            <a:r>
              <a:rPr lang="en-US"/>
              <a:t>Insert text here</a:t>
            </a:r>
          </a:p>
        </p:txBody>
      </p:sp>
      <p:sp>
        <p:nvSpPr>
          <p:cNvPr id="37" name="Picture Placeholder 19">
            <a:extLst>
              <a:ext uri="{FF2B5EF4-FFF2-40B4-BE49-F238E27FC236}">
                <a16:creationId xmlns:a16="http://schemas.microsoft.com/office/drawing/2014/main" id="{20839782-11C9-C78D-AB50-B259181DB43A}"/>
              </a:ext>
            </a:extLst>
          </p:cNvPr>
          <p:cNvSpPr>
            <a:spLocks noGrp="1"/>
          </p:cNvSpPr>
          <p:nvPr userDrawn="1">
            <p:ph type="pic" sz="quarter" idx="19"/>
          </p:nvPr>
        </p:nvSpPr>
        <p:spPr>
          <a:xfrm>
            <a:off x="5671682" y="4267327"/>
            <a:ext cx="620748" cy="620748"/>
          </a:xfrm>
        </p:spPr>
        <p:txBody>
          <a:bodyPr/>
          <a:lstStyle/>
          <a:p>
            <a:endParaRPr lang="en-US"/>
          </a:p>
        </p:txBody>
      </p:sp>
      <p:sp>
        <p:nvSpPr>
          <p:cNvPr id="2" name="TextBox 1">
            <a:extLst>
              <a:ext uri="{FF2B5EF4-FFF2-40B4-BE49-F238E27FC236}">
                <a16:creationId xmlns:a16="http://schemas.microsoft.com/office/drawing/2014/main" id="{AE6001D1-9BBB-BAE7-6381-C42C8C33C23A}"/>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40544067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1_Three_Points_Boxes">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27A27A2-7C5D-D79A-F306-EDDD7AE41D3E}"/>
              </a:ext>
            </a:extLst>
          </p:cNvPr>
          <p:cNvSpPr>
            <a:spLocks noGrp="1"/>
          </p:cNvSpPr>
          <p:nvPr>
            <p:ph type="body" sz="quarter" idx="10"/>
          </p:nvPr>
        </p:nvSpPr>
        <p:spPr>
          <a:xfrm>
            <a:off x="603077" y="593690"/>
            <a:ext cx="7618006" cy="653220"/>
          </a:xfrm>
        </p:spPr>
        <p:txBody>
          <a:bodyPr lIns="0"/>
          <a:lstStyle>
            <a:lvl1pPr>
              <a:lnSpc>
                <a:spcPct val="90000"/>
              </a:lnSpc>
              <a:defRPr sz="3600">
                <a:latin typeface="+mj-lt"/>
              </a:defRPr>
            </a:lvl1pPr>
          </a:lstStyle>
          <a:p>
            <a:pPr lvl="0"/>
            <a:r>
              <a:rPr lang="en-US"/>
              <a:t>Click to edit Master text styles</a:t>
            </a:r>
          </a:p>
        </p:txBody>
      </p:sp>
      <p:sp>
        <p:nvSpPr>
          <p:cNvPr id="4" name="Rounded Rectangle 3">
            <a:extLst>
              <a:ext uri="{FF2B5EF4-FFF2-40B4-BE49-F238E27FC236}">
                <a16:creationId xmlns:a16="http://schemas.microsoft.com/office/drawing/2014/main" id="{97762ADA-DFD4-7971-99C9-E289ED838C73}"/>
              </a:ext>
            </a:extLst>
          </p:cNvPr>
          <p:cNvSpPr/>
          <p:nvPr userDrawn="1"/>
        </p:nvSpPr>
        <p:spPr>
          <a:xfrm>
            <a:off x="603076" y="2345681"/>
            <a:ext cx="3495940" cy="2849053"/>
          </a:xfrm>
          <a:prstGeom prst="roundRect">
            <a:avLst>
              <a:gd name="adj" fmla="val 7384"/>
            </a:avLst>
          </a:prstGeom>
          <a:solidFill>
            <a:schemeClr val="bg2"/>
          </a:solidFill>
          <a:ln w="12700" cap="flat" cmpd="sng" algn="ctr">
            <a:noFill/>
            <a:prstDash val="solid"/>
            <a:miter lim="800000"/>
          </a:ln>
          <a:effectLst>
            <a:outerShdw blurRad="127000" sx="102000" sy="102000" algn="ctr" rotWithShape="0">
              <a:schemeClr val="tx2">
                <a:alpha val="10000"/>
              </a:schemeClr>
            </a:outerShdw>
          </a:effectLst>
        </p:spPr>
        <p:txBody>
          <a:bodyPr rtlCol="0" anchor="ctr"/>
          <a:lstStyle/>
          <a:p>
            <a:pPr marL="0" marR="0" lvl="0" indent="0" algn="ctr" defTabSz="412750" rtl="0" eaLnBrk="1" fontAlgn="auto" latinLnBrk="0" hangingPunct="0">
              <a:lnSpc>
                <a:spcPct val="100000"/>
              </a:lnSpc>
              <a:spcBef>
                <a:spcPts val="0"/>
              </a:spcBef>
              <a:spcAft>
                <a:spcPts val="0"/>
              </a:spcAft>
              <a:buClrTx/>
              <a:buSzTx/>
              <a:buFontTx/>
              <a:buNone/>
              <a:tabLst/>
              <a:defRPr/>
            </a:pPr>
            <a:endParaRPr kumimoji="0" lang="en-US" sz="1500" b="1" i="0" u="none" strike="noStrike" kern="0" cap="none" spc="0" normalizeH="0" baseline="0" noProof="0">
              <a:ln>
                <a:noFill/>
              </a:ln>
              <a:solidFill>
                <a:srgbClr val="C7E5FF"/>
              </a:solidFill>
              <a:effectLst/>
              <a:uLnTx/>
              <a:uFillTx/>
              <a:latin typeface="Clarika Grotesque Light Italic"/>
              <a:ea typeface="+mn-ea"/>
              <a:cs typeface="+mn-cs"/>
              <a:sym typeface="Helvetica Neue"/>
            </a:endParaRPr>
          </a:p>
        </p:txBody>
      </p:sp>
      <p:sp>
        <p:nvSpPr>
          <p:cNvPr id="5" name="Rounded Rectangle 4">
            <a:extLst>
              <a:ext uri="{FF2B5EF4-FFF2-40B4-BE49-F238E27FC236}">
                <a16:creationId xmlns:a16="http://schemas.microsoft.com/office/drawing/2014/main" id="{072495A5-27CA-2B15-C135-3044793799F1}"/>
              </a:ext>
            </a:extLst>
          </p:cNvPr>
          <p:cNvSpPr/>
          <p:nvPr userDrawn="1"/>
        </p:nvSpPr>
        <p:spPr>
          <a:xfrm>
            <a:off x="4348030" y="2345680"/>
            <a:ext cx="3495940" cy="2849053"/>
          </a:xfrm>
          <a:prstGeom prst="roundRect">
            <a:avLst>
              <a:gd name="adj" fmla="val 7384"/>
            </a:avLst>
          </a:prstGeom>
          <a:solidFill>
            <a:schemeClr val="bg2"/>
          </a:solidFill>
          <a:ln w="12700" cap="flat" cmpd="sng" algn="ctr">
            <a:noFill/>
            <a:prstDash val="solid"/>
            <a:miter lim="800000"/>
          </a:ln>
          <a:effectLst>
            <a:outerShdw blurRad="127000" sx="102000" sy="102000" algn="ctr" rotWithShape="0">
              <a:prstClr val="black">
                <a:alpha val="10000"/>
              </a:prstClr>
            </a:outerShdw>
          </a:effectLst>
        </p:spPr>
        <p:txBody>
          <a:bodyPr rtlCol="0" anchor="ctr"/>
          <a:lstStyle/>
          <a:p>
            <a:pPr marL="0" marR="0" lvl="0" indent="0" algn="ctr" defTabSz="412750" rtl="0" eaLnBrk="1" fontAlgn="auto" latinLnBrk="0" hangingPunct="0">
              <a:lnSpc>
                <a:spcPct val="100000"/>
              </a:lnSpc>
              <a:spcBef>
                <a:spcPts val="0"/>
              </a:spcBef>
              <a:spcAft>
                <a:spcPts val="0"/>
              </a:spcAft>
              <a:buClrTx/>
              <a:buSzTx/>
              <a:buFontTx/>
              <a:buNone/>
              <a:tabLst/>
              <a:defRPr/>
            </a:pPr>
            <a:endParaRPr kumimoji="0" lang="en-US" sz="1500" b="1" i="0" u="none" strike="noStrike" kern="0" cap="none" spc="0" normalizeH="0" baseline="0" noProof="0">
              <a:ln>
                <a:noFill/>
              </a:ln>
              <a:solidFill>
                <a:srgbClr val="C7E5FF"/>
              </a:solidFill>
              <a:effectLst/>
              <a:uLnTx/>
              <a:uFillTx/>
              <a:latin typeface="Clarika Grotesque Light Italic"/>
              <a:ea typeface="+mn-ea"/>
              <a:cs typeface="+mn-cs"/>
              <a:sym typeface="Helvetica Neue"/>
            </a:endParaRPr>
          </a:p>
        </p:txBody>
      </p:sp>
      <p:sp>
        <p:nvSpPr>
          <p:cNvPr id="13" name="Rounded Rectangle 12">
            <a:extLst>
              <a:ext uri="{FF2B5EF4-FFF2-40B4-BE49-F238E27FC236}">
                <a16:creationId xmlns:a16="http://schemas.microsoft.com/office/drawing/2014/main" id="{1A20C319-137B-DAD8-293B-27F6D9ACD0E0}"/>
              </a:ext>
            </a:extLst>
          </p:cNvPr>
          <p:cNvSpPr/>
          <p:nvPr userDrawn="1"/>
        </p:nvSpPr>
        <p:spPr>
          <a:xfrm>
            <a:off x="8092984" y="2345680"/>
            <a:ext cx="3495940" cy="2849053"/>
          </a:xfrm>
          <a:prstGeom prst="roundRect">
            <a:avLst>
              <a:gd name="adj" fmla="val 7384"/>
            </a:avLst>
          </a:prstGeom>
          <a:solidFill>
            <a:schemeClr val="bg2"/>
          </a:solidFill>
          <a:ln w="12700" cap="flat" cmpd="sng" algn="ctr">
            <a:noFill/>
            <a:prstDash val="solid"/>
            <a:miter lim="800000"/>
          </a:ln>
          <a:effectLst>
            <a:outerShdw blurRad="127000" sx="102000" sy="102000" algn="ctr" rotWithShape="0">
              <a:prstClr val="black">
                <a:alpha val="10000"/>
              </a:prstClr>
            </a:outerShdw>
          </a:effectLst>
        </p:spPr>
        <p:txBody>
          <a:bodyPr rtlCol="0" anchor="ctr"/>
          <a:lstStyle/>
          <a:p>
            <a:pPr marL="0" marR="0" lvl="0" indent="0" algn="ctr" defTabSz="412750" rtl="0" eaLnBrk="1" fontAlgn="auto" latinLnBrk="0" hangingPunct="0">
              <a:lnSpc>
                <a:spcPct val="100000"/>
              </a:lnSpc>
              <a:spcBef>
                <a:spcPts val="0"/>
              </a:spcBef>
              <a:spcAft>
                <a:spcPts val="0"/>
              </a:spcAft>
              <a:buClrTx/>
              <a:buSzTx/>
              <a:buFontTx/>
              <a:buNone/>
              <a:tabLst/>
              <a:defRPr/>
            </a:pPr>
            <a:endParaRPr kumimoji="0" lang="en-US" sz="1500" b="1" i="0" u="none" strike="noStrike" kern="0" cap="none" spc="0" normalizeH="0" baseline="0" noProof="0">
              <a:ln>
                <a:noFill/>
              </a:ln>
              <a:solidFill>
                <a:srgbClr val="C7E5FF"/>
              </a:solidFill>
              <a:effectLst/>
              <a:uLnTx/>
              <a:uFillTx/>
              <a:latin typeface="Clarika Grotesque Light Italic"/>
              <a:ea typeface="+mn-ea"/>
              <a:cs typeface="+mn-cs"/>
              <a:sym typeface="Helvetica Neue"/>
            </a:endParaRPr>
          </a:p>
        </p:txBody>
      </p:sp>
      <p:sp>
        <p:nvSpPr>
          <p:cNvPr id="26" name="Text Placeholder 15">
            <a:extLst>
              <a:ext uri="{FF2B5EF4-FFF2-40B4-BE49-F238E27FC236}">
                <a16:creationId xmlns:a16="http://schemas.microsoft.com/office/drawing/2014/main" id="{D8E6B930-23B0-684A-23B0-730C8A1D90CA}"/>
              </a:ext>
            </a:extLst>
          </p:cNvPr>
          <p:cNvSpPr>
            <a:spLocks noGrp="1"/>
          </p:cNvSpPr>
          <p:nvPr>
            <p:ph type="body" sz="quarter" idx="12" hasCustomPrompt="1"/>
          </p:nvPr>
        </p:nvSpPr>
        <p:spPr>
          <a:xfrm>
            <a:off x="866775" y="3756938"/>
            <a:ext cx="2960017" cy="1134657"/>
          </a:xfrm>
        </p:spPr>
        <p:txBody>
          <a:bodyPr>
            <a:normAutofit/>
          </a:bodyPr>
          <a:lstStyle>
            <a:lvl1pPr algn="l">
              <a:defRPr sz="1600">
                <a:latin typeface="+mn-lt"/>
              </a:defRPr>
            </a:lvl1pPr>
          </a:lstStyle>
          <a:p>
            <a:pPr lvl="0"/>
            <a:r>
              <a:rPr lang="en-US"/>
              <a:t>Lorem ipsum dolor sit </a:t>
            </a:r>
            <a:r>
              <a:rPr lang="en-US" err="1"/>
              <a:t>amet</a:t>
            </a:r>
            <a:r>
              <a:rPr lang="en-US"/>
              <a:t>, </a:t>
            </a:r>
            <a:r>
              <a:rPr lang="en-US" err="1"/>
              <a:t>contuer</a:t>
            </a:r>
            <a:r>
              <a:rPr lang="en-US"/>
              <a:t> </a:t>
            </a:r>
            <a:r>
              <a:rPr lang="en-US" err="1"/>
              <a:t>adipiscing</a:t>
            </a:r>
            <a:endParaRPr lang="en-US"/>
          </a:p>
        </p:txBody>
      </p:sp>
      <p:sp>
        <p:nvSpPr>
          <p:cNvPr id="30" name="Text Placeholder 15">
            <a:extLst>
              <a:ext uri="{FF2B5EF4-FFF2-40B4-BE49-F238E27FC236}">
                <a16:creationId xmlns:a16="http://schemas.microsoft.com/office/drawing/2014/main" id="{EB466BF1-3FE6-6D65-94D8-297E2E463D80}"/>
              </a:ext>
            </a:extLst>
          </p:cNvPr>
          <p:cNvSpPr>
            <a:spLocks noGrp="1"/>
          </p:cNvSpPr>
          <p:nvPr>
            <p:ph type="body" sz="quarter" idx="16" hasCustomPrompt="1"/>
          </p:nvPr>
        </p:nvSpPr>
        <p:spPr>
          <a:xfrm>
            <a:off x="4610053" y="3752450"/>
            <a:ext cx="2960017" cy="1134657"/>
          </a:xfrm>
        </p:spPr>
        <p:txBody>
          <a:bodyPr>
            <a:normAutofit/>
          </a:bodyPr>
          <a:lstStyle>
            <a:lvl1pPr algn="l">
              <a:defRPr sz="1600">
                <a:latin typeface="+mn-lt"/>
              </a:defRPr>
            </a:lvl1pPr>
          </a:lstStyle>
          <a:p>
            <a:pPr lvl="0"/>
            <a:r>
              <a:rPr lang="en-US"/>
              <a:t>Lorem ipsum dolor sit </a:t>
            </a:r>
            <a:r>
              <a:rPr lang="en-US" err="1"/>
              <a:t>amet</a:t>
            </a:r>
            <a:r>
              <a:rPr lang="en-US"/>
              <a:t>, </a:t>
            </a:r>
            <a:r>
              <a:rPr lang="en-US" err="1"/>
              <a:t>contuer</a:t>
            </a:r>
            <a:r>
              <a:rPr lang="en-US"/>
              <a:t> </a:t>
            </a:r>
            <a:r>
              <a:rPr lang="en-US" err="1"/>
              <a:t>adipiscing</a:t>
            </a:r>
            <a:endParaRPr lang="en-US"/>
          </a:p>
        </p:txBody>
      </p:sp>
      <p:sp>
        <p:nvSpPr>
          <p:cNvPr id="31" name="Text Placeholder 15">
            <a:extLst>
              <a:ext uri="{FF2B5EF4-FFF2-40B4-BE49-F238E27FC236}">
                <a16:creationId xmlns:a16="http://schemas.microsoft.com/office/drawing/2014/main" id="{D9391D5E-527A-7FD6-5DE7-5D535A6A4EDB}"/>
              </a:ext>
            </a:extLst>
          </p:cNvPr>
          <p:cNvSpPr>
            <a:spLocks noGrp="1"/>
          </p:cNvSpPr>
          <p:nvPr>
            <p:ph type="body" sz="quarter" idx="17" hasCustomPrompt="1"/>
          </p:nvPr>
        </p:nvSpPr>
        <p:spPr>
          <a:xfrm>
            <a:off x="8348918" y="3752450"/>
            <a:ext cx="2960017" cy="1134657"/>
          </a:xfrm>
        </p:spPr>
        <p:txBody>
          <a:bodyPr>
            <a:normAutofit/>
          </a:bodyPr>
          <a:lstStyle>
            <a:lvl1pPr algn="l">
              <a:defRPr sz="1600">
                <a:latin typeface="+mn-lt"/>
              </a:defRPr>
            </a:lvl1pPr>
          </a:lstStyle>
          <a:p>
            <a:pPr lvl="0"/>
            <a:r>
              <a:rPr lang="en-US"/>
              <a:t>Lorem ipsum dolor sit </a:t>
            </a:r>
            <a:r>
              <a:rPr lang="en-US" err="1"/>
              <a:t>amet</a:t>
            </a:r>
            <a:r>
              <a:rPr lang="en-US"/>
              <a:t>, </a:t>
            </a:r>
            <a:r>
              <a:rPr lang="en-US" err="1"/>
              <a:t>contuer</a:t>
            </a:r>
            <a:r>
              <a:rPr lang="en-US"/>
              <a:t> </a:t>
            </a:r>
            <a:r>
              <a:rPr lang="en-US" err="1"/>
              <a:t>adipiscing</a:t>
            </a:r>
            <a:endParaRPr lang="en-US"/>
          </a:p>
        </p:txBody>
      </p:sp>
      <p:sp>
        <p:nvSpPr>
          <p:cNvPr id="33" name="Text Placeholder 15">
            <a:extLst>
              <a:ext uri="{FF2B5EF4-FFF2-40B4-BE49-F238E27FC236}">
                <a16:creationId xmlns:a16="http://schemas.microsoft.com/office/drawing/2014/main" id="{9492F743-7822-0A67-5CF0-5EA3E78D0BA5}"/>
              </a:ext>
            </a:extLst>
          </p:cNvPr>
          <p:cNvSpPr>
            <a:spLocks noGrp="1"/>
          </p:cNvSpPr>
          <p:nvPr>
            <p:ph type="body" sz="quarter" idx="18" hasCustomPrompt="1"/>
          </p:nvPr>
        </p:nvSpPr>
        <p:spPr>
          <a:xfrm>
            <a:off x="866775" y="3357963"/>
            <a:ext cx="2960017" cy="336710"/>
          </a:xfrm>
        </p:spPr>
        <p:txBody>
          <a:bodyPr/>
          <a:lstStyle>
            <a:lvl1pPr algn="l">
              <a:defRPr sz="1600">
                <a:latin typeface="+mj-lt"/>
              </a:defRPr>
            </a:lvl1pPr>
          </a:lstStyle>
          <a:p>
            <a:pPr lvl="0"/>
            <a:r>
              <a:rPr lang="en-US"/>
              <a:t>Lorem ipsum</a:t>
            </a:r>
          </a:p>
        </p:txBody>
      </p:sp>
      <p:sp>
        <p:nvSpPr>
          <p:cNvPr id="35" name="Text Placeholder 15">
            <a:extLst>
              <a:ext uri="{FF2B5EF4-FFF2-40B4-BE49-F238E27FC236}">
                <a16:creationId xmlns:a16="http://schemas.microsoft.com/office/drawing/2014/main" id="{087C3CAD-4D7A-5ADD-9145-749D85CCFE84}"/>
              </a:ext>
            </a:extLst>
          </p:cNvPr>
          <p:cNvSpPr>
            <a:spLocks noGrp="1"/>
          </p:cNvSpPr>
          <p:nvPr>
            <p:ph type="body" sz="quarter" idx="20" hasCustomPrompt="1"/>
          </p:nvPr>
        </p:nvSpPr>
        <p:spPr>
          <a:xfrm>
            <a:off x="4610053" y="3353475"/>
            <a:ext cx="2960017" cy="336710"/>
          </a:xfrm>
        </p:spPr>
        <p:txBody>
          <a:bodyPr/>
          <a:lstStyle>
            <a:lvl1pPr algn="l">
              <a:defRPr sz="1600">
                <a:latin typeface="+mj-lt"/>
              </a:defRPr>
            </a:lvl1pPr>
          </a:lstStyle>
          <a:p>
            <a:pPr lvl="0"/>
            <a:r>
              <a:rPr lang="en-US"/>
              <a:t>Lorem ipsum</a:t>
            </a:r>
          </a:p>
        </p:txBody>
      </p:sp>
      <p:sp>
        <p:nvSpPr>
          <p:cNvPr id="36" name="Text Placeholder 15">
            <a:extLst>
              <a:ext uri="{FF2B5EF4-FFF2-40B4-BE49-F238E27FC236}">
                <a16:creationId xmlns:a16="http://schemas.microsoft.com/office/drawing/2014/main" id="{964CF523-6E45-6008-5B2F-F9B843011435}"/>
              </a:ext>
            </a:extLst>
          </p:cNvPr>
          <p:cNvSpPr>
            <a:spLocks noGrp="1"/>
          </p:cNvSpPr>
          <p:nvPr>
            <p:ph type="body" sz="quarter" idx="21" hasCustomPrompt="1"/>
          </p:nvPr>
        </p:nvSpPr>
        <p:spPr>
          <a:xfrm>
            <a:off x="8348918" y="3353475"/>
            <a:ext cx="2960017" cy="336710"/>
          </a:xfrm>
        </p:spPr>
        <p:txBody>
          <a:bodyPr/>
          <a:lstStyle>
            <a:lvl1pPr algn="l">
              <a:defRPr sz="1600">
                <a:latin typeface="+mj-lt"/>
              </a:defRPr>
            </a:lvl1pPr>
          </a:lstStyle>
          <a:p>
            <a:pPr lvl="0"/>
            <a:r>
              <a:rPr lang="en-US"/>
              <a:t>Lorem ipsum</a:t>
            </a:r>
          </a:p>
        </p:txBody>
      </p:sp>
      <p:sp>
        <p:nvSpPr>
          <p:cNvPr id="2" name="Text Placeholder 14">
            <a:extLst>
              <a:ext uri="{FF2B5EF4-FFF2-40B4-BE49-F238E27FC236}">
                <a16:creationId xmlns:a16="http://schemas.microsoft.com/office/drawing/2014/main" id="{D84976DE-C0C2-A7FD-4525-8649FFAF6C7A}"/>
              </a:ext>
            </a:extLst>
          </p:cNvPr>
          <p:cNvSpPr>
            <a:spLocks noGrp="1"/>
          </p:cNvSpPr>
          <p:nvPr>
            <p:ph type="body" sz="quarter" idx="22" hasCustomPrompt="1"/>
          </p:nvPr>
        </p:nvSpPr>
        <p:spPr>
          <a:xfrm>
            <a:off x="828973" y="2218168"/>
            <a:ext cx="1284327" cy="302955"/>
          </a:xfrm>
          <a:prstGeom prst="roundRect">
            <a:avLst>
              <a:gd name="adj" fmla="val 50000"/>
            </a:avLst>
          </a:prstGeom>
          <a:solidFill>
            <a:schemeClr val="accent3"/>
          </a:solidFill>
        </p:spPr>
        <p:txBody>
          <a:bodyPr wrap="none" lIns="182880" rIns="182880" anchor="ctr">
            <a:spAutoFit/>
          </a:bodyPr>
          <a:lstStyle>
            <a:lvl1pPr algn="l">
              <a:defRPr sz="1400">
                <a:solidFill>
                  <a:schemeClr val="bg2"/>
                </a:solidFill>
              </a:defRPr>
            </a:lvl1pPr>
          </a:lstStyle>
          <a:p>
            <a:pPr lvl="0"/>
            <a:r>
              <a:rPr lang="en-US"/>
              <a:t>Category 1</a:t>
            </a:r>
          </a:p>
        </p:txBody>
      </p:sp>
      <p:sp>
        <p:nvSpPr>
          <p:cNvPr id="7" name="Text Placeholder 14">
            <a:extLst>
              <a:ext uri="{FF2B5EF4-FFF2-40B4-BE49-F238E27FC236}">
                <a16:creationId xmlns:a16="http://schemas.microsoft.com/office/drawing/2014/main" id="{9355E066-4FA8-BDA1-24D1-6E5DF2133B1B}"/>
              </a:ext>
            </a:extLst>
          </p:cNvPr>
          <p:cNvSpPr>
            <a:spLocks noGrp="1"/>
          </p:cNvSpPr>
          <p:nvPr>
            <p:ph type="body" sz="quarter" idx="24" hasCustomPrompt="1"/>
          </p:nvPr>
        </p:nvSpPr>
        <p:spPr>
          <a:xfrm>
            <a:off x="4561971" y="2217791"/>
            <a:ext cx="1316847" cy="302955"/>
          </a:xfrm>
          <a:prstGeom prst="roundRect">
            <a:avLst>
              <a:gd name="adj" fmla="val 50000"/>
            </a:avLst>
          </a:prstGeom>
          <a:solidFill>
            <a:schemeClr val="accent6"/>
          </a:solidFill>
        </p:spPr>
        <p:txBody>
          <a:bodyPr wrap="none" lIns="182880" rIns="182880" anchor="ctr">
            <a:spAutoFit/>
          </a:bodyPr>
          <a:lstStyle>
            <a:lvl1pPr algn="l">
              <a:defRPr sz="1400">
                <a:solidFill>
                  <a:schemeClr val="bg2"/>
                </a:solidFill>
              </a:defRPr>
            </a:lvl1pPr>
          </a:lstStyle>
          <a:p>
            <a:pPr lvl="0"/>
            <a:r>
              <a:rPr lang="en-US"/>
              <a:t>Category 2</a:t>
            </a:r>
          </a:p>
        </p:txBody>
      </p:sp>
      <p:sp>
        <p:nvSpPr>
          <p:cNvPr id="8" name="Text Placeholder 14">
            <a:extLst>
              <a:ext uri="{FF2B5EF4-FFF2-40B4-BE49-F238E27FC236}">
                <a16:creationId xmlns:a16="http://schemas.microsoft.com/office/drawing/2014/main" id="{B922CBD1-065A-5DD3-39EB-E99283F04F82}"/>
              </a:ext>
            </a:extLst>
          </p:cNvPr>
          <p:cNvSpPr>
            <a:spLocks noGrp="1"/>
          </p:cNvSpPr>
          <p:nvPr>
            <p:ph type="body" sz="quarter" idx="25" hasCustomPrompt="1"/>
          </p:nvPr>
        </p:nvSpPr>
        <p:spPr>
          <a:xfrm>
            <a:off x="8303061" y="2217791"/>
            <a:ext cx="1320270" cy="302955"/>
          </a:xfrm>
          <a:prstGeom prst="roundRect">
            <a:avLst>
              <a:gd name="adj" fmla="val 50000"/>
            </a:avLst>
          </a:prstGeom>
          <a:solidFill>
            <a:schemeClr val="accent1"/>
          </a:solidFill>
        </p:spPr>
        <p:txBody>
          <a:bodyPr wrap="none" lIns="182880" rIns="182880" anchor="ctr">
            <a:spAutoFit/>
          </a:bodyPr>
          <a:lstStyle>
            <a:lvl1pPr algn="l">
              <a:defRPr sz="1400">
                <a:solidFill>
                  <a:schemeClr val="bg2"/>
                </a:solidFill>
              </a:defRPr>
            </a:lvl1pPr>
          </a:lstStyle>
          <a:p>
            <a:pPr lvl="0"/>
            <a:r>
              <a:rPr lang="en-US"/>
              <a:t>Category 3</a:t>
            </a:r>
          </a:p>
        </p:txBody>
      </p:sp>
      <p:sp>
        <p:nvSpPr>
          <p:cNvPr id="3" name="TextBox 2">
            <a:extLst>
              <a:ext uri="{FF2B5EF4-FFF2-40B4-BE49-F238E27FC236}">
                <a16:creationId xmlns:a16="http://schemas.microsoft.com/office/drawing/2014/main" id="{7360E7F9-4AD2-66BC-0CC4-30341C4112F3}"/>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3077920041"/>
      </p:ext>
    </p:extLst>
  </p:cSld>
  <p:clrMapOvr>
    <a:masterClrMapping/>
  </p:clrMapOvr>
  <p:transition spd="med"/>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2_Four_Points_Boxes">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27A27A2-7C5D-D79A-F306-EDDD7AE41D3E}"/>
              </a:ext>
            </a:extLst>
          </p:cNvPr>
          <p:cNvSpPr>
            <a:spLocks noGrp="1"/>
          </p:cNvSpPr>
          <p:nvPr>
            <p:ph type="body" sz="quarter" idx="10"/>
          </p:nvPr>
        </p:nvSpPr>
        <p:spPr>
          <a:xfrm>
            <a:off x="603077" y="593690"/>
            <a:ext cx="7618006" cy="653220"/>
          </a:xfrm>
        </p:spPr>
        <p:txBody>
          <a:bodyPr lIns="0"/>
          <a:lstStyle>
            <a:lvl1pPr>
              <a:lnSpc>
                <a:spcPct val="90000"/>
              </a:lnSpc>
              <a:defRPr sz="3600">
                <a:latin typeface="+mj-lt"/>
              </a:defRPr>
            </a:lvl1pPr>
          </a:lstStyle>
          <a:p>
            <a:pPr lvl="0"/>
            <a:r>
              <a:rPr lang="en-US"/>
              <a:t>Click to edit Master text styles</a:t>
            </a:r>
          </a:p>
        </p:txBody>
      </p:sp>
      <p:sp>
        <p:nvSpPr>
          <p:cNvPr id="2" name="Rounded Rectangle 1">
            <a:extLst>
              <a:ext uri="{FF2B5EF4-FFF2-40B4-BE49-F238E27FC236}">
                <a16:creationId xmlns:a16="http://schemas.microsoft.com/office/drawing/2014/main" id="{2C93C1A3-0E73-66B0-9236-A5396DC43C1E}"/>
              </a:ext>
            </a:extLst>
          </p:cNvPr>
          <p:cNvSpPr/>
          <p:nvPr userDrawn="1"/>
        </p:nvSpPr>
        <p:spPr>
          <a:xfrm>
            <a:off x="3413851" y="2345680"/>
            <a:ext cx="2553524" cy="2849053"/>
          </a:xfrm>
          <a:prstGeom prst="roundRect">
            <a:avLst>
              <a:gd name="adj" fmla="val 7384"/>
            </a:avLst>
          </a:prstGeom>
          <a:solidFill>
            <a:schemeClr val="bg2"/>
          </a:solidFill>
          <a:ln w="12700" cap="flat" cmpd="sng" algn="ctr">
            <a:noFill/>
            <a:prstDash val="solid"/>
            <a:miter lim="800000"/>
          </a:ln>
          <a:effectLst>
            <a:outerShdw blurRad="127000" sx="102000" sy="102000" algn="ctr" rotWithShape="0">
              <a:schemeClr val="tx2">
                <a:alpha val="10000"/>
              </a:schemeClr>
            </a:outerShdw>
          </a:effectLst>
        </p:spPr>
        <p:txBody>
          <a:bodyPr rtlCol="0" anchor="ctr"/>
          <a:lstStyle/>
          <a:p>
            <a:pPr marL="0" marR="0" lvl="0" indent="0" algn="ctr" defTabSz="412750" rtl="0" eaLnBrk="1" fontAlgn="auto" latinLnBrk="0" hangingPunct="0">
              <a:lnSpc>
                <a:spcPct val="100000"/>
              </a:lnSpc>
              <a:spcBef>
                <a:spcPts val="0"/>
              </a:spcBef>
              <a:spcAft>
                <a:spcPts val="0"/>
              </a:spcAft>
              <a:buClrTx/>
              <a:buSzTx/>
              <a:buFontTx/>
              <a:buNone/>
              <a:tabLst/>
              <a:defRPr/>
            </a:pPr>
            <a:endParaRPr kumimoji="0" lang="en-US" sz="1500" b="1" i="0" u="none" strike="noStrike" kern="0" cap="none" spc="0" normalizeH="0" baseline="0" noProof="0">
              <a:ln>
                <a:noFill/>
              </a:ln>
              <a:solidFill>
                <a:srgbClr val="C7E5FF"/>
              </a:solidFill>
              <a:effectLst/>
              <a:uLnTx/>
              <a:uFillTx/>
              <a:latin typeface="Clarika Grotesque Light Italic"/>
              <a:ea typeface="+mn-ea"/>
              <a:cs typeface="+mn-cs"/>
              <a:sym typeface="Helvetica Neue"/>
            </a:endParaRPr>
          </a:p>
        </p:txBody>
      </p:sp>
      <p:sp>
        <p:nvSpPr>
          <p:cNvPr id="4" name="Rounded Rectangle 3">
            <a:extLst>
              <a:ext uri="{FF2B5EF4-FFF2-40B4-BE49-F238E27FC236}">
                <a16:creationId xmlns:a16="http://schemas.microsoft.com/office/drawing/2014/main" id="{97762ADA-DFD4-7971-99C9-E289ED838C73}"/>
              </a:ext>
            </a:extLst>
          </p:cNvPr>
          <p:cNvSpPr/>
          <p:nvPr userDrawn="1"/>
        </p:nvSpPr>
        <p:spPr>
          <a:xfrm>
            <a:off x="603077" y="2345681"/>
            <a:ext cx="2553524" cy="2849053"/>
          </a:xfrm>
          <a:prstGeom prst="roundRect">
            <a:avLst>
              <a:gd name="adj" fmla="val 7384"/>
            </a:avLst>
          </a:prstGeom>
          <a:solidFill>
            <a:schemeClr val="bg2"/>
          </a:solidFill>
          <a:ln w="12700" cap="flat" cmpd="sng" algn="ctr">
            <a:noFill/>
            <a:prstDash val="solid"/>
            <a:miter lim="800000"/>
          </a:ln>
          <a:effectLst>
            <a:outerShdw blurRad="127000" sx="102000" sy="102000" algn="ctr" rotWithShape="0">
              <a:schemeClr val="tx2">
                <a:alpha val="10000"/>
              </a:schemeClr>
            </a:outerShdw>
          </a:effectLst>
        </p:spPr>
        <p:txBody>
          <a:bodyPr rtlCol="0" anchor="ctr"/>
          <a:lstStyle/>
          <a:p>
            <a:pPr marL="0" marR="0" lvl="0" indent="0" algn="ctr" defTabSz="412750" rtl="0" eaLnBrk="1" fontAlgn="auto" latinLnBrk="0" hangingPunct="0">
              <a:lnSpc>
                <a:spcPct val="100000"/>
              </a:lnSpc>
              <a:spcBef>
                <a:spcPts val="0"/>
              </a:spcBef>
              <a:spcAft>
                <a:spcPts val="0"/>
              </a:spcAft>
              <a:buClrTx/>
              <a:buSzTx/>
              <a:buFontTx/>
              <a:buNone/>
              <a:tabLst/>
              <a:defRPr/>
            </a:pPr>
            <a:endParaRPr kumimoji="0" lang="en-US" sz="1500" b="1" i="0" u="none" strike="noStrike" kern="0" cap="none" spc="0" normalizeH="0" baseline="0" noProof="0">
              <a:ln>
                <a:noFill/>
              </a:ln>
              <a:solidFill>
                <a:srgbClr val="C7E5FF"/>
              </a:solidFill>
              <a:effectLst/>
              <a:uLnTx/>
              <a:uFillTx/>
              <a:latin typeface="Clarika Grotesque Light Italic"/>
              <a:ea typeface="+mn-ea"/>
              <a:cs typeface="+mn-cs"/>
              <a:sym typeface="Helvetica Neue"/>
            </a:endParaRPr>
          </a:p>
        </p:txBody>
      </p:sp>
      <p:sp>
        <p:nvSpPr>
          <p:cNvPr id="5" name="Rounded Rectangle 4">
            <a:extLst>
              <a:ext uri="{FF2B5EF4-FFF2-40B4-BE49-F238E27FC236}">
                <a16:creationId xmlns:a16="http://schemas.microsoft.com/office/drawing/2014/main" id="{072495A5-27CA-2B15-C135-3044793799F1}"/>
              </a:ext>
            </a:extLst>
          </p:cNvPr>
          <p:cNvSpPr/>
          <p:nvPr userDrawn="1"/>
        </p:nvSpPr>
        <p:spPr>
          <a:xfrm>
            <a:off x="6224625" y="2345680"/>
            <a:ext cx="2553524" cy="2849053"/>
          </a:xfrm>
          <a:prstGeom prst="roundRect">
            <a:avLst>
              <a:gd name="adj" fmla="val 7384"/>
            </a:avLst>
          </a:prstGeom>
          <a:solidFill>
            <a:schemeClr val="bg2"/>
          </a:solidFill>
          <a:ln w="12700" cap="flat" cmpd="sng" algn="ctr">
            <a:noFill/>
            <a:prstDash val="solid"/>
            <a:miter lim="800000"/>
          </a:ln>
          <a:effectLst>
            <a:outerShdw blurRad="127000" sx="102000" sy="102000" algn="ctr" rotWithShape="0">
              <a:prstClr val="black">
                <a:alpha val="10000"/>
              </a:prstClr>
            </a:outerShdw>
          </a:effectLst>
        </p:spPr>
        <p:txBody>
          <a:bodyPr rtlCol="0" anchor="ctr"/>
          <a:lstStyle/>
          <a:p>
            <a:pPr marL="0" marR="0" lvl="0" indent="0" algn="ctr" defTabSz="412750" rtl="0" eaLnBrk="1" fontAlgn="auto" latinLnBrk="0" hangingPunct="0">
              <a:lnSpc>
                <a:spcPct val="100000"/>
              </a:lnSpc>
              <a:spcBef>
                <a:spcPts val="0"/>
              </a:spcBef>
              <a:spcAft>
                <a:spcPts val="0"/>
              </a:spcAft>
              <a:buClrTx/>
              <a:buSzTx/>
              <a:buFontTx/>
              <a:buNone/>
              <a:tabLst/>
              <a:defRPr/>
            </a:pPr>
            <a:endParaRPr kumimoji="0" lang="en-US" sz="1500" b="1" i="0" u="none" strike="noStrike" kern="0" cap="none" spc="0" normalizeH="0" baseline="0" noProof="0">
              <a:ln>
                <a:noFill/>
              </a:ln>
              <a:solidFill>
                <a:srgbClr val="C7E5FF"/>
              </a:solidFill>
              <a:effectLst/>
              <a:uLnTx/>
              <a:uFillTx/>
              <a:latin typeface="Clarika Grotesque Light Italic"/>
              <a:ea typeface="+mn-ea"/>
              <a:cs typeface="+mn-cs"/>
              <a:sym typeface="Helvetica Neue"/>
            </a:endParaRPr>
          </a:p>
        </p:txBody>
      </p:sp>
      <p:sp>
        <p:nvSpPr>
          <p:cNvPr id="13" name="Rounded Rectangle 12">
            <a:extLst>
              <a:ext uri="{FF2B5EF4-FFF2-40B4-BE49-F238E27FC236}">
                <a16:creationId xmlns:a16="http://schemas.microsoft.com/office/drawing/2014/main" id="{1A20C319-137B-DAD8-293B-27F6D9ACD0E0}"/>
              </a:ext>
            </a:extLst>
          </p:cNvPr>
          <p:cNvSpPr/>
          <p:nvPr userDrawn="1"/>
        </p:nvSpPr>
        <p:spPr>
          <a:xfrm>
            <a:off x="9035399" y="2345680"/>
            <a:ext cx="2553524" cy="2849053"/>
          </a:xfrm>
          <a:prstGeom prst="roundRect">
            <a:avLst>
              <a:gd name="adj" fmla="val 7384"/>
            </a:avLst>
          </a:prstGeom>
          <a:solidFill>
            <a:schemeClr val="bg2"/>
          </a:solidFill>
          <a:ln w="12700" cap="flat" cmpd="sng" algn="ctr">
            <a:noFill/>
            <a:prstDash val="solid"/>
            <a:miter lim="800000"/>
          </a:ln>
          <a:effectLst>
            <a:outerShdw blurRad="127000" sx="102000" sy="102000" algn="ctr" rotWithShape="0">
              <a:prstClr val="black">
                <a:alpha val="10000"/>
              </a:prstClr>
            </a:outerShdw>
          </a:effectLst>
        </p:spPr>
        <p:txBody>
          <a:bodyPr rtlCol="0" anchor="ctr"/>
          <a:lstStyle/>
          <a:p>
            <a:pPr marL="0" marR="0" lvl="0" indent="0" algn="ctr" defTabSz="412750" rtl="0" eaLnBrk="1" fontAlgn="auto" latinLnBrk="0" hangingPunct="0">
              <a:lnSpc>
                <a:spcPct val="100000"/>
              </a:lnSpc>
              <a:spcBef>
                <a:spcPts val="0"/>
              </a:spcBef>
              <a:spcAft>
                <a:spcPts val="0"/>
              </a:spcAft>
              <a:buClrTx/>
              <a:buSzTx/>
              <a:buFontTx/>
              <a:buNone/>
              <a:tabLst/>
              <a:defRPr/>
            </a:pPr>
            <a:endParaRPr kumimoji="0" lang="en-US" sz="1500" b="1" i="0" u="none" strike="noStrike" kern="0" cap="none" spc="0" normalizeH="0" baseline="0" noProof="0">
              <a:ln>
                <a:noFill/>
              </a:ln>
              <a:solidFill>
                <a:srgbClr val="C7E5FF"/>
              </a:solidFill>
              <a:effectLst/>
              <a:uLnTx/>
              <a:uFillTx/>
              <a:latin typeface="Clarika Grotesque Light Italic"/>
              <a:ea typeface="+mn-ea"/>
              <a:cs typeface="+mn-cs"/>
              <a:sym typeface="Helvetica Neue"/>
            </a:endParaRPr>
          </a:p>
        </p:txBody>
      </p:sp>
      <p:sp>
        <p:nvSpPr>
          <p:cNvPr id="26" name="Text Placeholder 15">
            <a:extLst>
              <a:ext uri="{FF2B5EF4-FFF2-40B4-BE49-F238E27FC236}">
                <a16:creationId xmlns:a16="http://schemas.microsoft.com/office/drawing/2014/main" id="{D8E6B930-23B0-684A-23B0-730C8A1D90CA}"/>
              </a:ext>
            </a:extLst>
          </p:cNvPr>
          <p:cNvSpPr>
            <a:spLocks noGrp="1"/>
          </p:cNvSpPr>
          <p:nvPr>
            <p:ph type="body" sz="quarter" idx="12" hasCustomPrompt="1"/>
          </p:nvPr>
        </p:nvSpPr>
        <p:spPr>
          <a:xfrm>
            <a:off x="866775" y="3756938"/>
            <a:ext cx="1974079" cy="1134657"/>
          </a:xfrm>
        </p:spPr>
        <p:txBody>
          <a:bodyPr/>
          <a:lstStyle>
            <a:lvl1pPr algn="l">
              <a:defRPr sz="1600">
                <a:latin typeface="+mn-lt"/>
              </a:defRPr>
            </a:lvl1pPr>
          </a:lstStyle>
          <a:p>
            <a:pPr lvl="0"/>
            <a:r>
              <a:rPr lang="en-US"/>
              <a:t>Lorem ipsum dolor sit </a:t>
            </a:r>
            <a:r>
              <a:rPr lang="en-US" err="1"/>
              <a:t>amet</a:t>
            </a:r>
            <a:r>
              <a:rPr lang="en-US"/>
              <a:t>, </a:t>
            </a:r>
            <a:r>
              <a:rPr lang="en-US" err="1"/>
              <a:t>contuer</a:t>
            </a:r>
            <a:r>
              <a:rPr lang="en-US"/>
              <a:t> </a:t>
            </a:r>
            <a:r>
              <a:rPr lang="en-US" err="1"/>
              <a:t>adipiscing</a:t>
            </a:r>
            <a:endParaRPr lang="en-US"/>
          </a:p>
        </p:txBody>
      </p:sp>
      <p:sp>
        <p:nvSpPr>
          <p:cNvPr id="27" name="Text Placeholder 15">
            <a:extLst>
              <a:ext uri="{FF2B5EF4-FFF2-40B4-BE49-F238E27FC236}">
                <a16:creationId xmlns:a16="http://schemas.microsoft.com/office/drawing/2014/main" id="{2BE642B1-B8B0-8A01-5A6E-17F6B79E72EC}"/>
              </a:ext>
            </a:extLst>
          </p:cNvPr>
          <p:cNvSpPr>
            <a:spLocks noGrp="1"/>
          </p:cNvSpPr>
          <p:nvPr>
            <p:ph type="body" sz="quarter" idx="13" hasCustomPrompt="1"/>
          </p:nvPr>
        </p:nvSpPr>
        <p:spPr>
          <a:xfrm>
            <a:off x="3678188" y="3756938"/>
            <a:ext cx="1974079" cy="1134657"/>
          </a:xfrm>
        </p:spPr>
        <p:txBody>
          <a:bodyPr/>
          <a:lstStyle>
            <a:lvl1pPr algn="l">
              <a:defRPr sz="1600">
                <a:latin typeface="+mn-lt"/>
              </a:defRPr>
            </a:lvl1pPr>
          </a:lstStyle>
          <a:p>
            <a:pPr lvl="0"/>
            <a:r>
              <a:rPr lang="en-US"/>
              <a:t>Lorem ipsum dolor sit </a:t>
            </a:r>
            <a:r>
              <a:rPr lang="en-US" err="1"/>
              <a:t>amet</a:t>
            </a:r>
            <a:r>
              <a:rPr lang="en-US"/>
              <a:t>, </a:t>
            </a:r>
            <a:r>
              <a:rPr lang="en-US" err="1"/>
              <a:t>contuer</a:t>
            </a:r>
            <a:r>
              <a:rPr lang="en-US"/>
              <a:t> </a:t>
            </a:r>
            <a:r>
              <a:rPr lang="en-US" err="1"/>
              <a:t>adipiscing</a:t>
            </a:r>
            <a:endParaRPr lang="en-US"/>
          </a:p>
        </p:txBody>
      </p:sp>
      <p:sp>
        <p:nvSpPr>
          <p:cNvPr id="30" name="Text Placeholder 15">
            <a:extLst>
              <a:ext uri="{FF2B5EF4-FFF2-40B4-BE49-F238E27FC236}">
                <a16:creationId xmlns:a16="http://schemas.microsoft.com/office/drawing/2014/main" id="{EB466BF1-3FE6-6D65-94D8-297E2E463D80}"/>
              </a:ext>
            </a:extLst>
          </p:cNvPr>
          <p:cNvSpPr>
            <a:spLocks noGrp="1"/>
          </p:cNvSpPr>
          <p:nvPr>
            <p:ph type="body" sz="quarter" idx="16" hasCustomPrompt="1"/>
          </p:nvPr>
        </p:nvSpPr>
        <p:spPr>
          <a:xfrm>
            <a:off x="6514028" y="3752450"/>
            <a:ext cx="1974079" cy="1134657"/>
          </a:xfrm>
        </p:spPr>
        <p:txBody>
          <a:bodyPr/>
          <a:lstStyle>
            <a:lvl1pPr algn="l">
              <a:defRPr sz="1600">
                <a:latin typeface="+mn-lt"/>
              </a:defRPr>
            </a:lvl1pPr>
          </a:lstStyle>
          <a:p>
            <a:pPr lvl="0"/>
            <a:r>
              <a:rPr lang="en-US"/>
              <a:t>Lorem ipsum dolor sit </a:t>
            </a:r>
            <a:r>
              <a:rPr lang="en-US" err="1"/>
              <a:t>amet</a:t>
            </a:r>
            <a:r>
              <a:rPr lang="en-US"/>
              <a:t>, </a:t>
            </a:r>
            <a:r>
              <a:rPr lang="en-US" err="1"/>
              <a:t>contuer</a:t>
            </a:r>
            <a:r>
              <a:rPr lang="en-US"/>
              <a:t> </a:t>
            </a:r>
            <a:r>
              <a:rPr lang="en-US" err="1"/>
              <a:t>adipiscing</a:t>
            </a:r>
            <a:endParaRPr lang="en-US"/>
          </a:p>
        </p:txBody>
      </p:sp>
      <p:sp>
        <p:nvSpPr>
          <p:cNvPr id="31" name="Text Placeholder 15">
            <a:extLst>
              <a:ext uri="{FF2B5EF4-FFF2-40B4-BE49-F238E27FC236}">
                <a16:creationId xmlns:a16="http://schemas.microsoft.com/office/drawing/2014/main" id="{D9391D5E-527A-7FD6-5DE7-5D535A6A4EDB}"/>
              </a:ext>
            </a:extLst>
          </p:cNvPr>
          <p:cNvSpPr>
            <a:spLocks noGrp="1"/>
          </p:cNvSpPr>
          <p:nvPr>
            <p:ph type="body" sz="quarter" idx="17" hasCustomPrompt="1"/>
          </p:nvPr>
        </p:nvSpPr>
        <p:spPr>
          <a:xfrm>
            <a:off x="9325441" y="3752450"/>
            <a:ext cx="1974079" cy="1134657"/>
          </a:xfrm>
        </p:spPr>
        <p:txBody>
          <a:bodyPr/>
          <a:lstStyle>
            <a:lvl1pPr algn="l">
              <a:defRPr sz="1600">
                <a:latin typeface="+mn-lt"/>
              </a:defRPr>
            </a:lvl1pPr>
          </a:lstStyle>
          <a:p>
            <a:pPr lvl="0"/>
            <a:r>
              <a:rPr lang="en-US"/>
              <a:t>Lorem ipsum dolor sit </a:t>
            </a:r>
            <a:r>
              <a:rPr lang="en-US" err="1"/>
              <a:t>amet</a:t>
            </a:r>
            <a:r>
              <a:rPr lang="en-US"/>
              <a:t>, </a:t>
            </a:r>
            <a:r>
              <a:rPr lang="en-US" err="1"/>
              <a:t>contuer</a:t>
            </a:r>
            <a:r>
              <a:rPr lang="en-US"/>
              <a:t> </a:t>
            </a:r>
            <a:r>
              <a:rPr lang="en-US" err="1"/>
              <a:t>adipiscing</a:t>
            </a:r>
            <a:endParaRPr lang="en-US"/>
          </a:p>
        </p:txBody>
      </p:sp>
      <p:sp>
        <p:nvSpPr>
          <p:cNvPr id="33" name="Text Placeholder 15">
            <a:extLst>
              <a:ext uri="{FF2B5EF4-FFF2-40B4-BE49-F238E27FC236}">
                <a16:creationId xmlns:a16="http://schemas.microsoft.com/office/drawing/2014/main" id="{9492F743-7822-0A67-5CF0-5EA3E78D0BA5}"/>
              </a:ext>
            </a:extLst>
          </p:cNvPr>
          <p:cNvSpPr>
            <a:spLocks noGrp="1"/>
          </p:cNvSpPr>
          <p:nvPr>
            <p:ph type="body" sz="quarter" idx="18" hasCustomPrompt="1"/>
          </p:nvPr>
        </p:nvSpPr>
        <p:spPr>
          <a:xfrm>
            <a:off x="866775" y="3357963"/>
            <a:ext cx="1974079" cy="336710"/>
          </a:xfrm>
        </p:spPr>
        <p:txBody>
          <a:bodyPr/>
          <a:lstStyle>
            <a:lvl1pPr algn="l">
              <a:defRPr sz="1600">
                <a:latin typeface="+mj-lt"/>
              </a:defRPr>
            </a:lvl1pPr>
          </a:lstStyle>
          <a:p>
            <a:pPr lvl="0"/>
            <a:r>
              <a:rPr lang="en-US"/>
              <a:t>Lorem ipsum</a:t>
            </a:r>
          </a:p>
        </p:txBody>
      </p:sp>
      <p:sp>
        <p:nvSpPr>
          <p:cNvPr id="34" name="Text Placeholder 15">
            <a:extLst>
              <a:ext uri="{FF2B5EF4-FFF2-40B4-BE49-F238E27FC236}">
                <a16:creationId xmlns:a16="http://schemas.microsoft.com/office/drawing/2014/main" id="{C5C7C6F2-E440-83F9-DB86-9423A497917C}"/>
              </a:ext>
            </a:extLst>
          </p:cNvPr>
          <p:cNvSpPr>
            <a:spLocks noGrp="1"/>
          </p:cNvSpPr>
          <p:nvPr>
            <p:ph type="body" sz="quarter" idx="19" hasCustomPrompt="1"/>
          </p:nvPr>
        </p:nvSpPr>
        <p:spPr>
          <a:xfrm>
            <a:off x="3678188" y="3357963"/>
            <a:ext cx="1974079" cy="336710"/>
          </a:xfrm>
        </p:spPr>
        <p:txBody>
          <a:bodyPr/>
          <a:lstStyle>
            <a:lvl1pPr algn="l">
              <a:defRPr sz="1600">
                <a:latin typeface="+mj-lt"/>
              </a:defRPr>
            </a:lvl1pPr>
          </a:lstStyle>
          <a:p>
            <a:pPr lvl="0"/>
            <a:r>
              <a:rPr lang="en-US"/>
              <a:t>Lorem ipsum</a:t>
            </a:r>
          </a:p>
        </p:txBody>
      </p:sp>
      <p:sp>
        <p:nvSpPr>
          <p:cNvPr id="35" name="Text Placeholder 15">
            <a:extLst>
              <a:ext uri="{FF2B5EF4-FFF2-40B4-BE49-F238E27FC236}">
                <a16:creationId xmlns:a16="http://schemas.microsoft.com/office/drawing/2014/main" id="{087C3CAD-4D7A-5ADD-9145-749D85CCFE84}"/>
              </a:ext>
            </a:extLst>
          </p:cNvPr>
          <p:cNvSpPr>
            <a:spLocks noGrp="1"/>
          </p:cNvSpPr>
          <p:nvPr>
            <p:ph type="body" sz="quarter" idx="20" hasCustomPrompt="1"/>
          </p:nvPr>
        </p:nvSpPr>
        <p:spPr>
          <a:xfrm>
            <a:off x="6514028" y="3353475"/>
            <a:ext cx="1974079" cy="336710"/>
          </a:xfrm>
        </p:spPr>
        <p:txBody>
          <a:bodyPr/>
          <a:lstStyle>
            <a:lvl1pPr algn="l">
              <a:defRPr sz="1600">
                <a:latin typeface="+mj-lt"/>
              </a:defRPr>
            </a:lvl1pPr>
          </a:lstStyle>
          <a:p>
            <a:pPr lvl="0"/>
            <a:r>
              <a:rPr lang="en-US"/>
              <a:t>Lorem ipsum</a:t>
            </a:r>
          </a:p>
        </p:txBody>
      </p:sp>
      <p:sp>
        <p:nvSpPr>
          <p:cNvPr id="36" name="Text Placeholder 15">
            <a:extLst>
              <a:ext uri="{FF2B5EF4-FFF2-40B4-BE49-F238E27FC236}">
                <a16:creationId xmlns:a16="http://schemas.microsoft.com/office/drawing/2014/main" id="{964CF523-6E45-6008-5B2F-F9B843011435}"/>
              </a:ext>
            </a:extLst>
          </p:cNvPr>
          <p:cNvSpPr>
            <a:spLocks noGrp="1"/>
          </p:cNvSpPr>
          <p:nvPr>
            <p:ph type="body" sz="quarter" idx="21" hasCustomPrompt="1"/>
          </p:nvPr>
        </p:nvSpPr>
        <p:spPr>
          <a:xfrm>
            <a:off x="9325441" y="3353475"/>
            <a:ext cx="1974079" cy="336710"/>
          </a:xfrm>
        </p:spPr>
        <p:txBody>
          <a:bodyPr/>
          <a:lstStyle>
            <a:lvl1pPr algn="l">
              <a:defRPr sz="1600">
                <a:latin typeface="+mj-lt"/>
              </a:defRPr>
            </a:lvl1pPr>
          </a:lstStyle>
          <a:p>
            <a:pPr lvl="0"/>
            <a:r>
              <a:rPr lang="en-US"/>
              <a:t>Lorem ipsum</a:t>
            </a:r>
          </a:p>
        </p:txBody>
      </p:sp>
      <p:sp>
        <p:nvSpPr>
          <p:cNvPr id="19" name="Text Placeholder 14">
            <a:extLst>
              <a:ext uri="{FF2B5EF4-FFF2-40B4-BE49-F238E27FC236}">
                <a16:creationId xmlns:a16="http://schemas.microsoft.com/office/drawing/2014/main" id="{BC063C91-C5DC-D095-FDF7-594993F60DB8}"/>
              </a:ext>
            </a:extLst>
          </p:cNvPr>
          <p:cNvSpPr>
            <a:spLocks noGrp="1"/>
          </p:cNvSpPr>
          <p:nvPr>
            <p:ph type="body" sz="quarter" idx="22" hasCustomPrompt="1"/>
          </p:nvPr>
        </p:nvSpPr>
        <p:spPr>
          <a:xfrm>
            <a:off x="828973" y="2218168"/>
            <a:ext cx="1284327" cy="302955"/>
          </a:xfrm>
          <a:prstGeom prst="roundRect">
            <a:avLst>
              <a:gd name="adj" fmla="val 50000"/>
            </a:avLst>
          </a:prstGeom>
          <a:solidFill>
            <a:schemeClr val="accent3"/>
          </a:solidFill>
        </p:spPr>
        <p:txBody>
          <a:bodyPr wrap="none" lIns="182880" rIns="182880" anchor="ctr">
            <a:spAutoFit/>
          </a:bodyPr>
          <a:lstStyle>
            <a:lvl1pPr algn="l">
              <a:defRPr sz="1400">
                <a:solidFill>
                  <a:schemeClr val="bg2"/>
                </a:solidFill>
              </a:defRPr>
            </a:lvl1pPr>
          </a:lstStyle>
          <a:p>
            <a:pPr lvl="0"/>
            <a:r>
              <a:rPr lang="en-US"/>
              <a:t>Category 1</a:t>
            </a:r>
          </a:p>
        </p:txBody>
      </p:sp>
      <p:sp>
        <p:nvSpPr>
          <p:cNvPr id="20" name="Text Placeholder 14">
            <a:extLst>
              <a:ext uri="{FF2B5EF4-FFF2-40B4-BE49-F238E27FC236}">
                <a16:creationId xmlns:a16="http://schemas.microsoft.com/office/drawing/2014/main" id="{15DDBC4C-1B94-5CB0-94F7-A320CE1A4220}"/>
              </a:ext>
            </a:extLst>
          </p:cNvPr>
          <p:cNvSpPr>
            <a:spLocks noGrp="1"/>
          </p:cNvSpPr>
          <p:nvPr>
            <p:ph type="body" sz="quarter" idx="24" hasCustomPrompt="1"/>
          </p:nvPr>
        </p:nvSpPr>
        <p:spPr>
          <a:xfrm>
            <a:off x="6455930" y="2217791"/>
            <a:ext cx="1316847" cy="302955"/>
          </a:xfrm>
          <a:prstGeom prst="roundRect">
            <a:avLst>
              <a:gd name="adj" fmla="val 50000"/>
            </a:avLst>
          </a:prstGeom>
          <a:solidFill>
            <a:schemeClr val="accent6"/>
          </a:solidFill>
        </p:spPr>
        <p:txBody>
          <a:bodyPr wrap="none" lIns="182880" rIns="182880" anchor="ctr">
            <a:spAutoFit/>
          </a:bodyPr>
          <a:lstStyle>
            <a:lvl1pPr algn="l">
              <a:defRPr sz="1400">
                <a:solidFill>
                  <a:schemeClr val="bg2"/>
                </a:solidFill>
              </a:defRPr>
            </a:lvl1pPr>
          </a:lstStyle>
          <a:p>
            <a:pPr lvl="0"/>
            <a:r>
              <a:rPr lang="en-US"/>
              <a:t>Category 3</a:t>
            </a:r>
          </a:p>
        </p:txBody>
      </p:sp>
      <p:sp>
        <p:nvSpPr>
          <p:cNvPr id="21" name="Text Placeholder 14">
            <a:extLst>
              <a:ext uri="{FF2B5EF4-FFF2-40B4-BE49-F238E27FC236}">
                <a16:creationId xmlns:a16="http://schemas.microsoft.com/office/drawing/2014/main" id="{49444F26-44A7-BD0D-268E-3B2ECBC36A5C}"/>
              </a:ext>
            </a:extLst>
          </p:cNvPr>
          <p:cNvSpPr>
            <a:spLocks noGrp="1"/>
          </p:cNvSpPr>
          <p:nvPr>
            <p:ph type="body" sz="quarter" idx="25" hasCustomPrompt="1"/>
          </p:nvPr>
        </p:nvSpPr>
        <p:spPr>
          <a:xfrm>
            <a:off x="9266704" y="2217791"/>
            <a:ext cx="1320270" cy="302955"/>
          </a:xfrm>
          <a:prstGeom prst="roundRect">
            <a:avLst>
              <a:gd name="adj" fmla="val 50000"/>
            </a:avLst>
          </a:prstGeom>
          <a:solidFill>
            <a:schemeClr val="accent1"/>
          </a:solidFill>
        </p:spPr>
        <p:txBody>
          <a:bodyPr wrap="none" lIns="182880" rIns="182880" anchor="ctr">
            <a:spAutoFit/>
          </a:bodyPr>
          <a:lstStyle>
            <a:lvl1pPr algn="l">
              <a:defRPr sz="1400">
                <a:solidFill>
                  <a:schemeClr val="bg2"/>
                </a:solidFill>
              </a:defRPr>
            </a:lvl1pPr>
          </a:lstStyle>
          <a:p>
            <a:pPr lvl="0"/>
            <a:r>
              <a:rPr lang="en-US"/>
              <a:t>Category 4</a:t>
            </a:r>
          </a:p>
        </p:txBody>
      </p:sp>
      <p:sp>
        <p:nvSpPr>
          <p:cNvPr id="22" name="Text Placeholder 14">
            <a:extLst>
              <a:ext uri="{FF2B5EF4-FFF2-40B4-BE49-F238E27FC236}">
                <a16:creationId xmlns:a16="http://schemas.microsoft.com/office/drawing/2014/main" id="{462AC033-780D-361A-58AA-B2C6A0DC3119}"/>
              </a:ext>
            </a:extLst>
          </p:cNvPr>
          <p:cNvSpPr>
            <a:spLocks noGrp="1"/>
          </p:cNvSpPr>
          <p:nvPr>
            <p:ph type="body" sz="quarter" idx="26" hasCustomPrompt="1"/>
          </p:nvPr>
        </p:nvSpPr>
        <p:spPr>
          <a:xfrm>
            <a:off x="3613645" y="2217791"/>
            <a:ext cx="1316847" cy="302955"/>
          </a:xfrm>
          <a:prstGeom prst="roundRect">
            <a:avLst>
              <a:gd name="adj" fmla="val 50000"/>
            </a:avLst>
          </a:prstGeom>
          <a:solidFill>
            <a:schemeClr val="tx2"/>
          </a:solidFill>
        </p:spPr>
        <p:txBody>
          <a:bodyPr wrap="none" lIns="182880" rIns="182880" anchor="ctr">
            <a:spAutoFit/>
          </a:bodyPr>
          <a:lstStyle>
            <a:lvl1pPr algn="l">
              <a:defRPr sz="1400">
                <a:solidFill>
                  <a:schemeClr val="bg2"/>
                </a:solidFill>
              </a:defRPr>
            </a:lvl1pPr>
          </a:lstStyle>
          <a:p>
            <a:pPr lvl="0"/>
            <a:r>
              <a:rPr lang="en-US"/>
              <a:t>Category 2</a:t>
            </a:r>
          </a:p>
        </p:txBody>
      </p:sp>
      <p:sp>
        <p:nvSpPr>
          <p:cNvPr id="3" name="TextBox 2">
            <a:extLst>
              <a:ext uri="{FF2B5EF4-FFF2-40B4-BE49-F238E27FC236}">
                <a16:creationId xmlns:a16="http://schemas.microsoft.com/office/drawing/2014/main" id="{D79D678A-66D6-3174-F865-D07D15768C63}"/>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2414539426"/>
      </p:ext>
    </p:extLst>
  </p:cSld>
  <p:clrMapOvr>
    <a:masterClrMapping/>
  </p:clrMapOvr>
  <p:transition spd="med"/>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Picture_Copy_1">
    <p:spTree>
      <p:nvGrpSpPr>
        <p:cNvPr id="1" name=""/>
        <p:cNvGrpSpPr/>
        <p:nvPr/>
      </p:nvGrpSpPr>
      <p:grpSpPr>
        <a:xfrm>
          <a:off x="0" y="0"/>
          <a:ext cx="0" cy="0"/>
          <a:chOff x="0" y="0"/>
          <a:chExt cx="0" cy="0"/>
        </a:xfrm>
      </p:grpSpPr>
      <p:pic>
        <p:nvPicPr>
          <p:cNvPr id="2" name="Graphic 1">
            <a:extLst>
              <a:ext uri="{FF2B5EF4-FFF2-40B4-BE49-F238E27FC236}">
                <a16:creationId xmlns:a16="http://schemas.microsoft.com/office/drawing/2014/main" id="{154BDA59-E7FC-A6CF-0FA0-A4690F1F44C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20438424">
            <a:off x="5984583" y="509412"/>
            <a:ext cx="5741773" cy="5741773"/>
          </a:xfrm>
          <a:prstGeom prst="rect">
            <a:avLst/>
          </a:prstGeom>
        </p:spPr>
      </p:pic>
      <p:sp>
        <p:nvSpPr>
          <p:cNvPr id="4" name="Picture Placeholder 11">
            <a:extLst>
              <a:ext uri="{FF2B5EF4-FFF2-40B4-BE49-F238E27FC236}">
                <a16:creationId xmlns:a16="http://schemas.microsoft.com/office/drawing/2014/main" id="{3C147B66-CF8C-03D8-A0BF-F074E12C5A9B}"/>
              </a:ext>
            </a:extLst>
          </p:cNvPr>
          <p:cNvSpPr>
            <a:spLocks noGrp="1"/>
          </p:cNvSpPr>
          <p:nvPr>
            <p:ph type="pic" sz="quarter" idx="35"/>
          </p:nvPr>
        </p:nvSpPr>
        <p:spPr>
          <a:xfrm>
            <a:off x="6275833" y="807370"/>
            <a:ext cx="5146145" cy="5146608"/>
          </a:xfrm>
          <a:prstGeom prst="roundRect">
            <a:avLst>
              <a:gd name="adj" fmla="val 11276"/>
            </a:avLst>
          </a:prstGeom>
          <a:solidFill>
            <a:schemeClr val="bg2"/>
          </a:solidFill>
        </p:spPr>
        <p:txBody>
          <a:bodyPr wrap="square" anchor="ctr">
            <a:noAutofit/>
          </a:bodyPr>
          <a:lstStyle>
            <a:lvl1pPr algn="ctr">
              <a:defRPr/>
            </a:lvl1pPr>
          </a:lstStyle>
          <a:p>
            <a:r>
              <a:rPr lang="en-US"/>
              <a:t>Click icon to add picture</a:t>
            </a:r>
          </a:p>
        </p:txBody>
      </p:sp>
      <p:sp>
        <p:nvSpPr>
          <p:cNvPr id="6" name="Content Placeholder 2">
            <a:extLst>
              <a:ext uri="{FF2B5EF4-FFF2-40B4-BE49-F238E27FC236}">
                <a16:creationId xmlns:a16="http://schemas.microsoft.com/office/drawing/2014/main" id="{475FC821-31E7-183F-9B69-A64A5A429D2F}"/>
              </a:ext>
            </a:extLst>
          </p:cNvPr>
          <p:cNvSpPr>
            <a:spLocks noGrp="1"/>
          </p:cNvSpPr>
          <p:nvPr>
            <p:ph sz="half" idx="1"/>
          </p:nvPr>
        </p:nvSpPr>
        <p:spPr>
          <a:xfrm>
            <a:off x="612648" y="1981200"/>
            <a:ext cx="4520826" cy="3667978"/>
          </a:xfrm>
        </p:spPr>
        <p:txBody>
          <a:bodyPr/>
          <a:lstStyle>
            <a:lvl1pPr>
              <a:lnSpc>
                <a:spcPct val="120000"/>
              </a:lnSpc>
              <a:defRPr sz="2400" b="0" i="0">
                <a:solidFill>
                  <a:schemeClr val="tx1"/>
                </a:solidFill>
                <a:latin typeface="+mn-lt"/>
              </a:defRPr>
            </a:lvl1pPr>
            <a:lvl2pPr>
              <a:lnSpc>
                <a:spcPct val="120000"/>
              </a:lnSpc>
              <a:defRPr sz="2000" b="0" i="0">
                <a:solidFill>
                  <a:schemeClr val="tx1"/>
                </a:solidFill>
                <a:latin typeface="+mn-lt"/>
              </a:defRPr>
            </a:lvl2pPr>
            <a:lvl3pPr>
              <a:lnSpc>
                <a:spcPct val="120000"/>
              </a:lnSpc>
              <a:defRPr sz="1800" b="0" i="0">
                <a:solidFill>
                  <a:schemeClr val="tx1"/>
                </a:solidFill>
                <a:latin typeface="+mn-lt"/>
              </a:defRPr>
            </a:lvl3pPr>
            <a:lvl4pPr>
              <a:lnSpc>
                <a:spcPct val="120000"/>
              </a:lnSpc>
              <a:defRPr sz="1600" b="0" i="0">
                <a:solidFill>
                  <a:schemeClr val="tx1"/>
                </a:solidFill>
                <a:latin typeface="+mn-lt"/>
              </a:defRPr>
            </a:lvl4pPr>
            <a:lvl5pPr>
              <a:lnSpc>
                <a:spcPct val="120000"/>
              </a:lnSpc>
              <a:defRPr sz="1600" b="0" i="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1">
            <a:extLst>
              <a:ext uri="{FF2B5EF4-FFF2-40B4-BE49-F238E27FC236}">
                <a16:creationId xmlns:a16="http://schemas.microsoft.com/office/drawing/2014/main" id="{634D81A3-6DF7-EF47-552D-C05B137AF826}"/>
              </a:ext>
            </a:extLst>
          </p:cNvPr>
          <p:cNvSpPr>
            <a:spLocks noGrp="1"/>
          </p:cNvSpPr>
          <p:nvPr>
            <p:ph type="title"/>
          </p:nvPr>
        </p:nvSpPr>
        <p:spPr>
          <a:xfrm>
            <a:off x="612648" y="606998"/>
            <a:ext cx="4520826" cy="1093465"/>
          </a:xfrm>
          <a:prstGeom prst="rect">
            <a:avLst/>
          </a:prstGeom>
        </p:spPr>
        <p:txBody>
          <a:bodyPr anchor="t" anchorCtr="0">
            <a:noAutofit/>
          </a:bodyPr>
          <a:lstStyle>
            <a:lvl1pPr>
              <a:defRPr>
                <a:latin typeface="+mj-lt"/>
              </a:defRPr>
            </a:lvl1pPr>
          </a:lstStyle>
          <a:p>
            <a:r>
              <a:rPr lang="en-US"/>
              <a:t>Click to edit Master title style</a:t>
            </a:r>
          </a:p>
        </p:txBody>
      </p:sp>
      <p:sp>
        <p:nvSpPr>
          <p:cNvPr id="3" name="TextBox 2">
            <a:extLst>
              <a:ext uri="{FF2B5EF4-FFF2-40B4-BE49-F238E27FC236}">
                <a16:creationId xmlns:a16="http://schemas.microsoft.com/office/drawing/2014/main" id="{6CD6470B-C085-FDD0-C0CA-D64A8EBBAE68}"/>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32047330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showMasterSp="0" preserve="1" userDrawn="1">
  <p:cSld name="2_Picture_Copy_2">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D2D56FCD-46D4-19C1-36B1-FF312035B4A9}"/>
              </a:ext>
            </a:extLst>
          </p:cNvPr>
          <p:cNvSpPr>
            <a:spLocks noGrp="1"/>
          </p:cNvSpPr>
          <p:nvPr>
            <p:ph type="pic" sz="quarter" idx="37"/>
          </p:nvPr>
        </p:nvSpPr>
        <p:spPr>
          <a:xfrm>
            <a:off x="6169284" y="328557"/>
            <a:ext cx="5012569" cy="5052050"/>
          </a:xfrm>
          <a:custGeom>
            <a:avLst/>
            <a:gdLst>
              <a:gd name="connsiteX0" fmla="*/ 2190927 w 5012569"/>
              <a:gd name="connsiteY0" fmla="*/ 9 h 5052050"/>
              <a:gd name="connsiteX1" fmla="*/ 3829360 w 5012569"/>
              <a:gd name="connsiteY1" fmla="*/ 220688 h 5052050"/>
              <a:gd name="connsiteX2" fmla="*/ 4914874 w 5012569"/>
              <a:gd name="connsiteY2" fmla="*/ 1406613 h 5052050"/>
              <a:gd name="connsiteX3" fmla="*/ 4799548 w 5012569"/>
              <a:gd name="connsiteY3" fmla="*/ 3752518 h 5052050"/>
              <a:gd name="connsiteX4" fmla="*/ 2310067 w 5012569"/>
              <a:gd name="connsiteY4" fmla="*/ 5032596 h 5052050"/>
              <a:gd name="connsiteX5" fmla="*/ 103513 w 5012569"/>
              <a:gd name="connsiteY5" fmla="*/ 3625530 h 5052050"/>
              <a:gd name="connsiteX6" fmla="*/ 637427 w 5012569"/>
              <a:gd name="connsiteY6" fmla="*/ 458343 h 5052050"/>
              <a:gd name="connsiteX7" fmla="*/ 2190927 w 5012569"/>
              <a:gd name="connsiteY7" fmla="*/ 9 h 5052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012569" h="5052050">
                <a:moveTo>
                  <a:pt x="2190927" y="9"/>
                </a:moveTo>
                <a:cubicBezTo>
                  <a:pt x="2939698" y="1419"/>
                  <a:pt x="3659836" y="177474"/>
                  <a:pt x="3829360" y="220688"/>
                </a:cubicBezTo>
                <a:cubicBezTo>
                  <a:pt x="4166268" y="314130"/>
                  <a:pt x="4754123" y="498375"/>
                  <a:pt x="4914874" y="1406613"/>
                </a:cubicBezTo>
                <a:cubicBezTo>
                  <a:pt x="5077566" y="2325919"/>
                  <a:pt x="5035680" y="3065233"/>
                  <a:pt x="4799548" y="3752518"/>
                </a:cubicBezTo>
                <a:cubicBezTo>
                  <a:pt x="4388342" y="4949237"/>
                  <a:pt x="3890196" y="5120103"/>
                  <a:pt x="2310067" y="5032596"/>
                </a:cubicBezTo>
                <a:cubicBezTo>
                  <a:pt x="830061" y="4894673"/>
                  <a:pt x="313988" y="4524766"/>
                  <a:pt x="103513" y="3625530"/>
                </a:cubicBezTo>
                <a:cubicBezTo>
                  <a:pt x="-79307" y="2844467"/>
                  <a:pt x="-85511" y="1123953"/>
                  <a:pt x="637427" y="458343"/>
                </a:cubicBezTo>
                <a:cubicBezTo>
                  <a:pt x="1008851" y="103466"/>
                  <a:pt x="1608549" y="-1087"/>
                  <a:pt x="2190927" y="9"/>
                </a:cubicBezTo>
                <a:close/>
              </a:path>
            </a:pathLst>
          </a:custGeom>
          <a:solidFill>
            <a:schemeClr val="bg2"/>
          </a:solidFill>
        </p:spPr>
        <p:txBody>
          <a:bodyPr wrap="square">
            <a:noAutofit/>
          </a:bodyPr>
          <a:lstStyle/>
          <a:p>
            <a:endParaRPr lang="en-US"/>
          </a:p>
        </p:txBody>
      </p:sp>
      <p:sp>
        <p:nvSpPr>
          <p:cNvPr id="2" name="Content Placeholder 2">
            <a:extLst>
              <a:ext uri="{FF2B5EF4-FFF2-40B4-BE49-F238E27FC236}">
                <a16:creationId xmlns:a16="http://schemas.microsoft.com/office/drawing/2014/main" id="{3763C1F7-8E8A-BB42-55A5-2DAEFAEB4917}"/>
              </a:ext>
            </a:extLst>
          </p:cNvPr>
          <p:cNvSpPr>
            <a:spLocks noGrp="1"/>
          </p:cNvSpPr>
          <p:nvPr>
            <p:ph sz="half" idx="36"/>
          </p:nvPr>
        </p:nvSpPr>
        <p:spPr>
          <a:xfrm>
            <a:off x="612648" y="1981200"/>
            <a:ext cx="4520826" cy="3667978"/>
          </a:xfrm>
        </p:spPr>
        <p:txBody>
          <a:bodyPr/>
          <a:lstStyle>
            <a:lvl1pPr>
              <a:lnSpc>
                <a:spcPct val="120000"/>
              </a:lnSpc>
              <a:defRPr sz="2400" b="0" i="0">
                <a:solidFill>
                  <a:schemeClr val="tx1"/>
                </a:solidFill>
                <a:latin typeface="+mn-lt"/>
              </a:defRPr>
            </a:lvl1pPr>
            <a:lvl2pPr>
              <a:lnSpc>
                <a:spcPct val="120000"/>
              </a:lnSpc>
              <a:defRPr sz="2000" b="0" i="0">
                <a:solidFill>
                  <a:schemeClr val="tx1"/>
                </a:solidFill>
                <a:latin typeface="+mn-lt"/>
              </a:defRPr>
            </a:lvl2pPr>
            <a:lvl3pPr>
              <a:lnSpc>
                <a:spcPct val="120000"/>
              </a:lnSpc>
              <a:defRPr sz="1800" b="0" i="0">
                <a:solidFill>
                  <a:schemeClr val="tx1"/>
                </a:solidFill>
                <a:latin typeface="+mn-lt"/>
              </a:defRPr>
            </a:lvl3pPr>
            <a:lvl4pPr>
              <a:lnSpc>
                <a:spcPct val="120000"/>
              </a:lnSpc>
              <a:defRPr sz="1600" b="0" i="0">
                <a:solidFill>
                  <a:schemeClr val="tx1"/>
                </a:solidFill>
                <a:latin typeface="+mn-lt"/>
              </a:defRPr>
            </a:lvl4pPr>
            <a:lvl5pPr>
              <a:lnSpc>
                <a:spcPct val="120000"/>
              </a:lnSpc>
              <a:defRPr sz="1600" b="0" i="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1">
            <a:extLst>
              <a:ext uri="{FF2B5EF4-FFF2-40B4-BE49-F238E27FC236}">
                <a16:creationId xmlns:a16="http://schemas.microsoft.com/office/drawing/2014/main" id="{9770AE80-3C36-F742-5753-88408F2B7737}"/>
              </a:ext>
            </a:extLst>
          </p:cNvPr>
          <p:cNvSpPr>
            <a:spLocks noGrp="1"/>
          </p:cNvSpPr>
          <p:nvPr>
            <p:ph type="title"/>
          </p:nvPr>
        </p:nvSpPr>
        <p:spPr>
          <a:xfrm>
            <a:off x="612648" y="606998"/>
            <a:ext cx="4520826" cy="1093465"/>
          </a:xfrm>
          <a:prstGeom prst="rect">
            <a:avLst/>
          </a:prstGeom>
        </p:spPr>
        <p:txBody>
          <a:bodyPr anchor="t" anchorCtr="0">
            <a:noAutofit/>
          </a:bodyPr>
          <a:lstStyle>
            <a:lvl1pPr>
              <a:defRPr>
                <a:latin typeface="+mj-lt"/>
              </a:defRPr>
            </a:lvl1pPr>
          </a:lstStyle>
          <a:p>
            <a:r>
              <a:rPr lang="en-US"/>
              <a:t>Click to edit Master title style</a:t>
            </a:r>
          </a:p>
        </p:txBody>
      </p:sp>
      <p:pic>
        <p:nvPicPr>
          <p:cNvPr id="5" name="Graphic 4">
            <a:extLst>
              <a:ext uri="{FF2B5EF4-FFF2-40B4-BE49-F238E27FC236}">
                <a16:creationId xmlns:a16="http://schemas.microsoft.com/office/drawing/2014/main" id="{59560398-3DF2-4CD2-1A18-EDE685C38F3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2176062">
            <a:off x="5897880" y="137160"/>
            <a:ext cx="6294120" cy="6294120"/>
          </a:xfrm>
          <a:prstGeom prst="rect">
            <a:avLst/>
          </a:prstGeom>
        </p:spPr>
      </p:pic>
      <p:sp>
        <p:nvSpPr>
          <p:cNvPr id="3" name="TextBox 2">
            <a:extLst>
              <a:ext uri="{FF2B5EF4-FFF2-40B4-BE49-F238E27FC236}">
                <a16:creationId xmlns:a16="http://schemas.microsoft.com/office/drawing/2014/main" id="{B8858897-D7D5-F7E8-E6CC-3A81044B09CA}"/>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20500866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showMasterSp="0" preserve="1" userDrawn="1">
  <p:cSld name="3_Picture_Copy_2">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3763C1F7-8E8A-BB42-55A5-2DAEFAEB4917}"/>
              </a:ext>
            </a:extLst>
          </p:cNvPr>
          <p:cNvSpPr>
            <a:spLocks noGrp="1"/>
          </p:cNvSpPr>
          <p:nvPr>
            <p:ph sz="half" idx="36"/>
          </p:nvPr>
        </p:nvSpPr>
        <p:spPr>
          <a:xfrm>
            <a:off x="612648" y="1981200"/>
            <a:ext cx="4520826" cy="3667978"/>
          </a:xfrm>
        </p:spPr>
        <p:txBody>
          <a:bodyPr/>
          <a:lstStyle>
            <a:lvl1pPr>
              <a:lnSpc>
                <a:spcPct val="120000"/>
              </a:lnSpc>
              <a:defRPr sz="2400" b="0" i="0">
                <a:solidFill>
                  <a:schemeClr val="tx1"/>
                </a:solidFill>
                <a:latin typeface="+mn-lt"/>
              </a:defRPr>
            </a:lvl1pPr>
            <a:lvl2pPr>
              <a:lnSpc>
                <a:spcPct val="120000"/>
              </a:lnSpc>
              <a:defRPr sz="2000" b="0" i="0">
                <a:solidFill>
                  <a:schemeClr val="tx1"/>
                </a:solidFill>
                <a:latin typeface="+mn-lt"/>
              </a:defRPr>
            </a:lvl2pPr>
            <a:lvl3pPr>
              <a:lnSpc>
                <a:spcPct val="120000"/>
              </a:lnSpc>
              <a:defRPr sz="1800" b="0" i="0">
                <a:solidFill>
                  <a:schemeClr val="tx1"/>
                </a:solidFill>
                <a:latin typeface="+mn-lt"/>
              </a:defRPr>
            </a:lvl3pPr>
            <a:lvl4pPr>
              <a:lnSpc>
                <a:spcPct val="120000"/>
              </a:lnSpc>
              <a:defRPr sz="1600" b="0" i="0">
                <a:solidFill>
                  <a:schemeClr val="tx1"/>
                </a:solidFill>
                <a:latin typeface="+mn-lt"/>
              </a:defRPr>
            </a:lvl4pPr>
            <a:lvl5pPr>
              <a:lnSpc>
                <a:spcPct val="120000"/>
              </a:lnSpc>
              <a:defRPr sz="1600" b="0" i="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itle 1">
            <a:extLst>
              <a:ext uri="{FF2B5EF4-FFF2-40B4-BE49-F238E27FC236}">
                <a16:creationId xmlns:a16="http://schemas.microsoft.com/office/drawing/2014/main" id="{9770AE80-3C36-F742-5753-88408F2B7737}"/>
              </a:ext>
            </a:extLst>
          </p:cNvPr>
          <p:cNvSpPr>
            <a:spLocks noGrp="1"/>
          </p:cNvSpPr>
          <p:nvPr>
            <p:ph type="title"/>
          </p:nvPr>
        </p:nvSpPr>
        <p:spPr>
          <a:xfrm>
            <a:off x="612648" y="606998"/>
            <a:ext cx="4520826" cy="1093465"/>
          </a:xfrm>
          <a:prstGeom prst="rect">
            <a:avLst/>
          </a:prstGeom>
        </p:spPr>
        <p:txBody>
          <a:bodyPr anchor="t" anchorCtr="0">
            <a:noAutofit/>
          </a:bodyPr>
          <a:lstStyle>
            <a:lvl1pPr>
              <a:defRPr>
                <a:latin typeface="+mj-lt"/>
              </a:defRPr>
            </a:lvl1pPr>
          </a:lstStyle>
          <a:p>
            <a:r>
              <a:rPr lang="en-US"/>
              <a:t>Click to edit Master title style</a:t>
            </a:r>
          </a:p>
        </p:txBody>
      </p:sp>
      <p:grpSp>
        <p:nvGrpSpPr>
          <p:cNvPr id="45" name="Group 44">
            <a:extLst>
              <a:ext uri="{FF2B5EF4-FFF2-40B4-BE49-F238E27FC236}">
                <a16:creationId xmlns:a16="http://schemas.microsoft.com/office/drawing/2014/main" id="{57C0B078-D695-07D4-2ECA-897996214DEF}"/>
              </a:ext>
            </a:extLst>
          </p:cNvPr>
          <p:cNvGrpSpPr/>
          <p:nvPr userDrawn="1"/>
        </p:nvGrpSpPr>
        <p:grpSpPr>
          <a:xfrm>
            <a:off x="6096001" y="-1"/>
            <a:ext cx="6095999" cy="6156349"/>
            <a:chOff x="6096001" y="-1"/>
            <a:chExt cx="6095999" cy="6156349"/>
          </a:xfrm>
        </p:grpSpPr>
        <p:sp>
          <p:nvSpPr>
            <p:cNvPr id="41" name="Freeform 40">
              <a:extLst>
                <a:ext uri="{FF2B5EF4-FFF2-40B4-BE49-F238E27FC236}">
                  <a16:creationId xmlns:a16="http://schemas.microsoft.com/office/drawing/2014/main" id="{B029E189-6155-C020-2DCE-E83430D204A2}"/>
                </a:ext>
              </a:extLst>
            </p:cNvPr>
            <p:cNvSpPr/>
            <p:nvPr userDrawn="1"/>
          </p:nvSpPr>
          <p:spPr>
            <a:xfrm rot="5400000">
              <a:off x="6524835" y="489184"/>
              <a:ext cx="6156349" cy="5177980"/>
            </a:xfrm>
            <a:custGeom>
              <a:avLst/>
              <a:gdLst>
                <a:gd name="connsiteX0" fmla="*/ 0 w 6156349"/>
                <a:gd name="connsiteY0" fmla="*/ 4715251 h 5177980"/>
                <a:gd name="connsiteX1" fmla="*/ 1 w 6156349"/>
                <a:gd name="connsiteY1" fmla="*/ 0 h 5177980"/>
                <a:gd name="connsiteX2" fmla="*/ 5970397 w 6156349"/>
                <a:gd name="connsiteY2" fmla="*/ 0 h 5177980"/>
                <a:gd name="connsiteX3" fmla="*/ 6009936 w 6156349"/>
                <a:gd name="connsiteY3" fmla="*/ 185953 h 5177980"/>
                <a:gd name="connsiteX4" fmla="*/ 5998060 w 6156349"/>
                <a:gd name="connsiteY4" fmla="*/ 2936930 h 5177980"/>
                <a:gd name="connsiteX5" fmla="*/ 3661641 w 6156349"/>
                <a:gd name="connsiteY5" fmla="*/ 5092241 h 5177980"/>
                <a:gd name="connsiteX6" fmla="*/ 3640178 w 6156349"/>
                <a:gd name="connsiteY6" fmla="*/ 5094722 h 5177980"/>
                <a:gd name="connsiteX7" fmla="*/ 3640177 w 6156349"/>
                <a:gd name="connsiteY7" fmla="*/ 5094723 h 5177980"/>
                <a:gd name="connsiteX8" fmla="*/ 3490781 w 6156349"/>
                <a:gd name="connsiteY8" fmla="*/ 5111997 h 5177980"/>
                <a:gd name="connsiteX9" fmla="*/ 2506664 w 6156349"/>
                <a:gd name="connsiteY9" fmla="*/ 5177922 h 5177980"/>
                <a:gd name="connsiteX10" fmla="*/ 117493 w 6156349"/>
                <a:gd name="connsiteY10" fmla="*/ 4784845 h 5177980"/>
                <a:gd name="connsiteX11" fmla="*/ 0 w 6156349"/>
                <a:gd name="connsiteY11" fmla="*/ 4715251 h 5177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56349" h="5177980">
                  <a:moveTo>
                    <a:pt x="0" y="4715251"/>
                  </a:moveTo>
                  <a:lnTo>
                    <a:pt x="1" y="0"/>
                  </a:lnTo>
                  <a:lnTo>
                    <a:pt x="5970397" y="0"/>
                  </a:lnTo>
                  <a:lnTo>
                    <a:pt x="6009936" y="185953"/>
                  </a:lnTo>
                  <a:cubicBezTo>
                    <a:pt x="6211949" y="1202440"/>
                    <a:pt x="6202026" y="2085942"/>
                    <a:pt x="5998060" y="2936930"/>
                  </a:cubicBezTo>
                  <a:cubicBezTo>
                    <a:pt x="5642855" y="4418699"/>
                    <a:pt x="5107076" y="4909507"/>
                    <a:pt x="3661641" y="5092241"/>
                  </a:cubicBezTo>
                  <a:lnTo>
                    <a:pt x="3640178" y="5094722"/>
                  </a:lnTo>
                  <a:lnTo>
                    <a:pt x="3640177" y="5094723"/>
                  </a:lnTo>
                  <a:lnTo>
                    <a:pt x="3490781" y="5111997"/>
                  </a:lnTo>
                  <a:cubicBezTo>
                    <a:pt x="3199148" y="5142775"/>
                    <a:pt x="2872838" y="5163132"/>
                    <a:pt x="2506664" y="5177922"/>
                  </a:cubicBezTo>
                  <a:cubicBezTo>
                    <a:pt x="1405192" y="5180974"/>
                    <a:pt x="651025" y="5064342"/>
                    <a:pt x="117493" y="4784845"/>
                  </a:cubicBezTo>
                  <a:lnTo>
                    <a:pt x="0" y="4715251"/>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5" name="Freeform 34">
              <a:extLst>
                <a:ext uri="{FF2B5EF4-FFF2-40B4-BE49-F238E27FC236}">
                  <a16:creationId xmlns:a16="http://schemas.microsoft.com/office/drawing/2014/main" id="{DD854E2C-9358-821A-CB8F-84C9B45CCD6D}"/>
                </a:ext>
              </a:extLst>
            </p:cNvPr>
            <p:cNvSpPr/>
            <p:nvPr userDrawn="1"/>
          </p:nvSpPr>
          <p:spPr>
            <a:xfrm rot="5400000">
              <a:off x="6288836" y="-192835"/>
              <a:ext cx="5710329" cy="6095999"/>
            </a:xfrm>
            <a:custGeom>
              <a:avLst/>
              <a:gdLst>
                <a:gd name="connsiteX0" fmla="*/ 0 w 5710329"/>
                <a:gd name="connsiteY0" fmla="*/ 5753280 h 6095999"/>
                <a:gd name="connsiteX1" fmla="*/ 1 w 5710329"/>
                <a:gd name="connsiteY1" fmla="*/ 0 h 6095999"/>
                <a:gd name="connsiteX2" fmla="*/ 4879049 w 5710329"/>
                <a:gd name="connsiteY2" fmla="*/ 0 h 6095999"/>
                <a:gd name="connsiteX3" fmla="*/ 4908244 w 5710329"/>
                <a:gd name="connsiteY3" fmla="*/ 46647 h 6095999"/>
                <a:gd name="connsiteX4" fmla="*/ 5443554 w 5710329"/>
                <a:gd name="connsiteY4" fmla="*/ 1194582 h 6095999"/>
                <a:gd name="connsiteX5" fmla="*/ 3810471 w 5710329"/>
                <a:gd name="connsiteY5" fmla="*/ 4975765 h 6095999"/>
                <a:gd name="connsiteX6" fmla="*/ 3640177 w 5710329"/>
                <a:gd name="connsiteY6" fmla="*/ 5094722 h 6095999"/>
                <a:gd name="connsiteX7" fmla="*/ 3640175 w 5710329"/>
                <a:gd name="connsiteY7" fmla="*/ 5094722 h 6095999"/>
                <a:gd name="connsiteX8" fmla="*/ 3627189 w 5710329"/>
                <a:gd name="connsiteY8" fmla="*/ 5103794 h 6095999"/>
                <a:gd name="connsiteX9" fmla="*/ 25591 w 5710329"/>
                <a:gd name="connsiteY9" fmla="*/ 5770091 h 6095999"/>
                <a:gd name="connsiteX10" fmla="*/ 0 w 5710329"/>
                <a:gd name="connsiteY10" fmla="*/ 5753280 h 6095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10329" h="6095999">
                  <a:moveTo>
                    <a:pt x="0" y="5753280"/>
                  </a:moveTo>
                  <a:lnTo>
                    <a:pt x="1" y="0"/>
                  </a:lnTo>
                  <a:lnTo>
                    <a:pt x="4879049" y="0"/>
                  </a:lnTo>
                  <a:lnTo>
                    <a:pt x="4908244" y="46647"/>
                  </a:lnTo>
                  <a:cubicBezTo>
                    <a:pt x="5131497" y="417493"/>
                    <a:pt x="5307586" y="797576"/>
                    <a:pt x="5443554" y="1194582"/>
                  </a:cubicBezTo>
                  <a:cubicBezTo>
                    <a:pt x="6055107" y="2980435"/>
                    <a:pt x="5657477" y="3673064"/>
                    <a:pt x="3810471" y="4975765"/>
                  </a:cubicBezTo>
                  <a:lnTo>
                    <a:pt x="3640177" y="5094722"/>
                  </a:lnTo>
                  <a:lnTo>
                    <a:pt x="3640175" y="5094722"/>
                  </a:lnTo>
                  <a:lnTo>
                    <a:pt x="3627189" y="5103794"/>
                  </a:lnTo>
                  <a:cubicBezTo>
                    <a:pt x="1938856" y="6181146"/>
                    <a:pt x="979798" y="6345006"/>
                    <a:pt x="25591" y="5770091"/>
                  </a:cubicBezTo>
                  <a:lnTo>
                    <a:pt x="0" y="575328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52" name="Picture Placeholder 51">
            <a:extLst>
              <a:ext uri="{FF2B5EF4-FFF2-40B4-BE49-F238E27FC236}">
                <a16:creationId xmlns:a16="http://schemas.microsoft.com/office/drawing/2014/main" id="{30BE9DD6-6822-1047-7D0E-C2815BE35553}"/>
              </a:ext>
            </a:extLst>
          </p:cNvPr>
          <p:cNvSpPr>
            <a:spLocks noGrp="1"/>
          </p:cNvSpPr>
          <p:nvPr>
            <p:ph type="pic" sz="quarter" idx="37"/>
          </p:nvPr>
        </p:nvSpPr>
        <p:spPr>
          <a:xfrm>
            <a:off x="7014018" y="1"/>
            <a:ext cx="5177982" cy="5710329"/>
          </a:xfrm>
          <a:custGeom>
            <a:avLst/>
            <a:gdLst>
              <a:gd name="connsiteX0" fmla="*/ 462730 w 5177982"/>
              <a:gd name="connsiteY0" fmla="*/ 0 h 5710329"/>
              <a:gd name="connsiteX1" fmla="*/ 5177982 w 5177982"/>
              <a:gd name="connsiteY1" fmla="*/ 1 h 5710329"/>
              <a:gd name="connsiteX2" fmla="*/ 5177982 w 5177982"/>
              <a:gd name="connsiteY2" fmla="*/ 4879049 h 5710329"/>
              <a:gd name="connsiteX3" fmla="*/ 5131335 w 5177982"/>
              <a:gd name="connsiteY3" fmla="*/ 4908244 h 5710329"/>
              <a:gd name="connsiteX4" fmla="*/ 3983400 w 5177982"/>
              <a:gd name="connsiteY4" fmla="*/ 5443554 h 5710329"/>
              <a:gd name="connsiteX5" fmla="*/ 202217 w 5177982"/>
              <a:gd name="connsiteY5" fmla="*/ 3810471 h 5710329"/>
              <a:gd name="connsiteX6" fmla="*/ 83260 w 5177982"/>
              <a:gd name="connsiteY6" fmla="*/ 3640177 h 5710329"/>
              <a:gd name="connsiteX7" fmla="*/ 83260 w 5177982"/>
              <a:gd name="connsiteY7" fmla="*/ 3640175 h 5710329"/>
              <a:gd name="connsiteX8" fmla="*/ 83258 w 5177982"/>
              <a:gd name="connsiteY8" fmla="*/ 3640172 h 5710329"/>
              <a:gd name="connsiteX9" fmla="*/ 65984 w 5177982"/>
              <a:gd name="connsiteY9" fmla="*/ 3490780 h 5710329"/>
              <a:gd name="connsiteX10" fmla="*/ 59 w 5177982"/>
              <a:gd name="connsiteY10" fmla="*/ 2506663 h 5710329"/>
              <a:gd name="connsiteX11" fmla="*/ 393136 w 5177982"/>
              <a:gd name="connsiteY11" fmla="*/ 117493 h 5710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77982" h="5710329">
                <a:moveTo>
                  <a:pt x="462730" y="0"/>
                </a:moveTo>
                <a:lnTo>
                  <a:pt x="5177982" y="1"/>
                </a:lnTo>
                <a:lnTo>
                  <a:pt x="5177982" y="4879049"/>
                </a:lnTo>
                <a:lnTo>
                  <a:pt x="5131335" y="4908244"/>
                </a:lnTo>
                <a:cubicBezTo>
                  <a:pt x="4760489" y="5131497"/>
                  <a:pt x="4380406" y="5307586"/>
                  <a:pt x="3983400" y="5443554"/>
                </a:cubicBezTo>
                <a:cubicBezTo>
                  <a:pt x="2197547" y="6055107"/>
                  <a:pt x="1504918" y="5657477"/>
                  <a:pt x="202217" y="3810471"/>
                </a:cubicBezTo>
                <a:lnTo>
                  <a:pt x="83260" y="3640177"/>
                </a:lnTo>
                <a:lnTo>
                  <a:pt x="83260" y="3640175"/>
                </a:lnTo>
                <a:lnTo>
                  <a:pt x="83258" y="3640172"/>
                </a:lnTo>
                <a:lnTo>
                  <a:pt x="65984" y="3490780"/>
                </a:lnTo>
                <a:cubicBezTo>
                  <a:pt x="35206" y="3199147"/>
                  <a:pt x="14849" y="2872837"/>
                  <a:pt x="59" y="2506663"/>
                </a:cubicBezTo>
                <a:cubicBezTo>
                  <a:pt x="-2993" y="1405192"/>
                  <a:pt x="113639" y="651025"/>
                  <a:pt x="393136" y="117493"/>
                </a:cubicBezTo>
                <a:close/>
              </a:path>
            </a:pathLst>
          </a:custGeom>
          <a:solidFill>
            <a:schemeClr val="bg2"/>
          </a:solidFill>
        </p:spPr>
        <p:txBody>
          <a:bodyPr wrap="square">
            <a:noAutofit/>
          </a:bodyPr>
          <a:lstStyle/>
          <a:p>
            <a:endParaRPr lang="en-US"/>
          </a:p>
        </p:txBody>
      </p:sp>
      <p:sp>
        <p:nvSpPr>
          <p:cNvPr id="3" name="TextBox 2">
            <a:extLst>
              <a:ext uri="{FF2B5EF4-FFF2-40B4-BE49-F238E27FC236}">
                <a16:creationId xmlns:a16="http://schemas.microsoft.com/office/drawing/2014/main" id="{D2622DAF-781C-8302-2A81-DF0C48E777E8}"/>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3509976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userDrawn="1">
  <p:cSld name="1_Picture_Copy_1">
    <p:spTree>
      <p:nvGrpSpPr>
        <p:cNvPr id="1" name=""/>
        <p:cNvGrpSpPr/>
        <p:nvPr/>
      </p:nvGrpSpPr>
      <p:grpSpPr>
        <a:xfrm>
          <a:off x="0" y="0"/>
          <a:ext cx="0" cy="0"/>
          <a:chOff x="0" y="0"/>
          <a:chExt cx="0" cy="0"/>
        </a:xfrm>
      </p:grpSpPr>
      <p:sp>
        <p:nvSpPr>
          <p:cNvPr id="26" name="Freeform: Shape 25">
            <a:extLst>
              <a:ext uri="{FF2B5EF4-FFF2-40B4-BE49-F238E27FC236}">
                <a16:creationId xmlns:a16="http://schemas.microsoft.com/office/drawing/2014/main" id="{773388A9-E747-7EDA-8C21-548BFC4CDC70}"/>
              </a:ext>
            </a:extLst>
          </p:cNvPr>
          <p:cNvSpPr/>
          <p:nvPr userDrawn="1"/>
        </p:nvSpPr>
        <p:spPr>
          <a:xfrm>
            <a:off x="6260122" y="0"/>
            <a:ext cx="5931879" cy="6050630"/>
          </a:xfrm>
          <a:custGeom>
            <a:avLst/>
            <a:gdLst>
              <a:gd name="connsiteX0" fmla="*/ 44257 w 5931879"/>
              <a:gd name="connsiteY0" fmla="*/ 0 h 6050630"/>
              <a:gd name="connsiteX1" fmla="*/ 84209 w 5931879"/>
              <a:gd name="connsiteY1" fmla="*/ 0 h 6050630"/>
              <a:gd name="connsiteX2" fmla="*/ 67168 w 5931879"/>
              <a:gd name="connsiteY2" fmla="*/ 134102 h 6050630"/>
              <a:gd name="connsiteX3" fmla="*/ 39641 w 5931879"/>
              <a:gd name="connsiteY3" fmla="*/ 679242 h 6050630"/>
              <a:gd name="connsiteX4" fmla="*/ 5371388 w 5931879"/>
              <a:gd name="connsiteY4" fmla="*/ 6010989 h 6050630"/>
              <a:gd name="connsiteX5" fmla="*/ 5916528 w 5931879"/>
              <a:gd name="connsiteY5" fmla="*/ 5983462 h 6050630"/>
              <a:gd name="connsiteX6" fmla="*/ 5931879 w 5931879"/>
              <a:gd name="connsiteY6" fmla="*/ 5981512 h 6050630"/>
              <a:gd name="connsiteX7" fmla="*/ 5931879 w 5931879"/>
              <a:gd name="connsiteY7" fmla="*/ 6021463 h 6050630"/>
              <a:gd name="connsiteX8" fmla="*/ 5920581 w 5931879"/>
              <a:gd name="connsiteY8" fmla="*/ 6022898 h 6050630"/>
              <a:gd name="connsiteX9" fmla="*/ 5371388 w 5931879"/>
              <a:gd name="connsiteY9" fmla="*/ 6050630 h 6050630"/>
              <a:gd name="connsiteX10" fmla="*/ 0 w 5931879"/>
              <a:gd name="connsiteY10" fmla="*/ 679242 h 6050630"/>
              <a:gd name="connsiteX11" fmla="*/ 27732 w 5931879"/>
              <a:gd name="connsiteY11" fmla="*/ 130049 h 6050630"/>
              <a:gd name="connsiteX12" fmla="*/ 44257 w 5931879"/>
              <a:gd name="connsiteY12" fmla="*/ 0 h 60506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931879" h="6050630">
                <a:moveTo>
                  <a:pt x="44257" y="0"/>
                </a:moveTo>
                <a:lnTo>
                  <a:pt x="84209" y="0"/>
                </a:lnTo>
                <a:lnTo>
                  <a:pt x="67168" y="134102"/>
                </a:lnTo>
                <a:cubicBezTo>
                  <a:pt x="48966" y="313340"/>
                  <a:pt x="39641" y="495202"/>
                  <a:pt x="39641" y="679242"/>
                </a:cubicBezTo>
                <a:cubicBezTo>
                  <a:pt x="39641" y="3623885"/>
                  <a:pt x="2426745" y="6010989"/>
                  <a:pt x="5371388" y="6010989"/>
                </a:cubicBezTo>
                <a:cubicBezTo>
                  <a:pt x="5555428" y="6010989"/>
                  <a:pt x="5737290" y="6001665"/>
                  <a:pt x="5916528" y="5983462"/>
                </a:cubicBezTo>
                <a:lnTo>
                  <a:pt x="5931879" y="5981512"/>
                </a:lnTo>
                <a:lnTo>
                  <a:pt x="5931879" y="6021463"/>
                </a:lnTo>
                <a:lnTo>
                  <a:pt x="5920581" y="6022898"/>
                </a:lnTo>
                <a:cubicBezTo>
                  <a:pt x="5740011" y="6041236"/>
                  <a:pt x="5556796" y="6050630"/>
                  <a:pt x="5371388" y="6050630"/>
                </a:cubicBezTo>
                <a:cubicBezTo>
                  <a:pt x="2404852" y="6050630"/>
                  <a:pt x="0" y="3645778"/>
                  <a:pt x="0" y="679242"/>
                </a:cubicBezTo>
                <a:cubicBezTo>
                  <a:pt x="0" y="493834"/>
                  <a:pt x="9394" y="310619"/>
                  <a:pt x="27732" y="130049"/>
                </a:cubicBezTo>
                <a:lnTo>
                  <a:pt x="44257"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Picture Placeholder 11">
            <a:extLst>
              <a:ext uri="{FF2B5EF4-FFF2-40B4-BE49-F238E27FC236}">
                <a16:creationId xmlns:a16="http://schemas.microsoft.com/office/drawing/2014/main" id="{22806B29-202A-577C-44A6-3088729BE5FF}"/>
              </a:ext>
            </a:extLst>
          </p:cNvPr>
          <p:cNvSpPr>
            <a:spLocks noGrp="1"/>
          </p:cNvSpPr>
          <p:nvPr>
            <p:ph type="pic" sz="quarter" idx="35"/>
          </p:nvPr>
        </p:nvSpPr>
        <p:spPr>
          <a:xfrm>
            <a:off x="6660208" y="3397"/>
            <a:ext cx="5083174" cy="6063134"/>
          </a:xfrm>
          <a:custGeom>
            <a:avLst/>
            <a:gdLst>
              <a:gd name="connsiteX0" fmla="*/ 0 w 5083174"/>
              <a:gd name="connsiteY0" fmla="*/ 0 h 6063134"/>
              <a:gd name="connsiteX1" fmla="*/ 5083174 w 5083174"/>
              <a:gd name="connsiteY1" fmla="*/ 0 h 6063134"/>
              <a:gd name="connsiteX2" fmla="*/ 5083174 w 5083174"/>
              <a:gd name="connsiteY2" fmla="*/ 3521546 h 6063134"/>
              <a:gd name="connsiteX3" fmla="*/ 2541586 w 5083174"/>
              <a:gd name="connsiteY3" fmla="*/ 6063134 h 6063134"/>
              <a:gd name="connsiteX4" fmla="*/ 13120 w 5083174"/>
              <a:gd name="connsiteY4" fmla="*/ 3781409 h 6063134"/>
              <a:gd name="connsiteX5" fmla="*/ 0 w 5083174"/>
              <a:gd name="connsiteY5" fmla="*/ 3521585 h 6063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83174" h="6063134">
                <a:moveTo>
                  <a:pt x="0" y="0"/>
                </a:moveTo>
                <a:lnTo>
                  <a:pt x="5083174" y="0"/>
                </a:lnTo>
                <a:lnTo>
                  <a:pt x="5083174" y="3521546"/>
                </a:lnTo>
                <a:cubicBezTo>
                  <a:pt x="5083174" y="4925226"/>
                  <a:pt x="3945266" y="6063134"/>
                  <a:pt x="2541586" y="6063134"/>
                </a:cubicBezTo>
                <a:cubicBezTo>
                  <a:pt x="1225636" y="6063134"/>
                  <a:pt x="143275" y="5063020"/>
                  <a:pt x="13120" y="3781409"/>
                </a:cubicBezTo>
                <a:lnTo>
                  <a:pt x="0" y="3521585"/>
                </a:lnTo>
                <a:close/>
              </a:path>
            </a:pathLst>
          </a:custGeom>
          <a:solidFill>
            <a:schemeClr val="bg2"/>
          </a:solidFill>
        </p:spPr>
        <p:txBody>
          <a:bodyPr wrap="square" anchor="ctr">
            <a:noAutofit/>
          </a:bodyPr>
          <a:lstStyle>
            <a:lvl1pPr algn="ctr">
              <a:defRPr/>
            </a:lvl1pPr>
          </a:lstStyle>
          <a:p>
            <a:endParaRPr lang="en-US"/>
          </a:p>
        </p:txBody>
      </p:sp>
      <p:sp>
        <p:nvSpPr>
          <p:cNvPr id="6" name="Content Placeholder 2">
            <a:extLst>
              <a:ext uri="{FF2B5EF4-FFF2-40B4-BE49-F238E27FC236}">
                <a16:creationId xmlns:a16="http://schemas.microsoft.com/office/drawing/2014/main" id="{475FC821-31E7-183F-9B69-A64A5A429D2F}"/>
              </a:ext>
            </a:extLst>
          </p:cNvPr>
          <p:cNvSpPr>
            <a:spLocks noGrp="1"/>
          </p:cNvSpPr>
          <p:nvPr>
            <p:ph sz="half" idx="1"/>
          </p:nvPr>
        </p:nvSpPr>
        <p:spPr>
          <a:xfrm>
            <a:off x="612648" y="2286000"/>
            <a:ext cx="5303520" cy="3667978"/>
          </a:xfrm>
        </p:spPr>
        <p:txBody>
          <a:bodyPr/>
          <a:lstStyle>
            <a:lvl1pPr>
              <a:lnSpc>
                <a:spcPct val="120000"/>
              </a:lnSpc>
              <a:defRPr sz="1600" b="0" i="0">
                <a:solidFill>
                  <a:schemeClr val="tx1"/>
                </a:solidFill>
                <a:latin typeface="+mn-lt"/>
              </a:defRPr>
            </a:lvl1pPr>
            <a:lvl2pPr>
              <a:lnSpc>
                <a:spcPct val="120000"/>
              </a:lnSpc>
              <a:defRPr sz="1600" b="0" i="0">
                <a:solidFill>
                  <a:schemeClr val="tx1"/>
                </a:solidFill>
                <a:latin typeface="+mn-lt"/>
              </a:defRPr>
            </a:lvl2pPr>
            <a:lvl3pPr>
              <a:lnSpc>
                <a:spcPct val="120000"/>
              </a:lnSpc>
              <a:defRPr sz="1600" b="0" i="0">
                <a:solidFill>
                  <a:schemeClr val="tx1"/>
                </a:solidFill>
                <a:latin typeface="+mn-lt"/>
              </a:defRPr>
            </a:lvl3pPr>
            <a:lvl4pPr>
              <a:lnSpc>
                <a:spcPct val="120000"/>
              </a:lnSpc>
              <a:defRPr sz="1600" b="0" i="0">
                <a:solidFill>
                  <a:schemeClr val="tx1"/>
                </a:solidFill>
                <a:latin typeface="+mn-lt"/>
              </a:defRPr>
            </a:lvl4pPr>
            <a:lvl5pPr>
              <a:lnSpc>
                <a:spcPct val="120000"/>
              </a:lnSpc>
              <a:defRPr sz="1600" b="0" i="0">
                <a:solidFill>
                  <a:schemeClr val="tx1"/>
                </a:solidFill>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itle 1">
            <a:extLst>
              <a:ext uri="{FF2B5EF4-FFF2-40B4-BE49-F238E27FC236}">
                <a16:creationId xmlns:a16="http://schemas.microsoft.com/office/drawing/2014/main" id="{634D81A3-6DF7-EF47-552D-C05B137AF826}"/>
              </a:ext>
            </a:extLst>
          </p:cNvPr>
          <p:cNvSpPr>
            <a:spLocks noGrp="1"/>
          </p:cNvSpPr>
          <p:nvPr>
            <p:ph type="title"/>
          </p:nvPr>
        </p:nvSpPr>
        <p:spPr>
          <a:xfrm>
            <a:off x="612648" y="706056"/>
            <a:ext cx="5303520" cy="1471584"/>
          </a:xfrm>
          <a:prstGeom prst="rect">
            <a:avLst/>
          </a:prstGeom>
        </p:spPr>
        <p:txBody>
          <a:bodyPr anchor="b" anchorCtr="0">
            <a:noAutofit/>
          </a:bodyPr>
          <a:lstStyle>
            <a:lvl1pPr>
              <a:defRPr>
                <a:latin typeface="+mj-lt"/>
              </a:defRPr>
            </a:lvl1pPr>
          </a:lstStyle>
          <a:p>
            <a:r>
              <a:rPr lang="en-US"/>
              <a:t>Click to edit Master title style</a:t>
            </a:r>
          </a:p>
        </p:txBody>
      </p:sp>
      <p:sp>
        <p:nvSpPr>
          <p:cNvPr id="3" name="TextBox 2">
            <a:extLst>
              <a:ext uri="{FF2B5EF4-FFF2-40B4-BE49-F238E27FC236}">
                <a16:creationId xmlns:a16="http://schemas.microsoft.com/office/drawing/2014/main" id="{522FB87F-438F-5A54-E7D7-2EE9055BB66C}"/>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4191807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Picture_Copy_4">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71A3A2E4-6B4A-D6DC-7C75-7B6BE454E338}"/>
              </a:ext>
            </a:extLst>
          </p:cNvPr>
          <p:cNvSpPr>
            <a:spLocks noChangeAspect="1"/>
          </p:cNvSpPr>
          <p:nvPr userDrawn="1"/>
        </p:nvSpPr>
        <p:spPr>
          <a:xfrm rot="16200000">
            <a:off x="6512572" y="1178571"/>
            <a:ext cx="6323304" cy="5035552"/>
          </a:xfrm>
          <a:custGeom>
            <a:avLst/>
            <a:gdLst>
              <a:gd name="connsiteX0" fmla="*/ 6323304 w 6323304"/>
              <a:gd name="connsiteY0" fmla="*/ 2517776 h 5035552"/>
              <a:gd name="connsiteX1" fmla="*/ 6323303 w 6323304"/>
              <a:gd name="connsiteY1" fmla="*/ 2517776 h 5035552"/>
              <a:gd name="connsiteX2" fmla="*/ 3805527 w 6323304"/>
              <a:gd name="connsiteY2" fmla="*/ 5035552 h 5035552"/>
              <a:gd name="connsiteX3" fmla="*/ 0 w 6323304"/>
              <a:gd name="connsiteY3" fmla="*/ 5035551 h 5035552"/>
              <a:gd name="connsiteX4" fmla="*/ 0 w 6323304"/>
              <a:gd name="connsiteY4" fmla="*/ 0 h 5035552"/>
              <a:gd name="connsiteX5" fmla="*/ 3805528 w 6323304"/>
              <a:gd name="connsiteY5" fmla="*/ 0 h 5035552"/>
              <a:gd name="connsiteX6" fmla="*/ 6323304 w 6323304"/>
              <a:gd name="connsiteY6" fmla="*/ 2517776 h 5035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23304" h="5035552">
                <a:moveTo>
                  <a:pt x="6323304" y="2517776"/>
                </a:moveTo>
                <a:lnTo>
                  <a:pt x="6323303" y="2517776"/>
                </a:lnTo>
                <a:cubicBezTo>
                  <a:pt x="6323303" y="3908305"/>
                  <a:pt x="5196056" y="5035552"/>
                  <a:pt x="3805527" y="5035552"/>
                </a:cubicBezTo>
                <a:lnTo>
                  <a:pt x="0" y="5035551"/>
                </a:lnTo>
                <a:lnTo>
                  <a:pt x="0" y="0"/>
                </a:lnTo>
                <a:lnTo>
                  <a:pt x="3805528" y="0"/>
                </a:lnTo>
                <a:cubicBezTo>
                  <a:pt x="5196057" y="0"/>
                  <a:pt x="6323304" y="1127247"/>
                  <a:pt x="6323304" y="2517776"/>
                </a:cubicBezTo>
                <a:close/>
              </a:path>
            </a:pathLst>
          </a:custGeom>
          <a:solidFill>
            <a:schemeClr val="accent1">
              <a:lumMod val="40000"/>
              <a:lumOff val="60000"/>
            </a:schemeClr>
          </a:solidFill>
          <a:ln w="444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12750" rtl="0" eaLnBrk="1" fontAlgn="auto" latinLnBrk="0" hangingPunct="0">
              <a:lnSpc>
                <a:spcPct val="100000"/>
              </a:lnSpc>
              <a:spcBef>
                <a:spcPts val="0"/>
              </a:spcBef>
              <a:spcAft>
                <a:spcPts val="0"/>
              </a:spcAft>
              <a:buClrTx/>
              <a:buSzTx/>
              <a:buFontTx/>
              <a:buNone/>
              <a:tabLst/>
              <a:defRPr/>
            </a:pPr>
            <a:endParaRPr kumimoji="0" lang="en-US" sz="1500" b="1" i="0" u="none" strike="noStrike" kern="0" cap="none" spc="0" normalizeH="0" baseline="0" noProof="0">
              <a:ln>
                <a:noFill/>
              </a:ln>
              <a:solidFill>
                <a:srgbClr val="C7E5FF"/>
              </a:solidFill>
              <a:effectLst/>
              <a:uLnTx/>
              <a:uFillTx/>
              <a:latin typeface="Clarika Grotesque Light Italic"/>
              <a:ea typeface="+mn-ea"/>
              <a:cs typeface="+mn-cs"/>
              <a:sym typeface="Helvetica Neue"/>
            </a:endParaRPr>
          </a:p>
        </p:txBody>
      </p:sp>
      <p:sp>
        <p:nvSpPr>
          <p:cNvPr id="9" name="Freeform 8">
            <a:extLst>
              <a:ext uri="{FF2B5EF4-FFF2-40B4-BE49-F238E27FC236}">
                <a16:creationId xmlns:a16="http://schemas.microsoft.com/office/drawing/2014/main" id="{7BB02B3F-2E42-6B61-7D0C-C36667361568}"/>
              </a:ext>
            </a:extLst>
          </p:cNvPr>
          <p:cNvSpPr>
            <a:spLocks noChangeAspect="1"/>
          </p:cNvSpPr>
          <p:nvPr userDrawn="1"/>
        </p:nvSpPr>
        <p:spPr>
          <a:xfrm rot="16200000">
            <a:off x="5785074" y="3467920"/>
            <a:ext cx="3861138" cy="3049650"/>
          </a:xfrm>
          <a:custGeom>
            <a:avLst/>
            <a:gdLst>
              <a:gd name="connsiteX0" fmla="*/ 3795824 w 3795824"/>
              <a:gd name="connsiteY0" fmla="*/ 1524825 h 3049650"/>
              <a:gd name="connsiteX1" fmla="*/ 2270999 w 3795824"/>
              <a:gd name="connsiteY1" fmla="*/ 3049650 h 3049650"/>
              <a:gd name="connsiteX2" fmla="*/ 0 w 3795824"/>
              <a:gd name="connsiteY2" fmla="*/ 3049650 h 3049650"/>
              <a:gd name="connsiteX3" fmla="*/ 0 w 3795824"/>
              <a:gd name="connsiteY3" fmla="*/ 0 h 3049650"/>
              <a:gd name="connsiteX4" fmla="*/ 2270999 w 3795824"/>
              <a:gd name="connsiteY4" fmla="*/ 0 h 3049650"/>
              <a:gd name="connsiteX5" fmla="*/ 3795824 w 3795824"/>
              <a:gd name="connsiteY5" fmla="*/ 1524825 h 3049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95824" h="3049650">
                <a:moveTo>
                  <a:pt x="3795824" y="1524825"/>
                </a:moveTo>
                <a:cubicBezTo>
                  <a:pt x="3795824" y="2366963"/>
                  <a:pt x="3113137" y="3049650"/>
                  <a:pt x="2270999" y="3049650"/>
                </a:cubicBezTo>
                <a:lnTo>
                  <a:pt x="0" y="3049650"/>
                </a:lnTo>
                <a:lnTo>
                  <a:pt x="0" y="0"/>
                </a:lnTo>
                <a:lnTo>
                  <a:pt x="2270999" y="0"/>
                </a:lnTo>
                <a:cubicBezTo>
                  <a:pt x="3113137" y="0"/>
                  <a:pt x="3795824" y="682687"/>
                  <a:pt x="3795824" y="1524825"/>
                </a:cubicBezTo>
                <a:close/>
              </a:path>
            </a:pathLst>
          </a:custGeom>
          <a:noFill/>
          <a:ln w="444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12750" rtl="0" eaLnBrk="1" fontAlgn="auto" latinLnBrk="0" hangingPunct="0">
              <a:lnSpc>
                <a:spcPct val="100000"/>
              </a:lnSpc>
              <a:spcBef>
                <a:spcPts val="0"/>
              </a:spcBef>
              <a:spcAft>
                <a:spcPts val="0"/>
              </a:spcAft>
              <a:buClrTx/>
              <a:buSzTx/>
              <a:buFontTx/>
              <a:buNone/>
              <a:tabLst/>
              <a:defRPr/>
            </a:pPr>
            <a:endParaRPr kumimoji="0" lang="en-US" sz="1500" b="1" i="0" u="none" strike="noStrike" kern="0" cap="none" spc="0" normalizeH="0" baseline="0" noProof="0">
              <a:ln>
                <a:noFill/>
              </a:ln>
              <a:solidFill>
                <a:srgbClr val="C7E5FF"/>
              </a:solidFill>
              <a:effectLst/>
              <a:uLnTx/>
              <a:uFillTx/>
              <a:latin typeface="Clarika Grotesque Light Italic"/>
              <a:ea typeface="+mn-ea"/>
              <a:cs typeface="+mn-cs"/>
              <a:sym typeface="Helvetica Neue"/>
            </a:endParaRPr>
          </a:p>
        </p:txBody>
      </p:sp>
      <p:sp>
        <p:nvSpPr>
          <p:cNvPr id="10" name="Title 1">
            <a:extLst>
              <a:ext uri="{FF2B5EF4-FFF2-40B4-BE49-F238E27FC236}">
                <a16:creationId xmlns:a16="http://schemas.microsoft.com/office/drawing/2014/main" id="{324425F0-C1D7-E160-5B19-E895C5FA899D}"/>
              </a:ext>
            </a:extLst>
          </p:cNvPr>
          <p:cNvSpPr>
            <a:spLocks noGrp="1"/>
          </p:cNvSpPr>
          <p:nvPr>
            <p:ph type="title"/>
          </p:nvPr>
        </p:nvSpPr>
        <p:spPr>
          <a:xfrm>
            <a:off x="939771" y="714436"/>
            <a:ext cx="4560105" cy="1776288"/>
          </a:xfrm>
          <a:prstGeom prst="rect">
            <a:avLst/>
          </a:prstGeom>
        </p:spPr>
        <p:txBody>
          <a:bodyPr anchor="b">
            <a:noAutofit/>
          </a:bodyPr>
          <a:lstStyle>
            <a:lvl1pPr>
              <a:defRPr sz="3600">
                <a:latin typeface="+mj-lt"/>
              </a:defRPr>
            </a:lvl1pPr>
          </a:lstStyle>
          <a:p>
            <a:r>
              <a:rPr lang="en-US"/>
              <a:t>Click to edit Master title style</a:t>
            </a:r>
          </a:p>
        </p:txBody>
      </p:sp>
      <p:sp>
        <p:nvSpPr>
          <p:cNvPr id="11" name="Text Placeholder 4">
            <a:extLst>
              <a:ext uri="{FF2B5EF4-FFF2-40B4-BE49-F238E27FC236}">
                <a16:creationId xmlns:a16="http://schemas.microsoft.com/office/drawing/2014/main" id="{09E1A1FD-865C-C300-5048-0510199D98BB}"/>
              </a:ext>
            </a:extLst>
          </p:cNvPr>
          <p:cNvSpPr>
            <a:spLocks noGrp="1"/>
          </p:cNvSpPr>
          <p:nvPr>
            <p:ph type="body" sz="quarter" idx="12"/>
          </p:nvPr>
        </p:nvSpPr>
        <p:spPr>
          <a:xfrm>
            <a:off x="939771" y="2594492"/>
            <a:ext cx="4560104" cy="2464352"/>
          </a:xfrm>
          <a:prstGeom prst="rect">
            <a:avLst/>
          </a:prstGeom>
        </p:spPr>
        <p:txBody>
          <a:bodyPr/>
          <a:lstStyle>
            <a:lvl1pPr marL="0" indent="0">
              <a:lnSpc>
                <a:spcPct val="120000"/>
              </a:lnSpc>
              <a:buNone/>
              <a:defRPr sz="2000">
                <a:solidFill>
                  <a:schemeClr val="tx1"/>
                </a:solidFill>
              </a:defRPr>
            </a:lvl1pPr>
            <a:lvl2pPr marL="374439" indent="0">
              <a:lnSpc>
                <a:spcPct val="120000"/>
              </a:lnSpc>
              <a:buNone/>
              <a:defRPr sz="2000">
                <a:solidFill>
                  <a:schemeClr val="tx1"/>
                </a:solidFill>
              </a:defRPr>
            </a:lvl2pPr>
            <a:lvl3pPr marL="748878" indent="0">
              <a:lnSpc>
                <a:spcPct val="120000"/>
              </a:lnSpc>
              <a:buNone/>
              <a:defRPr sz="2000">
                <a:solidFill>
                  <a:schemeClr val="tx1"/>
                </a:solidFill>
              </a:defRPr>
            </a:lvl3pPr>
            <a:lvl4pPr marL="1123316" indent="0">
              <a:lnSpc>
                <a:spcPct val="120000"/>
              </a:lnSpc>
              <a:buNone/>
              <a:defRPr sz="2000">
                <a:solidFill>
                  <a:schemeClr val="tx1"/>
                </a:solidFill>
              </a:defRPr>
            </a:lvl4pPr>
            <a:lvl5pPr marL="1497755" indent="0">
              <a:lnSpc>
                <a:spcPct val="120000"/>
              </a:lnSpc>
              <a:buNone/>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13">
            <a:extLst>
              <a:ext uri="{FF2B5EF4-FFF2-40B4-BE49-F238E27FC236}">
                <a16:creationId xmlns:a16="http://schemas.microsoft.com/office/drawing/2014/main" id="{AD438BF8-06A4-79A5-8E78-62B693B2F09E}"/>
              </a:ext>
            </a:extLst>
          </p:cNvPr>
          <p:cNvSpPr>
            <a:spLocks noGrp="1"/>
          </p:cNvSpPr>
          <p:nvPr>
            <p:ph type="pic" sz="quarter" idx="13"/>
          </p:nvPr>
        </p:nvSpPr>
        <p:spPr>
          <a:xfrm>
            <a:off x="6683005" y="795336"/>
            <a:ext cx="5114925" cy="6062664"/>
          </a:xfrm>
          <a:prstGeom prst="round2SameRect">
            <a:avLst>
              <a:gd name="adj1" fmla="val 50000"/>
              <a:gd name="adj2" fmla="val 0"/>
            </a:avLst>
          </a:prstGeom>
          <a:solidFill>
            <a:schemeClr val="bg2"/>
          </a:solidFill>
        </p:spPr>
        <p:txBody>
          <a:bodyPr/>
          <a:lstStyle/>
          <a:p>
            <a:endParaRPr lang="en-US"/>
          </a:p>
        </p:txBody>
      </p:sp>
      <p:sp>
        <p:nvSpPr>
          <p:cNvPr id="2" name="TextBox 1">
            <a:extLst>
              <a:ext uri="{FF2B5EF4-FFF2-40B4-BE49-F238E27FC236}">
                <a16:creationId xmlns:a16="http://schemas.microsoft.com/office/drawing/2014/main" id="{A023A4B6-69C8-4006-18AA-5F4E608A2167}"/>
              </a:ext>
            </a:extLst>
          </p:cNvPr>
          <p:cNvSpPr txBox="1"/>
          <p:nvPr userDrawn="1"/>
        </p:nvSpPr>
        <p:spPr>
          <a:xfrm>
            <a:off x="185806" y="6607387"/>
            <a:ext cx="2589909" cy="230832"/>
          </a:xfrm>
          <a:prstGeom prst="rect">
            <a:avLst/>
          </a:prstGeom>
          <a:noFill/>
        </p:spPr>
        <p:txBody>
          <a:bodyPr wrap="square" lIns="0" tIns="0" rIns="0" bIns="0" rtlCol="0">
            <a:noAutofit/>
          </a:bodyPr>
          <a:lstStyle/>
          <a:p>
            <a:pPr algn="l"/>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3936820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Picture_Copy_5">
    <p:spTree>
      <p:nvGrpSpPr>
        <p:cNvPr id="1" name=""/>
        <p:cNvGrpSpPr/>
        <p:nvPr/>
      </p:nvGrpSpPr>
      <p:grpSpPr>
        <a:xfrm>
          <a:off x="0" y="0"/>
          <a:ext cx="0" cy="0"/>
          <a:chOff x="0" y="0"/>
          <a:chExt cx="0" cy="0"/>
        </a:xfrm>
      </p:grpSpPr>
      <p:sp>
        <p:nvSpPr>
          <p:cNvPr id="5" name="Freeform 4">
            <a:extLst>
              <a:ext uri="{FF2B5EF4-FFF2-40B4-BE49-F238E27FC236}">
                <a16:creationId xmlns:a16="http://schemas.microsoft.com/office/drawing/2014/main" id="{FE02F90C-74F6-F95E-512C-8457F5D9DEBC}"/>
              </a:ext>
            </a:extLst>
          </p:cNvPr>
          <p:cNvSpPr>
            <a:spLocks noChangeAspect="1"/>
          </p:cNvSpPr>
          <p:nvPr/>
        </p:nvSpPr>
        <p:spPr>
          <a:xfrm rot="5400000" flipH="1">
            <a:off x="-643877" y="1178572"/>
            <a:ext cx="6323304" cy="5035553"/>
          </a:xfrm>
          <a:custGeom>
            <a:avLst/>
            <a:gdLst>
              <a:gd name="connsiteX0" fmla="*/ 6323304 w 6323304"/>
              <a:gd name="connsiteY0" fmla="*/ 2517777 h 5035553"/>
              <a:gd name="connsiteX1" fmla="*/ 3805528 w 6323304"/>
              <a:gd name="connsiteY1" fmla="*/ 0 h 5035553"/>
              <a:gd name="connsiteX2" fmla="*/ 0 w 6323304"/>
              <a:gd name="connsiteY2" fmla="*/ 0 h 5035553"/>
              <a:gd name="connsiteX3" fmla="*/ 0 w 6323304"/>
              <a:gd name="connsiteY3" fmla="*/ 5035552 h 5035553"/>
              <a:gd name="connsiteX4" fmla="*/ 3805527 w 6323304"/>
              <a:gd name="connsiteY4" fmla="*/ 5035553 h 5035553"/>
              <a:gd name="connsiteX5" fmla="*/ 6323303 w 6323304"/>
              <a:gd name="connsiteY5" fmla="*/ 2517777 h 5035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6323304" h="5035553">
                <a:moveTo>
                  <a:pt x="6323304" y="2517777"/>
                </a:moveTo>
                <a:cubicBezTo>
                  <a:pt x="6323304" y="1127248"/>
                  <a:pt x="5196057" y="0"/>
                  <a:pt x="3805528" y="0"/>
                </a:cubicBezTo>
                <a:lnTo>
                  <a:pt x="0" y="0"/>
                </a:lnTo>
                <a:lnTo>
                  <a:pt x="0" y="5035552"/>
                </a:lnTo>
                <a:lnTo>
                  <a:pt x="3805527" y="5035553"/>
                </a:lnTo>
                <a:cubicBezTo>
                  <a:pt x="5196056" y="5035553"/>
                  <a:pt x="6323303" y="3908306"/>
                  <a:pt x="6323303" y="2517777"/>
                </a:cubicBezTo>
                <a:close/>
              </a:path>
            </a:pathLst>
          </a:custGeom>
          <a:solidFill>
            <a:schemeClr val="accent1">
              <a:lumMod val="40000"/>
              <a:lumOff val="60000"/>
            </a:schemeClr>
          </a:solidFill>
          <a:ln w="44450">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12750" rtl="0" eaLnBrk="1" fontAlgn="auto" latinLnBrk="0" hangingPunct="0">
              <a:lnSpc>
                <a:spcPct val="100000"/>
              </a:lnSpc>
              <a:spcBef>
                <a:spcPts val="0"/>
              </a:spcBef>
              <a:spcAft>
                <a:spcPts val="0"/>
              </a:spcAft>
              <a:buClrTx/>
              <a:buSzTx/>
              <a:buFontTx/>
              <a:buNone/>
              <a:tabLst/>
              <a:defRPr/>
            </a:pPr>
            <a:endParaRPr kumimoji="0" lang="en-US" sz="1500" b="1" i="0" u="none" strike="noStrike" kern="0" cap="none" spc="0" normalizeH="0" baseline="0" noProof="0">
              <a:ln>
                <a:noFill/>
              </a:ln>
              <a:solidFill>
                <a:srgbClr val="C7E5FF"/>
              </a:solidFill>
              <a:effectLst/>
              <a:uLnTx/>
              <a:uFillTx/>
              <a:latin typeface="Clarika Grotesque Light Italic"/>
              <a:ea typeface="+mn-ea"/>
              <a:cs typeface="+mn-cs"/>
              <a:sym typeface="Helvetica Neue"/>
            </a:endParaRPr>
          </a:p>
        </p:txBody>
      </p:sp>
      <p:sp>
        <p:nvSpPr>
          <p:cNvPr id="7" name="Freeform 6">
            <a:extLst>
              <a:ext uri="{FF2B5EF4-FFF2-40B4-BE49-F238E27FC236}">
                <a16:creationId xmlns:a16="http://schemas.microsoft.com/office/drawing/2014/main" id="{30BDEC91-7754-A8C6-087E-3442A8D61E4D}"/>
              </a:ext>
            </a:extLst>
          </p:cNvPr>
          <p:cNvSpPr>
            <a:spLocks noChangeAspect="1"/>
          </p:cNvSpPr>
          <p:nvPr/>
        </p:nvSpPr>
        <p:spPr>
          <a:xfrm rot="5400000" flipH="1">
            <a:off x="2553045" y="3460663"/>
            <a:ext cx="3846624" cy="3049650"/>
          </a:xfrm>
          <a:custGeom>
            <a:avLst/>
            <a:gdLst>
              <a:gd name="connsiteX0" fmla="*/ 3795824 w 3795824"/>
              <a:gd name="connsiteY0" fmla="*/ 1524825 h 3049650"/>
              <a:gd name="connsiteX1" fmla="*/ 2270999 w 3795824"/>
              <a:gd name="connsiteY1" fmla="*/ 0 h 3049650"/>
              <a:gd name="connsiteX2" fmla="*/ 0 w 3795824"/>
              <a:gd name="connsiteY2" fmla="*/ 0 h 3049650"/>
              <a:gd name="connsiteX3" fmla="*/ 0 w 3795824"/>
              <a:gd name="connsiteY3" fmla="*/ 3049650 h 3049650"/>
              <a:gd name="connsiteX4" fmla="*/ 2270999 w 3795824"/>
              <a:gd name="connsiteY4" fmla="*/ 3049650 h 3049650"/>
              <a:gd name="connsiteX5" fmla="*/ 3795824 w 3795824"/>
              <a:gd name="connsiteY5" fmla="*/ 1524825 h 3049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795824" h="3049650">
                <a:moveTo>
                  <a:pt x="3795824" y="1524825"/>
                </a:moveTo>
                <a:cubicBezTo>
                  <a:pt x="3795824" y="682686"/>
                  <a:pt x="3113137" y="0"/>
                  <a:pt x="2270999" y="0"/>
                </a:cubicBezTo>
                <a:lnTo>
                  <a:pt x="0" y="0"/>
                </a:lnTo>
                <a:lnTo>
                  <a:pt x="0" y="3049650"/>
                </a:lnTo>
                <a:lnTo>
                  <a:pt x="2270999" y="3049650"/>
                </a:lnTo>
                <a:cubicBezTo>
                  <a:pt x="3113137" y="3049650"/>
                  <a:pt x="3795824" y="2366963"/>
                  <a:pt x="3795824" y="1524825"/>
                </a:cubicBezTo>
                <a:close/>
              </a:path>
            </a:pathLst>
          </a:custGeom>
          <a:noFill/>
          <a:ln w="444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12750" rtl="0" eaLnBrk="1" fontAlgn="auto" latinLnBrk="0" hangingPunct="0">
              <a:lnSpc>
                <a:spcPct val="100000"/>
              </a:lnSpc>
              <a:spcBef>
                <a:spcPts val="0"/>
              </a:spcBef>
              <a:spcAft>
                <a:spcPts val="0"/>
              </a:spcAft>
              <a:buClrTx/>
              <a:buSzTx/>
              <a:buFontTx/>
              <a:buNone/>
              <a:tabLst/>
              <a:defRPr/>
            </a:pPr>
            <a:endParaRPr kumimoji="0" lang="en-US" sz="1500" b="1" i="0" u="none" strike="noStrike" kern="0" cap="none" spc="0" normalizeH="0" baseline="0" noProof="0">
              <a:ln>
                <a:noFill/>
              </a:ln>
              <a:solidFill>
                <a:srgbClr val="C7E5FF"/>
              </a:solidFill>
              <a:effectLst/>
              <a:uLnTx/>
              <a:uFillTx/>
              <a:latin typeface="Clarika Grotesque Light Italic"/>
              <a:ea typeface="+mn-ea"/>
              <a:cs typeface="+mn-cs"/>
              <a:sym typeface="Helvetica Neue"/>
            </a:endParaRPr>
          </a:p>
        </p:txBody>
      </p:sp>
      <p:sp>
        <p:nvSpPr>
          <p:cNvPr id="16" name="Title 1">
            <a:extLst>
              <a:ext uri="{FF2B5EF4-FFF2-40B4-BE49-F238E27FC236}">
                <a16:creationId xmlns:a16="http://schemas.microsoft.com/office/drawing/2014/main" id="{6FD96B0C-061B-CBA3-23B7-6B8079B03AD0}"/>
              </a:ext>
            </a:extLst>
          </p:cNvPr>
          <p:cNvSpPr>
            <a:spLocks noGrp="1"/>
          </p:cNvSpPr>
          <p:nvPr userDrawn="1">
            <p:ph type="title"/>
          </p:nvPr>
        </p:nvSpPr>
        <p:spPr>
          <a:xfrm>
            <a:off x="6872221" y="714436"/>
            <a:ext cx="4560105" cy="1776288"/>
          </a:xfrm>
          <a:prstGeom prst="rect">
            <a:avLst/>
          </a:prstGeom>
        </p:spPr>
        <p:txBody>
          <a:bodyPr anchor="b">
            <a:noAutofit/>
          </a:bodyPr>
          <a:lstStyle>
            <a:lvl1pPr>
              <a:defRPr sz="3600">
                <a:latin typeface="+mj-lt"/>
              </a:defRPr>
            </a:lvl1pPr>
          </a:lstStyle>
          <a:p>
            <a:r>
              <a:rPr lang="en-US"/>
              <a:t>Click to edit Master title style</a:t>
            </a:r>
          </a:p>
        </p:txBody>
      </p:sp>
      <p:sp>
        <p:nvSpPr>
          <p:cNvPr id="17" name="Text Placeholder 4">
            <a:extLst>
              <a:ext uri="{FF2B5EF4-FFF2-40B4-BE49-F238E27FC236}">
                <a16:creationId xmlns:a16="http://schemas.microsoft.com/office/drawing/2014/main" id="{222ACBF1-C9AC-D836-08EE-05707CE7392F}"/>
              </a:ext>
            </a:extLst>
          </p:cNvPr>
          <p:cNvSpPr>
            <a:spLocks noGrp="1"/>
          </p:cNvSpPr>
          <p:nvPr userDrawn="1">
            <p:ph type="body" sz="quarter" idx="12"/>
          </p:nvPr>
        </p:nvSpPr>
        <p:spPr>
          <a:xfrm>
            <a:off x="6872220" y="2594492"/>
            <a:ext cx="4560105" cy="2464352"/>
          </a:xfrm>
          <a:prstGeom prst="rect">
            <a:avLst/>
          </a:prstGeom>
        </p:spPr>
        <p:txBody>
          <a:bodyPr/>
          <a:lstStyle>
            <a:lvl1pPr marL="0" indent="0">
              <a:lnSpc>
                <a:spcPct val="120000"/>
              </a:lnSpc>
              <a:buNone/>
              <a:defRPr sz="2000">
                <a:solidFill>
                  <a:schemeClr val="tx1"/>
                </a:solidFill>
              </a:defRPr>
            </a:lvl1pPr>
            <a:lvl2pPr marL="374439" indent="0">
              <a:lnSpc>
                <a:spcPct val="120000"/>
              </a:lnSpc>
              <a:buNone/>
              <a:defRPr sz="2000">
                <a:solidFill>
                  <a:schemeClr val="tx1"/>
                </a:solidFill>
              </a:defRPr>
            </a:lvl2pPr>
            <a:lvl3pPr marL="748878" indent="0">
              <a:lnSpc>
                <a:spcPct val="120000"/>
              </a:lnSpc>
              <a:buNone/>
              <a:defRPr sz="2000">
                <a:solidFill>
                  <a:schemeClr val="tx1"/>
                </a:solidFill>
              </a:defRPr>
            </a:lvl3pPr>
            <a:lvl4pPr marL="1123316" indent="0">
              <a:lnSpc>
                <a:spcPct val="120000"/>
              </a:lnSpc>
              <a:buNone/>
              <a:defRPr sz="2000">
                <a:solidFill>
                  <a:schemeClr val="tx1"/>
                </a:solidFill>
              </a:defRPr>
            </a:lvl4pPr>
            <a:lvl5pPr marL="1497755" indent="0">
              <a:lnSpc>
                <a:spcPct val="120000"/>
              </a:lnSpc>
              <a:buNone/>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Picture Placeholder 20">
            <a:extLst>
              <a:ext uri="{FF2B5EF4-FFF2-40B4-BE49-F238E27FC236}">
                <a16:creationId xmlns:a16="http://schemas.microsoft.com/office/drawing/2014/main" id="{8A8804A2-E270-0D2F-FEA3-0233FFE56A0B}"/>
              </a:ext>
            </a:extLst>
          </p:cNvPr>
          <p:cNvSpPr>
            <a:spLocks noGrp="1"/>
          </p:cNvSpPr>
          <p:nvPr userDrawn="1">
            <p:ph type="pic" sz="quarter" idx="13"/>
          </p:nvPr>
        </p:nvSpPr>
        <p:spPr>
          <a:xfrm>
            <a:off x="522608" y="714375"/>
            <a:ext cx="5095875" cy="6143625"/>
          </a:xfrm>
          <a:prstGeom prst="round2SameRect">
            <a:avLst>
              <a:gd name="adj1" fmla="val 50000"/>
              <a:gd name="adj2" fmla="val 0"/>
            </a:avLst>
          </a:prstGeom>
          <a:solidFill>
            <a:schemeClr val="bg2"/>
          </a:solidFill>
        </p:spPr>
        <p:txBody>
          <a:bodyPr/>
          <a:lstStyle/>
          <a:p>
            <a:endParaRPr lang="en-US"/>
          </a:p>
        </p:txBody>
      </p:sp>
      <p:sp>
        <p:nvSpPr>
          <p:cNvPr id="2" name="TextBox 1">
            <a:extLst>
              <a:ext uri="{FF2B5EF4-FFF2-40B4-BE49-F238E27FC236}">
                <a16:creationId xmlns:a16="http://schemas.microsoft.com/office/drawing/2014/main" id="{585E2D49-A05F-8B94-FDEE-D89474EBD67A}"/>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38726682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Picture_Copy_2">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58DBFE03-6604-A7A8-F97C-BFCCBA4992D9}"/>
              </a:ext>
            </a:extLst>
          </p:cNvPr>
          <p:cNvSpPr>
            <a:spLocks noGrp="1"/>
          </p:cNvSpPr>
          <p:nvPr>
            <p:ph sz="half" idx="1"/>
          </p:nvPr>
        </p:nvSpPr>
        <p:spPr>
          <a:xfrm>
            <a:off x="6322141" y="2497873"/>
            <a:ext cx="5546644" cy="3667978"/>
          </a:xfrm>
        </p:spPr>
        <p:txBody>
          <a:bodyPr/>
          <a:lstStyle>
            <a:lvl1pPr>
              <a:lnSpc>
                <a:spcPct val="120000"/>
              </a:lnSpc>
              <a:defRPr sz="1600">
                <a:solidFill>
                  <a:schemeClr val="tx1"/>
                </a:solidFill>
                <a:latin typeface="+mn-lt"/>
              </a:defRPr>
            </a:lvl1pPr>
            <a:lvl2pPr>
              <a:lnSpc>
                <a:spcPct val="120000"/>
              </a:lnSpc>
              <a:defRPr sz="1600">
                <a:solidFill>
                  <a:schemeClr val="tx1"/>
                </a:solidFill>
                <a:latin typeface="+mn-lt"/>
              </a:defRPr>
            </a:lvl2pPr>
            <a:lvl3pPr>
              <a:lnSpc>
                <a:spcPct val="120000"/>
              </a:lnSpc>
              <a:defRPr sz="1600">
                <a:solidFill>
                  <a:schemeClr val="tx1"/>
                </a:solidFill>
                <a:latin typeface="+mn-lt"/>
              </a:defRPr>
            </a:lvl3pPr>
            <a:lvl4pPr>
              <a:lnSpc>
                <a:spcPct val="120000"/>
              </a:lnSpc>
              <a:defRPr sz="1600">
                <a:solidFill>
                  <a:schemeClr val="tx1"/>
                </a:solidFill>
                <a:latin typeface="+mn-lt"/>
              </a:defRPr>
            </a:lvl4pPr>
            <a:lvl5pPr>
              <a:lnSpc>
                <a:spcPct val="120000"/>
              </a:lnSpc>
              <a:defRPr sz="1600">
                <a:solidFill>
                  <a:schemeClr val="tx1"/>
                </a:solidFill>
                <a:latin typeface="+mn-l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7">
            <a:extLst>
              <a:ext uri="{FF2B5EF4-FFF2-40B4-BE49-F238E27FC236}">
                <a16:creationId xmlns:a16="http://schemas.microsoft.com/office/drawing/2014/main" id="{D09737F6-D8EF-81CA-84FE-09EF245B1028}"/>
              </a:ext>
            </a:extLst>
          </p:cNvPr>
          <p:cNvSpPr>
            <a:spLocks noGrp="1"/>
          </p:cNvSpPr>
          <p:nvPr>
            <p:ph type="body" sz="quarter" idx="34"/>
          </p:nvPr>
        </p:nvSpPr>
        <p:spPr>
          <a:xfrm>
            <a:off x="6320615" y="665018"/>
            <a:ext cx="5548170" cy="1728803"/>
          </a:xfrm>
          <a:prstGeom prst="rect">
            <a:avLst/>
          </a:prstGeom>
        </p:spPr>
        <p:txBody>
          <a:bodyPr anchor="b" anchorCtr="0">
            <a:noAutofit/>
          </a:bodyPr>
          <a:lstStyle>
            <a:lvl1pPr>
              <a:lnSpc>
                <a:spcPct val="100000"/>
              </a:lnSpc>
              <a:defRPr sz="3600" b="1" i="0">
                <a:solidFill>
                  <a:srgbClr val="000000"/>
                </a:solidFill>
                <a:latin typeface="+mj-lt"/>
              </a:defRPr>
            </a:lvl1pPr>
          </a:lstStyle>
          <a:p>
            <a:pPr lvl="0"/>
            <a:r>
              <a:rPr lang="en-US"/>
              <a:t>Click to edit Master text styles</a:t>
            </a:r>
          </a:p>
        </p:txBody>
      </p:sp>
      <p:sp>
        <p:nvSpPr>
          <p:cNvPr id="29" name="Picture Placeholder 28">
            <a:extLst>
              <a:ext uri="{FF2B5EF4-FFF2-40B4-BE49-F238E27FC236}">
                <a16:creationId xmlns:a16="http://schemas.microsoft.com/office/drawing/2014/main" id="{9528E2AD-3BB4-5879-25FD-9485D8025B16}"/>
              </a:ext>
            </a:extLst>
          </p:cNvPr>
          <p:cNvSpPr>
            <a:spLocks noGrp="1"/>
          </p:cNvSpPr>
          <p:nvPr>
            <p:ph type="pic" sz="quarter" idx="35"/>
          </p:nvPr>
        </p:nvSpPr>
        <p:spPr>
          <a:xfrm>
            <a:off x="-270933" y="0"/>
            <a:ext cx="5868441" cy="6858000"/>
          </a:xfrm>
          <a:custGeom>
            <a:avLst/>
            <a:gdLst>
              <a:gd name="connsiteX0" fmla="*/ 0 w 5868441"/>
              <a:gd name="connsiteY0" fmla="*/ 0 h 6858000"/>
              <a:gd name="connsiteX1" fmla="*/ 4193615 w 5868441"/>
              <a:gd name="connsiteY1" fmla="*/ 0 h 6858000"/>
              <a:gd name="connsiteX2" fmla="*/ 4347110 w 5868441"/>
              <a:gd name="connsiteY2" fmla="*/ 110768 h 6858000"/>
              <a:gd name="connsiteX3" fmla="*/ 5329063 w 5868441"/>
              <a:gd name="connsiteY3" fmla="*/ 971172 h 6858000"/>
              <a:gd name="connsiteX4" fmla="*/ 5841140 w 5868441"/>
              <a:gd name="connsiteY4" fmla="*/ 3038173 h 6858000"/>
              <a:gd name="connsiteX5" fmla="*/ 5840264 w 5868441"/>
              <a:gd name="connsiteY5" fmla="*/ 3038575 h 6858000"/>
              <a:gd name="connsiteX6" fmla="*/ 4310468 w 5868441"/>
              <a:gd name="connsiteY6" fmla="*/ 6778851 h 6858000"/>
              <a:gd name="connsiteX7" fmla="*/ 4252122 w 5868441"/>
              <a:gd name="connsiteY7" fmla="*/ 6858000 h 6858000"/>
              <a:gd name="connsiteX8" fmla="*/ 0 w 5868441"/>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868441" h="6858000">
                <a:moveTo>
                  <a:pt x="0" y="0"/>
                </a:moveTo>
                <a:lnTo>
                  <a:pt x="4193615" y="0"/>
                </a:lnTo>
                <a:lnTo>
                  <a:pt x="4347110" y="110768"/>
                </a:lnTo>
                <a:cubicBezTo>
                  <a:pt x="4695562" y="372276"/>
                  <a:pt x="5024373" y="659873"/>
                  <a:pt x="5329063" y="971172"/>
                </a:cubicBezTo>
                <a:cubicBezTo>
                  <a:pt x="5842894" y="1495402"/>
                  <a:pt x="5922151" y="2331004"/>
                  <a:pt x="5841140" y="3038173"/>
                </a:cubicBezTo>
                <a:lnTo>
                  <a:pt x="5840264" y="3038575"/>
                </a:lnTo>
                <a:cubicBezTo>
                  <a:pt x="5695459" y="4297806"/>
                  <a:pt x="5077671" y="5700425"/>
                  <a:pt x="4310468" y="6778851"/>
                </a:cubicBezTo>
                <a:lnTo>
                  <a:pt x="4252122" y="6858000"/>
                </a:lnTo>
                <a:lnTo>
                  <a:pt x="0" y="6858000"/>
                </a:lnTo>
                <a:close/>
              </a:path>
            </a:pathLst>
          </a:custGeom>
          <a:solidFill>
            <a:schemeClr val="bg2"/>
          </a:solidFill>
        </p:spPr>
        <p:txBody>
          <a:bodyPr wrap="square">
            <a:noAutofit/>
          </a:bodyPr>
          <a:lstStyle/>
          <a:p>
            <a:endParaRPr lang="en-US"/>
          </a:p>
        </p:txBody>
      </p:sp>
      <p:sp>
        <p:nvSpPr>
          <p:cNvPr id="2" name="TextBox 1">
            <a:extLst>
              <a:ext uri="{FF2B5EF4-FFF2-40B4-BE49-F238E27FC236}">
                <a16:creationId xmlns:a16="http://schemas.microsoft.com/office/drawing/2014/main" id="{D593E140-638B-0CB3-705C-22CE3BACC836}"/>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1529710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Picture_Copy_3">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C91A8DF-B1E5-51E9-AB3B-E2732B300BD0}"/>
              </a:ext>
            </a:extLst>
          </p:cNvPr>
          <p:cNvSpPr>
            <a:spLocks noGrp="1"/>
          </p:cNvSpPr>
          <p:nvPr>
            <p:ph type="title"/>
          </p:nvPr>
        </p:nvSpPr>
        <p:spPr>
          <a:xfrm>
            <a:off x="795599" y="1148894"/>
            <a:ext cx="5012331" cy="1776288"/>
          </a:xfrm>
          <a:prstGeom prst="rect">
            <a:avLst/>
          </a:prstGeom>
        </p:spPr>
        <p:txBody>
          <a:bodyPr anchor="b">
            <a:noAutofit/>
          </a:bodyPr>
          <a:lstStyle>
            <a:lvl1pPr>
              <a:defRPr sz="3600">
                <a:latin typeface="+mj-lt"/>
              </a:defRPr>
            </a:lvl1pPr>
          </a:lstStyle>
          <a:p>
            <a:r>
              <a:rPr lang="en-US"/>
              <a:t>Click to edit Master title style</a:t>
            </a:r>
          </a:p>
        </p:txBody>
      </p:sp>
      <p:sp>
        <p:nvSpPr>
          <p:cNvPr id="4" name="Text Placeholder 4">
            <a:extLst>
              <a:ext uri="{FF2B5EF4-FFF2-40B4-BE49-F238E27FC236}">
                <a16:creationId xmlns:a16="http://schemas.microsoft.com/office/drawing/2014/main" id="{904EDADD-F143-B4D5-1B13-C4B08757CCAF}"/>
              </a:ext>
            </a:extLst>
          </p:cNvPr>
          <p:cNvSpPr>
            <a:spLocks noGrp="1"/>
          </p:cNvSpPr>
          <p:nvPr>
            <p:ph type="body" sz="quarter" idx="12"/>
          </p:nvPr>
        </p:nvSpPr>
        <p:spPr>
          <a:xfrm>
            <a:off x="795599" y="3090349"/>
            <a:ext cx="5012330" cy="2464352"/>
          </a:xfrm>
          <a:prstGeom prst="rect">
            <a:avLst/>
          </a:prstGeom>
        </p:spPr>
        <p:txBody>
          <a:bodyPr/>
          <a:lstStyle>
            <a:lvl1pPr marL="0" indent="0">
              <a:lnSpc>
                <a:spcPct val="120000"/>
              </a:lnSpc>
              <a:buNone/>
              <a:defRPr sz="2000">
                <a:solidFill>
                  <a:schemeClr val="tx1"/>
                </a:solidFill>
              </a:defRPr>
            </a:lvl1pPr>
            <a:lvl2pPr marL="374439" indent="0">
              <a:lnSpc>
                <a:spcPct val="120000"/>
              </a:lnSpc>
              <a:buNone/>
              <a:defRPr sz="2000">
                <a:solidFill>
                  <a:schemeClr val="tx1"/>
                </a:solidFill>
              </a:defRPr>
            </a:lvl2pPr>
            <a:lvl3pPr marL="748878" indent="0">
              <a:lnSpc>
                <a:spcPct val="120000"/>
              </a:lnSpc>
              <a:buNone/>
              <a:defRPr sz="2000">
                <a:solidFill>
                  <a:schemeClr val="tx1"/>
                </a:solidFill>
              </a:defRPr>
            </a:lvl3pPr>
            <a:lvl4pPr marL="1123316" indent="0">
              <a:lnSpc>
                <a:spcPct val="120000"/>
              </a:lnSpc>
              <a:buNone/>
              <a:defRPr sz="2000">
                <a:solidFill>
                  <a:schemeClr val="tx1"/>
                </a:solidFill>
              </a:defRPr>
            </a:lvl4pPr>
            <a:lvl5pPr marL="1497755" indent="0">
              <a:lnSpc>
                <a:spcPct val="120000"/>
              </a:lnSpc>
              <a:buNone/>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2">
            <a:extLst>
              <a:ext uri="{FF2B5EF4-FFF2-40B4-BE49-F238E27FC236}">
                <a16:creationId xmlns:a16="http://schemas.microsoft.com/office/drawing/2014/main" id="{6246EF2A-6AD7-13A5-134F-9B1AA7EF56BF}"/>
              </a:ext>
            </a:extLst>
          </p:cNvPr>
          <p:cNvSpPr>
            <a:spLocks noGrp="1"/>
          </p:cNvSpPr>
          <p:nvPr>
            <p:ph type="pic" sz="quarter" idx="13"/>
          </p:nvPr>
        </p:nvSpPr>
        <p:spPr>
          <a:xfrm>
            <a:off x="6273497" y="0"/>
            <a:ext cx="5918502" cy="6858000"/>
          </a:xfrm>
          <a:custGeom>
            <a:avLst/>
            <a:gdLst>
              <a:gd name="connsiteX0" fmla="*/ 1724094 w 5918502"/>
              <a:gd name="connsiteY0" fmla="*/ 0 h 6858000"/>
              <a:gd name="connsiteX1" fmla="*/ 5918502 w 5918502"/>
              <a:gd name="connsiteY1" fmla="*/ 0 h 6858000"/>
              <a:gd name="connsiteX2" fmla="*/ 5918502 w 5918502"/>
              <a:gd name="connsiteY2" fmla="*/ 6858000 h 6858000"/>
              <a:gd name="connsiteX3" fmla="*/ 1340067 w 5918502"/>
              <a:gd name="connsiteY3" fmla="*/ 6858000 h 6858000"/>
              <a:gd name="connsiteX4" fmla="*/ 1331328 w 5918502"/>
              <a:gd name="connsiteY4" fmla="*/ 6841032 h 6858000"/>
              <a:gd name="connsiteX5" fmla="*/ 1073506 w 5918502"/>
              <a:gd name="connsiteY5" fmla="*/ 6290713 h 6858000"/>
              <a:gd name="connsiteX6" fmla="*/ 294948 w 5918502"/>
              <a:gd name="connsiteY6" fmla="*/ 1557377 h 6858000"/>
              <a:gd name="connsiteX7" fmla="*/ 1708847 w 5918502"/>
              <a:gd name="connsiteY7" fmla="*/ 1141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918502" h="6858000">
                <a:moveTo>
                  <a:pt x="1724094" y="0"/>
                </a:moveTo>
                <a:lnTo>
                  <a:pt x="5918502" y="0"/>
                </a:lnTo>
                <a:lnTo>
                  <a:pt x="5918502" y="6858000"/>
                </a:lnTo>
                <a:lnTo>
                  <a:pt x="1340067" y="6858000"/>
                </a:lnTo>
                <a:lnTo>
                  <a:pt x="1331328" y="6841032"/>
                </a:lnTo>
                <a:cubicBezTo>
                  <a:pt x="1241503" y="6657160"/>
                  <a:pt x="1155843" y="6473091"/>
                  <a:pt x="1073506" y="6290713"/>
                </a:cubicBezTo>
                <a:cubicBezTo>
                  <a:pt x="402654" y="4806101"/>
                  <a:pt x="-463401" y="3184337"/>
                  <a:pt x="294948" y="1557377"/>
                </a:cubicBezTo>
                <a:cubicBezTo>
                  <a:pt x="574357" y="958673"/>
                  <a:pt x="1145539" y="443896"/>
                  <a:pt x="1708847" y="11418"/>
                </a:cubicBezTo>
                <a:close/>
              </a:path>
            </a:pathLst>
          </a:custGeom>
          <a:solidFill>
            <a:schemeClr val="bg2"/>
          </a:solidFill>
        </p:spPr>
        <p:txBody>
          <a:bodyPr wrap="square">
            <a:noAutofit/>
          </a:bodyPr>
          <a:lstStyle/>
          <a:p>
            <a:endParaRPr lang="en-US"/>
          </a:p>
        </p:txBody>
      </p:sp>
      <p:sp>
        <p:nvSpPr>
          <p:cNvPr id="2" name="TextBox 1">
            <a:extLst>
              <a:ext uri="{FF2B5EF4-FFF2-40B4-BE49-F238E27FC236}">
                <a16:creationId xmlns:a16="http://schemas.microsoft.com/office/drawing/2014/main" id="{4FDDE9FF-B640-D15E-1B8E-AA72652308CD}"/>
              </a:ext>
            </a:extLst>
          </p:cNvPr>
          <p:cNvSpPr txBox="1"/>
          <p:nvPr userDrawn="1"/>
        </p:nvSpPr>
        <p:spPr>
          <a:xfrm>
            <a:off x="185806" y="6607387"/>
            <a:ext cx="2589909" cy="230832"/>
          </a:xfrm>
          <a:prstGeom prst="rect">
            <a:avLst/>
          </a:prstGeom>
          <a:noFill/>
        </p:spPr>
        <p:txBody>
          <a:bodyPr wrap="square" lIns="0" tIns="0" rIns="0" bIns="0" rtlCol="0">
            <a:noAutofit/>
          </a:bodyPr>
          <a:lstStyle/>
          <a:p>
            <a:pPr algn="l"/>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16057838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Quote_1">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A593DF75-FE2F-7F19-A4F8-157BB9DA701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rot="1836267">
            <a:off x="188857" y="-1732360"/>
            <a:ext cx="13105605" cy="13105604"/>
          </a:xfrm>
          <a:custGeom>
            <a:avLst/>
            <a:gdLst>
              <a:gd name="connsiteX0" fmla="*/ 12018923 w 13105605"/>
              <a:gd name="connsiteY0" fmla="*/ 13105604 h 13105604"/>
              <a:gd name="connsiteX1" fmla="*/ 13105604 w 13105605"/>
              <a:gd name="connsiteY1" fmla="*/ 12462828 h 13105604"/>
              <a:gd name="connsiteX2" fmla="*/ 13105605 w 13105605"/>
              <a:gd name="connsiteY2" fmla="*/ 13105604 h 13105604"/>
              <a:gd name="connsiteX3" fmla="*/ 0 w 13105605"/>
              <a:gd name="connsiteY3" fmla="*/ 4828216 h 13105604"/>
              <a:gd name="connsiteX4" fmla="*/ 8162621 w 13105605"/>
              <a:gd name="connsiteY4" fmla="*/ 0 h 13105604"/>
              <a:gd name="connsiteX5" fmla="*/ 9024733 w 13105605"/>
              <a:gd name="connsiteY5" fmla="*/ 0 h 13105604"/>
              <a:gd name="connsiteX6" fmla="*/ 12292745 w 13105605"/>
              <a:gd name="connsiteY6" fmla="*/ 5524927 h 13105604"/>
              <a:gd name="connsiteX7" fmla="*/ 1787578 w 13105605"/>
              <a:gd name="connsiteY7" fmla="*/ 11738767 h 13105604"/>
              <a:gd name="connsiteX8" fmla="*/ 0 w 13105605"/>
              <a:gd name="connsiteY8" fmla="*/ 8716674 h 13105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05605" h="13105604">
                <a:moveTo>
                  <a:pt x="12018923" y="13105604"/>
                </a:moveTo>
                <a:lnTo>
                  <a:pt x="13105604" y="12462828"/>
                </a:lnTo>
                <a:lnTo>
                  <a:pt x="13105605" y="13105604"/>
                </a:lnTo>
                <a:close/>
                <a:moveTo>
                  <a:pt x="0" y="4828216"/>
                </a:moveTo>
                <a:lnTo>
                  <a:pt x="8162621" y="0"/>
                </a:lnTo>
                <a:lnTo>
                  <a:pt x="9024733" y="0"/>
                </a:lnTo>
                <a:lnTo>
                  <a:pt x="12292745" y="5524927"/>
                </a:lnTo>
                <a:lnTo>
                  <a:pt x="1787578" y="11738767"/>
                </a:lnTo>
                <a:lnTo>
                  <a:pt x="0" y="8716674"/>
                </a:lnTo>
                <a:close/>
              </a:path>
            </a:pathLst>
          </a:custGeom>
        </p:spPr>
      </p:pic>
      <p:pic>
        <p:nvPicPr>
          <p:cNvPr id="16" name="Graphic 15">
            <a:extLst>
              <a:ext uri="{FF2B5EF4-FFF2-40B4-BE49-F238E27FC236}">
                <a16:creationId xmlns:a16="http://schemas.microsoft.com/office/drawing/2014/main" id="{66BD4CF1-CF0B-B6B0-3160-EC5AA8CE5F02}"/>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a:fillRect/>
          </a:stretch>
        </p:blipFill>
        <p:spPr>
          <a:xfrm rot="4156646">
            <a:off x="-637299" y="-362133"/>
            <a:ext cx="13331356" cy="13331355"/>
          </a:xfrm>
          <a:custGeom>
            <a:avLst/>
            <a:gdLst>
              <a:gd name="connsiteX0" fmla="*/ 11563710 w 13331356"/>
              <a:gd name="connsiteY0" fmla="*/ 13331355 h 13331355"/>
              <a:gd name="connsiteX1" fmla="*/ 13331356 w 13331356"/>
              <a:gd name="connsiteY1" fmla="*/ 8658981 h 13331355"/>
              <a:gd name="connsiteX2" fmla="*/ 13331356 w 13331356"/>
              <a:gd name="connsiteY2" fmla="*/ 13331355 h 13331355"/>
              <a:gd name="connsiteX3" fmla="*/ 0 w 13331356"/>
              <a:gd name="connsiteY3" fmla="*/ 6470384 h 13331355"/>
              <a:gd name="connsiteX4" fmla="*/ 2447867 w 13331356"/>
              <a:gd name="connsiteY4" fmla="*/ 0 h 13331355"/>
              <a:gd name="connsiteX5" fmla="*/ 6503242 w 13331356"/>
              <a:gd name="connsiteY5" fmla="*/ 0 h 13331355"/>
              <a:gd name="connsiteX6" fmla="*/ 9369940 w 13331356"/>
              <a:gd name="connsiteY6" fmla="*/ 1084525 h 13331355"/>
              <a:gd name="connsiteX7" fmla="*/ 5051162 w 13331356"/>
              <a:gd name="connsiteY7" fmla="*/ 12500238 h 13331355"/>
              <a:gd name="connsiteX8" fmla="*/ 0 w 13331356"/>
              <a:gd name="connsiteY8" fmla="*/ 10589289 h 13331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31356" h="13331355">
                <a:moveTo>
                  <a:pt x="11563710" y="13331355"/>
                </a:moveTo>
                <a:lnTo>
                  <a:pt x="13331356" y="8658981"/>
                </a:lnTo>
                <a:lnTo>
                  <a:pt x="13331356" y="13331355"/>
                </a:lnTo>
                <a:close/>
                <a:moveTo>
                  <a:pt x="0" y="6470384"/>
                </a:moveTo>
                <a:lnTo>
                  <a:pt x="2447867" y="0"/>
                </a:lnTo>
                <a:lnTo>
                  <a:pt x="6503242" y="0"/>
                </a:lnTo>
                <a:lnTo>
                  <a:pt x="9369940" y="1084525"/>
                </a:lnTo>
                <a:lnTo>
                  <a:pt x="5051162" y="12500238"/>
                </a:lnTo>
                <a:lnTo>
                  <a:pt x="0" y="10589289"/>
                </a:lnTo>
                <a:close/>
              </a:path>
            </a:pathLst>
          </a:custGeom>
        </p:spPr>
      </p:pic>
      <p:sp>
        <p:nvSpPr>
          <p:cNvPr id="14" name="Freeform 13">
            <a:extLst>
              <a:ext uri="{FF2B5EF4-FFF2-40B4-BE49-F238E27FC236}">
                <a16:creationId xmlns:a16="http://schemas.microsoft.com/office/drawing/2014/main" id="{2B73B787-960F-2813-1CBC-AAD783A429DE}"/>
              </a:ext>
            </a:extLst>
          </p:cNvPr>
          <p:cNvSpPr/>
          <p:nvPr/>
        </p:nvSpPr>
        <p:spPr>
          <a:xfrm rot="4156646">
            <a:off x="1048995" y="-1858407"/>
            <a:ext cx="9291529" cy="12424741"/>
          </a:xfrm>
          <a:custGeom>
            <a:avLst/>
            <a:gdLst>
              <a:gd name="connsiteX0" fmla="*/ 0 w 9291529"/>
              <a:gd name="connsiteY0" fmla="*/ 6187626 h 12424741"/>
              <a:gd name="connsiteX1" fmla="*/ 1965506 w 9291529"/>
              <a:gd name="connsiteY1" fmla="*/ 992254 h 12424741"/>
              <a:gd name="connsiteX2" fmla="*/ 1969762 w 9291529"/>
              <a:gd name="connsiteY2" fmla="*/ 989355 h 12424741"/>
              <a:gd name="connsiteX3" fmla="*/ 2927678 w 9291529"/>
              <a:gd name="connsiteY3" fmla="*/ 525084 h 12424741"/>
              <a:gd name="connsiteX4" fmla="*/ 6267776 w 9291529"/>
              <a:gd name="connsiteY4" fmla="*/ 596 h 12424741"/>
              <a:gd name="connsiteX5" fmla="*/ 6624392 w 9291529"/>
              <a:gd name="connsiteY5" fmla="*/ 0 h 12424741"/>
              <a:gd name="connsiteX6" fmla="*/ 9291529 w 9291529"/>
              <a:gd name="connsiteY6" fmla="*/ 1009028 h 12424741"/>
              <a:gd name="connsiteX7" fmla="*/ 4972751 w 9291529"/>
              <a:gd name="connsiteY7" fmla="*/ 12424741 h 12424741"/>
              <a:gd name="connsiteX8" fmla="*/ 2748259 w 9291529"/>
              <a:gd name="connsiteY8" fmla="*/ 11583174 h 12424741"/>
              <a:gd name="connsiteX9" fmla="*/ 2730056 w 9291529"/>
              <a:gd name="connsiteY9" fmla="*/ 11570939 h 12424741"/>
              <a:gd name="connsiteX10" fmla="*/ 691522 w 9291529"/>
              <a:gd name="connsiteY10" fmla="*/ 9758695 h 12424741"/>
              <a:gd name="connsiteX11" fmla="*/ 416752 w 9291529"/>
              <a:gd name="connsiteY11" fmla="*/ 9450322 h 12424741"/>
              <a:gd name="connsiteX12" fmla="*/ 412811 w 9291529"/>
              <a:gd name="connsiteY12" fmla="*/ 9435512 h 12424741"/>
              <a:gd name="connsiteX13" fmla="*/ 4306 w 9291529"/>
              <a:gd name="connsiteY13" fmla="*/ 6466903 h 12424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291529" h="12424741">
                <a:moveTo>
                  <a:pt x="0" y="6187626"/>
                </a:moveTo>
                <a:lnTo>
                  <a:pt x="1965506" y="992254"/>
                </a:lnTo>
                <a:lnTo>
                  <a:pt x="1969762" y="989355"/>
                </a:lnTo>
                <a:cubicBezTo>
                  <a:pt x="2261986" y="803885"/>
                  <a:pt x="2584823" y="650776"/>
                  <a:pt x="2927678" y="525084"/>
                </a:cubicBezTo>
                <a:cubicBezTo>
                  <a:pt x="3956241" y="148007"/>
                  <a:pt x="5164964" y="17681"/>
                  <a:pt x="6267776" y="596"/>
                </a:cubicBezTo>
                <a:lnTo>
                  <a:pt x="6624392" y="0"/>
                </a:lnTo>
                <a:lnTo>
                  <a:pt x="9291529" y="1009028"/>
                </a:lnTo>
                <a:lnTo>
                  <a:pt x="4972751" y="12424741"/>
                </a:lnTo>
                <a:lnTo>
                  <a:pt x="2748259" y="11583174"/>
                </a:lnTo>
                <a:lnTo>
                  <a:pt x="2730056" y="11570939"/>
                </a:lnTo>
                <a:cubicBezTo>
                  <a:pt x="2119651" y="11142916"/>
                  <a:pt x="1385869" y="10507047"/>
                  <a:pt x="691522" y="9758695"/>
                </a:cubicBezTo>
                <a:lnTo>
                  <a:pt x="416752" y="9450322"/>
                </a:lnTo>
                <a:lnTo>
                  <a:pt x="412811" y="9435512"/>
                </a:lnTo>
                <a:cubicBezTo>
                  <a:pt x="204068" y="8613329"/>
                  <a:pt x="42463" y="7557419"/>
                  <a:pt x="4306" y="6466903"/>
                </a:cubicBezTo>
                <a:close/>
              </a:path>
            </a:pathLst>
          </a:custGeom>
          <a:solidFill>
            <a:schemeClr val="tx2"/>
          </a:solidFill>
          <a:ln w="67757" cap="flat">
            <a:noFill/>
            <a:prstDash val="solid"/>
            <a:miter/>
          </a:ln>
        </p:spPr>
        <p:txBody>
          <a:bodyPr wrap="square" rtlCol="0" anchor="ctr">
            <a:noAutofit/>
          </a:bodyPr>
          <a:lstStyle/>
          <a:p>
            <a:endParaRPr lang="en-US"/>
          </a:p>
        </p:txBody>
      </p:sp>
      <p:sp>
        <p:nvSpPr>
          <p:cNvPr id="2" name="Text Placeholder 2">
            <a:extLst>
              <a:ext uri="{FF2B5EF4-FFF2-40B4-BE49-F238E27FC236}">
                <a16:creationId xmlns:a16="http://schemas.microsoft.com/office/drawing/2014/main" id="{97F6097F-F51C-701F-F050-15D037C39933}"/>
              </a:ext>
            </a:extLst>
          </p:cNvPr>
          <p:cNvSpPr>
            <a:spLocks noGrp="1"/>
          </p:cNvSpPr>
          <p:nvPr userDrawn="1">
            <p:ph type="body" sz="quarter" idx="12"/>
          </p:nvPr>
        </p:nvSpPr>
        <p:spPr>
          <a:xfrm>
            <a:off x="2285920" y="2302891"/>
            <a:ext cx="7635789" cy="2252217"/>
          </a:xfrm>
          <a:prstGeom prst="rect">
            <a:avLst/>
          </a:prstGeom>
        </p:spPr>
        <p:txBody>
          <a:bodyPr anchor="ctr" anchorCtr="0"/>
          <a:lstStyle>
            <a:lvl1pPr algn="ctr">
              <a:lnSpc>
                <a:spcPct val="90000"/>
              </a:lnSpc>
              <a:defRPr sz="4000" b="1" i="0">
                <a:solidFill>
                  <a:schemeClr val="bg2"/>
                </a:solidFill>
                <a:latin typeface="+mj-lt"/>
              </a:defRPr>
            </a:lvl1pPr>
          </a:lstStyle>
          <a:p>
            <a:pPr lvl="0"/>
            <a:r>
              <a:rPr lang="en-US"/>
              <a:t>Click to edit Master text styles</a:t>
            </a:r>
          </a:p>
        </p:txBody>
      </p:sp>
      <p:sp>
        <p:nvSpPr>
          <p:cNvPr id="5" name="Text Placeholder 13">
            <a:extLst>
              <a:ext uri="{FF2B5EF4-FFF2-40B4-BE49-F238E27FC236}">
                <a16:creationId xmlns:a16="http://schemas.microsoft.com/office/drawing/2014/main" id="{83F3861D-5211-FD00-1274-5993B2C6A895}"/>
              </a:ext>
            </a:extLst>
          </p:cNvPr>
          <p:cNvSpPr>
            <a:spLocks noGrp="1"/>
          </p:cNvSpPr>
          <p:nvPr userDrawn="1">
            <p:ph type="body" sz="quarter" idx="14" hasCustomPrompt="1"/>
          </p:nvPr>
        </p:nvSpPr>
        <p:spPr>
          <a:xfrm>
            <a:off x="4213895" y="4876800"/>
            <a:ext cx="3779838" cy="381000"/>
          </a:xfrm>
        </p:spPr>
        <p:txBody>
          <a:bodyPr/>
          <a:lstStyle>
            <a:lvl1pPr algn="ctr">
              <a:defRPr>
                <a:solidFill>
                  <a:schemeClr val="bg2"/>
                </a:solidFill>
                <a:latin typeface="+mj-lt"/>
              </a:defRPr>
            </a:lvl1pPr>
          </a:lstStyle>
          <a:p>
            <a:pPr lvl="0"/>
            <a:r>
              <a:rPr lang="en-US"/>
              <a:t>Insert Name</a:t>
            </a:r>
          </a:p>
        </p:txBody>
      </p:sp>
      <p:sp>
        <p:nvSpPr>
          <p:cNvPr id="10" name="Text Placeholder 13">
            <a:extLst>
              <a:ext uri="{FF2B5EF4-FFF2-40B4-BE49-F238E27FC236}">
                <a16:creationId xmlns:a16="http://schemas.microsoft.com/office/drawing/2014/main" id="{2B10772D-39D0-C8C9-67DB-6540285F3AEE}"/>
              </a:ext>
            </a:extLst>
          </p:cNvPr>
          <p:cNvSpPr>
            <a:spLocks noGrp="1"/>
          </p:cNvSpPr>
          <p:nvPr userDrawn="1">
            <p:ph type="body" sz="quarter" idx="15" hasCustomPrompt="1"/>
          </p:nvPr>
        </p:nvSpPr>
        <p:spPr>
          <a:xfrm>
            <a:off x="4213895" y="5261829"/>
            <a:ext cx="3779838" cy="381000"/>
          </a:xfrm>
        </p:spPr>
        <p:txBody>
          <a:bodyPr/>
          <a:lstStyle>
            <a:lvl1pPr algn="ctr">
              <a:defRPr sz="1800">
                <a:solidFill>
                  <a:schemeClr val="bg2"/>
                </a:solidFill>
                <a:latin typeface="+mn-lt"/>
              </a:defRPr>
            </a:lvl1pPr>
          </a:lstStyle>
          <a:p>
            <a:pPr lvl="0"/>
            <a:r>
              <a:rPr lang="en-US"/>
              <a:t>Insert Title</a:t>
            </a:r>
          </a:p>
        </p:txBody>
      </p:sp>
      <p:pic>
        <p:nvPicPr>
          <p:cNvPr id="11" name="Graphic 10">
            <a:extLst>
              <a:ext uri="{FF2B5EF4-FFF2-40B4-BE49-F238E27FC236}">
                <a16:creationId xmlns:a16="http://schemas.microsoft.com/office/drawing/2014/main" id="{A453FC12-3FE2-19EC-A92C-0043B8BD598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779770" y="1364806"/>
            <a:ext cx="632460" cy="632460"/>
          </a:xfrm>
          <a:prstGeom prst="rect">
            <a:avLst/>
          </a:prstGeom>
        </p:spPr>
      </p:pic>
      <p:sp>
        <p:nvSpPr>
          <p:cNvPr id="3" name="TextBox 2">
            <a:extLst>
              <a:ext uri="{FF2B5EF4-FFF2-40B4-BE49-F238E27FC236}">
                <a16:creationId xmlns:a16="http://schemas.microsoft.com/office/drawing/2014/main" id="{9C5F697A-44A5-6ECC-A332-F281AFBC732C}"/>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1"/>
                </a:solidFill>
                <a:latin typeface="Clarika Grotesque" pitchFamily="2" charset="77"/>
              </a:rPr>
              <a:t>© Dayforce</a:t>
            </a:r>
          </a:p>
        </p:txBody>
      </p:sp>
    </p:spTree>
    <p:extLst>
      <p:ext uri="{BB962C8B-B14F-4D97-AF65-F5344CB8AC3E}">
        <p14:creationId xmlns:p14="http://schemas.microsoft.com/office/powerpoint/2010/main" val="32733025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1_Quote_1">
    <p:bg>
      <p:bgPr>
        <a:solidFill>
          <a:schemeClr val="tx2"/>
        </a:solidFill>
        <a:effectLst/>
      </p:bgPr>
    </p:bg>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A593DF75-FE2F-7F19-A4F8-157BB9DA701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rot="1836267">
            <a:off x="188857" y="-1732360"/>
            <a:ext cx="13105605" cy="13105604"/>
          </a:xfrm>
          <a:custGeom>
            <a:avLst/>
            <a:gdLst>
              <a:gd name="connsiteX0" fmla="*/ 12018923 w 13105605"/>
              <a:gd name="connsiteY0" fmla="*/ 13105604 h 13105604"/>
              <a:gd name="connsiteX1" fmla="*/ 13105604 w 13105605"/>
              <a:gd name="connsiteY1" fmla="*/ 12462828 h 13105604"/>
              <a:gd name="connsiteX2" fmla="*/ 13105605 w 13105605"/>
              <a:gd name="connsiteY2" fmla="*/ 13105604 h 13105604"/>
              <a:gd name="connsiteX3" fmla="*/ 0 w 13105605"/>
              <a:gd name="connsiteY3" fmla="*/ 4828216 h 13105604"/>
              <a:gd name="connsiteX4" fmla="*/ 8162621 w 13105605"/>
              <a:gd name="connsiteY4" fmla="*/ 0 h 13105604"/>
              <a:gd name="connsiteX5" fmla="*/ 9024733 w 13105605"/>
              <a:gd name="connsiteY5" fmla="*/ 0 h 13105604"/>
              <a:gd name="connsiteX6" fmla="*/ 12292745 w 13105605"/>
              <a:gd name="connsiteY6" fmla="*/ 5524927 h 13105604"/>
              <a:gd name="connsiteX7" fmla="*/ 1787578 w 13105605"/>
              <a:gd name="connsiteY7" fmla="*/ 11738767 h 13105604"/>
              <a:gd name="connsiteX8" fmla="*/ 0 w 13105605"/>
              <a:gd name="connsiteY8" fmla="*/ 8716674 h 13105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105605" h="13105604">
                <a:moveTo>
                  <a:pt x="12018923" y="13105604"/>
                </a:moveTo>
                <a:lnTo>
                  <a:pt x="13105604" y="12462828"/>
                </a:lnTo>
                <a:lnTo>
                  <a:pt x="13105605" y="13105604"/>
                </a:lnTo>
                <a:close/>
                <a:moveTo>
                  <a:pt x="0" y="4828216"/>
                </a:moveTo>
                <a:lnTo>
                  <a:pt x="8162621" y="0"/>
                </a:lnTo>
                <a:lnTo>
                  <a:pt x="9024733" y="0"/>
                </a:lnTo>
                <a:lnTo>
                  <a:pt x="12292745" y="5524927"/>
                </a:lnTo>
                <a:lnTo>
                  <a:pt x="1787578" y="11738767"/>
                </a:lnTo>
                <a:lnTo>
                  <a:pt x="0" y="8716674"/>
                </a:lnTo>
                <a:close/>
              </a:path>
            </a:pathLst>
          </a:custGeom>
        </p:spPr>
      </p:pic>
      <p:pic>
        <p:nvPicPr>
          <p:cNvPr id="16" name="Graphic 15">
            <a:extLst>
              <a:ext uri="{FF2B5EF4-FFF2-40B4-BE49-F238E27FC236}">
                <a16:creationId xmlns:a16="http://schemas.microsoft.com/office/drawing/2014/main" id="{66BD4CF1-CF0B-B6B0-3160-EC5AA8CE5F02}"/>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a:fillRect/>
          </a:stretch>
        </p:blipFill>
        <p:spPr>
          <a:xfrm rot="4156646">
            <a:off x="-637299" y="-362133"/>
            <a:ext cx="13331356" cy="13331355"/>
          </a:xfrm>
          <a:custGeom>
            <a:avLst/>
            <a:gdLst>
              <a:gd name="connsiteX0" fmla="*/ 11563710 w 13331356"/>
              <a:gd name="connsiteY0" fmla="*/ 13331355 h 13331355"/>
              <a:gd name="connsiteX1" fmla="*/ 13331356 w 13331356"/>
              <a:gd name="connsiteY1" fmla="*/ 8658981 h 13331355"/>
              <a:gd name="connsiteX2" fmla="*/ 13331356 w 13331356"/>
              <a:gd name="connsiteY2" fmla="*/ 13331355 h 13331355"/>
              <a:gd name="connsiteX3" fmla="*/ 0 w 13331356"/>
              <a:gd name="connsiteY3" fmla="*/ 6470384 h 13331355"/>
              <a:gd name="connsiteX4" fmla="*/ 2447867 w 13331356"/>
              <a:gd name="connsiteY4" fmla="*/ 0 h 13331355"/>
              <a:gd name="connsiteX5" fmla="*/ 6503242 w 13331356"/>
              <a:gd name="connsiteY5" fmla="*/ 0 h 13331355"/>
              <a:gd name="connsiteX6" fmla="*/ 9369940 w 13331356"/>
              <a:gd name="connsiteY6" fmla="*/ 1084525 h 13331355"/>
              <a:gd name="connsiteX7" fmla="*/ 5051162 w 13331356"/>
              <a:gd name="connsiteY7" fmla="*/ 12500238 h 13331355"/>
              <a:gd name="connsiteX8" fmla="*/ 0 w 13331356"/>
              <a:gd name="connsiteY8" fmla="*/ 10589289 h 13331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331356" h="13331355">
                <a:moveTo>
                  <a:pt x="11563710" y="13331355"/>
                </a:moveTo>
                <a:lnTo>
                  <a:pt x="13331356" y="8658981"/>
                </a:lnTo>
                <a:lnTo>
                  <a:pt x="13331356" y="13331355"/>
                </a:lnTo>
                <a:close/>
                <a:moveTo>
                  <a:pt x="0" y="6470384"/>
                </a:moveTo>
                <a:lnTo>
                  <a:pt x="2447867" y="0"/>
                </a:lnTo>
                <a:lnTo>
                  <a:pt x="6503242" y="0"/>
                </a:lnTo>
                <a:lnTo>
                  <a:pt x="9369940" y="1084525"/>
                </a:lnTo>
                <a:lnTo>
                  <a:pt x="5051162" y="12500238"/>
                </a:lnTo>
                <a:lnTo>
                  <a:pt x="0" y="10589289"/>
                </a:lnTo>
                <a:close/>
              </a:path>
            </a:pathLst>
          </a:custGeom>
        </p:spPr>
      </p:pic>
      <p:sp>
        <p:nvSpPr>
          <p:cNvPr id="14" name="Freeform 13">
            <a:extLst>
              <a:ext uri="{FF2B5EF4-FFF2-40B4-BE49-F238E27FC236}">
                <a16:creationId xmlns:a16="http://schemas.microsoft.com/office/drawing/2014/main" id="{2B73B787-960F-2813-1CBC-AAD783A429DE}"/>
              </a:ext>
            </a:extLst>
          </p:cNvPr>
          <p:cNvSpPr/>
          <p:nvPr/>
        </p:nvSpPr>
        <p:spPr>
          <a:xfrm rot="4156646">
            <a:off x="1048995" y="-1858407"/>
            <a:ext cx="9291529" cy="12424741"/>
          </a:xfrm>
          <a:custGeom>
            <a:avLst/>
            <a:gdLst>
              <a:gd name="connsiteX0" fmla="*/ 0 w 9291529"/>
              <a:gd name="connsiteY0" fmla="*/ 6187626 h 12424741"/>
              <a:gd name="connsiteX1" fmla="*/ 1965506 w 9291529"/>
              <a:gd name="connsiteY1" fmla="*/ 992254 h 12424741"/>
              <a:gd name="connsiteX2" fmla="*/ 1969762 w 9291529"/>
              <a:gd name="connsiteY2" fmla="*/ 989355 h 12424741"/>
              <a:gd name="connsiteX3" fmla="*/ 2927678 w 9291529"/>
              <a:gd name="connsiteY3" fmla="*/ 525084 h 12424741"/>
              <a:gd name="connsiteX4" fmla="*/ 6267776 w 9291529"/>
              <a:gd name="connsiteY4" fmla="*/ 596 h 12424741"/>
              <a:gd name="connsiteX5" fmla="*/ 6624392 w 9291529"/>
              <a:gd name="connsiteY5" fmla="*/ 0 h 12424741"/>
              <a:gd name="connsiteX6" fmla="*/ 9291529 w 9291529"/>
              <a:gd name="connsiteY6" fmla="*/ 1009028 h 12424741"/>
              <a:gd name="connsiteX7" fmla="*/ 4972751 w 9291529"/>
              <a:gd name="connsiteY7" fmla="*/ 12424741 h 12424741"/>
              <a:gd name="connsiteX8" fmla="*/ 2748259 w 9291529"/>
              <a:gd name="connsiteY8" fmla="*/ 11583174 h 12424741"/>
              <a:gd name="connsiteX9" fmla="*/ 2730056 w 9291529"/>
              <a:gd name="connsiteY9" fmla="*/ 11570939 h 12424741"/>
              <a:gd name="connsiteX10" fmla="*/ 691522 w 9291529"/>
              <a:gd name="connsiteY10" fmla="*/ 9758695 h 12424741"/>
              <a:gd name="connsiteX11" fmla="*/ 416752 w 9291529"/>
              <a:gd name="connsiteY11" fmla="*/ 9450322 h 12424741"/>
              <a:gd name="connsiteX12" fmla="*/ 412811 w 9291529"/>
              <a:gd name="connsiteY12" fmla="*/ 9435512 h 12424741"/>
              <a:gd name="connsiteX13" fmla="*/ 4306 w 9291529"/>
              <a:gd name="connsiteY13" fmla="*/ 6466903 h 12424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291529" h="12424741">
                <a:moveTo>
                  <a:pt x="0" y="6187626"/>
                </a:moveTo>
                <a:lnTo>
                  <a:pt x="1965506" y="992254"/>
                </a:lnTo>
                <a:lnTo>
                  <a:pt x="1969762" y="989355"/>
                </a:lnTo>
                <a:cubicBezTo>
                  <a:pt x="2261986" y="803885"/>
                  <a:pt x="2584823" y="650776"/>
                  <a:pt x="2927678" y="525084"/>
                </a:cubicBezTo>
                <a:cubicBezTo>
                  <a:pt x="3956241" y="148007"/>
                  <a:pt x="5164964" y="17681"/>
                  <a:pt x="6267776" y="596"/>
                </a:cubicBezTo>
                <a:lnTo>
                  <a:pt x="6624392" y="0"/>
                </a:lnTo>
                <a:lnTo>
                  <a:pt x="9291529" y="1009028"/>
                </a:lnTo>
                <a:lnTo>
                  <a:pt x="4972751" y="12424741"/>
                </a:lnTo>
                <a:lnTo>
                  <a:pt x="2748259" y="11583174"/>
                </a:lnTo>
                <a:lnTo>
                  <a:pt x="2730056" y="11570939"/>
                </a:lnTo>
                <a:cubicBezTo>
                  <a:pt x="2119651" y="11142916"/>
                  <a:pt x="1385869" y="10507047"/>
                  <a:pt x="691522" y="9758695"/>
                </a:cubicBezTo>
                <a:lnTo>
                  <a:pt x="416752" y="9450322"/>
                </a:lnTo>
                <a:lnTo>
                  <a:pt x="412811" y="9435512"/>
                </a:lnTo>
                <a:cubicBezTo>
                  <a:pt x="204068" y="8613329"/>
                  <a:pt x="42463" y="7557419"/>
                  <a:pt x="4306" y="6466903"/>
                </a:cubicBezTo>
                <a:close/>
              </a:path>
            </a:pathLst>
          </a:custGeom>
          <a:solidFill>
            <a:schemeClr val="bg1"/>
          </a:solidFill>
          <a:ln w="67757" cap="flat">
            <a:noFill/>
            <a:prstDash val="solid"/>
            <a:miter/>
          </a:ln>
        </p:spPr>
        <p:txBody>
          <a:bodyPr wrap="square" rtlCol="0" anchor="ctr">
            <a:noAutofit/>
          </a:bodyPr>
          <a:lstStyle/>
          <a:p>
            <a:endParaRPr lang="en-US"/>
          </a:p>
        </p:txBody>
      </p:sp>
      <p:sp>
        <p:nvSpPr>
          <p:cNvPr id="2" name="Text Placeholder 2">
            <a:extLst>
              <a:ext uri="{FF2B5EF4-FFF2-40B4-BE49-F238E27FC236}">
                <a16:creationId xmlns:a16="http://schemas.microsoft.com/office/drawing/2014/main" id="{97F6097F-F51C-701F-F050-15D037C39933}"/>
              </a:ext>
            </a:extLst>
          </p:cNvPr>
          <p:cNvSpPr>
            <a:spLocks noGrp="1"/>
          </p:cNvSpPr>
          <p:nvPr userDrawn="1">
            <p:ph type="body" sz="quarter" idx="12"/>
          </p:nvPr>
        </p:nvSpPr>
        <p:spPr>
          <a:xfrm>
            <a:off x="2285920" y="2302891"/>
            <a:ext cx="7635789" cy="2252217"/>
          </a:xfrm>
          <a:prstGeom prst="rect">
            <a:avLst/>
          </a:prstGeom>
        </p:spPr>
        <p:txBody>
          <a:bodyPr anchor="ctr" anchorCtr="0"/>
          <a:lstStyle>
            <a:lvl1pPr algn="ctr">
              <a:lnSpc>
                <a:spcPct val="90000"/>
              </a:lnSpc>
              <a:defRPr sz="4000" b="1" i="0">
                <a:solidFill>
                  <a:schemeClr val="tx1"/>
                </a:solidFill>
                <a:latin typeface="+mj-lt"/>
              </a:defRPr>
            </a:lvl1pPr>
          </a:lstStyle>
          <a:p>
            <a:pPr lvl="0"/>
            <a:r>
              <a:rPr lang="en-US"/>
              <a:t>Click to edit Master text styles</a:t>
            </a:r>
          </a:p>
        </p:txBody>
      </p:sp>
      <p:sp>
        <p:nvSpPr>
          <p:cNvPr id="5" name="Text Placeholder 13">
            <a:extLst>
              <a:ext uri="{FF2B5EF4-FFF2-40B4-BE49-F238E27FC236}">
                <a16:creationId xmlns:a16="http://schemas.microsoft.com/office/drawing/2014/main" id="{83F3861D-5211-FD00-1274-5993B2C6A895}"/>
              </a:ext>
            </a:extLst>
          </p:cNvPr>
          <p:cNvSpPr>
            <a:spLocks noGrp="1"/>
          </p:cNvSpPr>
          <p:nvPr userDrawn="1">
            <p:ph type="body" sz="quarter" idx="14" hasCustomPrompt="1"/>
          </p:nvPr>
        </p:nvSpPr>
        <p:spPr>
          <a:xfrm>
            <a:off x="4213895" y="4876800"/>
            <a:ext cx="3779838" cy="381000"/>
          </a:xfrm>
        </p:spPr>
        <p:txBody>
          <a:bodyPr/>
          <a:lstStyle>
            <a:lvl1pPr algn="ctr">
              <a:defRPr>
                <a:solidFill>
                  <a:schemeClr val="tx1"/>
                </a:solidFill>
                <a:latin typeface="+mj-lt"/>
              </a:defRPr>
            </a:lvl1pPr>
          </a:lstStyle>
          <a:p>
            <a:pPr lvl="0"/>
            <a:r>
              <a:rPr lang="en-US"/>
              <a:t>Insert Name</a:t>
            </a:r>
          </a:p>
        </p:txBody>
      </p:sp>
      <p:sp>
        <p:nvSpPr>
          <p:cNvPr id="10" name="Text Placeholder 13">
            <a:extLst>
              <a:ext uri="{FF2B5EF4-FFF2-40B4-BE49-F238E27FC236}">
                <a16:creationId xmlns:a16="http://schemas.microsoft.com/office/drawing/2014/main" id="{2B10772D-39D0-C8C9-67DB-6540285F3AEE}"/>
              </a:ext>
            </a:extLst>
          </p:cNvPr>
          <p:cNvSpPr>
            <a:spLocks noGrp="1"/>
          </p:cNvSpPr>
          <p:nvPr userDrawn="1">
            <p:ph type="body" sz="quarter" idx="15" hasCustomPrompt="1"/>
          </p:nvPr>
        </p:nvSpPr>
        <p:spPr>
          <a:xfrm>
            <a:off x="4213895" y="5261829"/>
            <a:ext cx="3779838" cy="381000"/>
          </a:xfrm>
        </p:spPr>
        <p:txBody>
          <a:bodyPr/>
          <a:lstStyle>
            <a:lvl1pPr algn="ctr">
              <a:defRPr sz="1800">
                <a:solidFill>
                  <a:schemeClr val="tx1"/>
                </a:solidFill>
                <a:latin typeface="+mn-lt"/>
              </a:defRPr>
            </a:lvl1pPr>
          </a:lstStyle>
          <a:p>
            <a:pPr lvl="0"/>
            <a:r>
              <a:rPr lang="en-US"/>
              <a:t>Insert Title</a:t>
            </a:r>
          </a:p>
        </p:txBody>
      </p:sp>
      <p:pic>
        <p:nvPicPr>
          <p:cNvPr id="11" name="Graphic 10">
            <a:extLst>
              <a:ext uri="{FF2B5EF4-FFF2-40B4-BE49-F238E27FC236}">
                <a16:creationId xmlns:a16="http://schemas.microsoft.com/office/drawing/2014/main" id="{A453FC12-3FE2-19EC-A92C-0043B8BD598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779770" y="1364806"/>
            <a:ext cx="632460" cy="632460"/>
          </a:xfrm>
          <a:prstGeom prst="rect">
            <a:avLst/>
          </a:prstGeom>
        </p:spPr>
      </p:pic>
      <p:sp>
        <p:nvSpPr>
          <p:cNvPr id="3" name="TextBox 2">
            <a:extLst>
              <a:ext uri="{FF2B5EF4-FFF2-40B4-BE49-F238E27FC236}">
                <a16:creationId xmlns:a16="http://schemas.microsoft.com/office/drawing/2014/main" id="{9EAE2B66-C770-33F2-021B-CAAB48CAB3F3}"/>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18250252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Quote_2_alt">
    <p:bg>
      <p:bgPr>
        <a:solidFill>
          <a:schemeClr val="bg1"/>
        </a:soli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5B8A7A14-4FC7-F4B9-9E3A-E856305E4EFE}"/>
              </a:ext>
            </a:extLst>
          </p:cNvPr>
          <p:cNvGrpSpPr/>
          <p:nvPr userDrawn="1"/>
        </p:nvGrpSpPr>
        <p:grpSpPr>
          <a:xfrm>
            <a:off x="1382501" y="-1423311"/>
            <a:ext cx="9469159" cy="10060413"/>
            <a:chOff x="1382501" y="-1423311"/>
            <a:chExt cx="9469159" cy="10060413"/>
          </a:xfrm>
        </p:grpSpPr>
        <p:pic>
          <p:nvPicPr>
            <p:cNvPr id="8" name="Graphic 7">
              <a:extLst>
                <a:ext uri="{FF2B5EF4-FFF2-40B4-BE49-F238E27FC236}">
                  <a16:creationId xmlns:a16="http://schemas.microsoft.com/office/drawing/2014/main" id="{F7E9B409-B5A3-1A4B-A7BA-0628CEB2D43C}"/>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rot="20505511">
              <a:off x="1382501" y="-1423311"/>
              <a:ext cx="8950029" cy="8950029"/>
            </a:xfrm>
            <a:custGeom>
              <a:avLst/>
              <a:gdLst>
                <a:gd name="connsiteX0" fmla="*/ 646464 w 8950029"/>
                <a:gd name="connsiteY0" fmla="*/ 0 h 8950029"/>
                <a:gd name="connsiteX1" fmla="*/ 8950029 w 8950029"/>
                <a:gd name="connsiteY1" fmla="*/ 2736737 h 8950029"/>
                <a:gd name="connsiteX2" fmla="*/ 8950029 w 8950029"/>
                <a:gd name="connsiteY2" fmla="*/ 8950029 h 8950029"/>
                <a:gd name="connsiteX3" fmla="*/ 5892897 w 8950029"/>
                <a:gd name="connsiteY3" fmla="*/ 8950029 h 8950029"/>
                <a:gd name="connsiteX4" fmla="*/ 0 w 8950029"/>
                <a:gd name="connsiteY4" fmla="*/ 7007814 h 8950029"/>
                <a:gd name="connsiteX5" fmla="*/ 0 w 8950029"/>
                <a:gd name="connsiteY5" fmla="*/ 1 h 8950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50029" h="8950029">
                  <a:moveTo>
                    <a:pt x="646464" y="0"/>
                  </a:moveTo>
                  <a:lnTo>
                    <a:pt x="8950029" y="2736737"/>
                  </a:lnTo>
                  <a:lnTo>
                    <a:pt x="8950029" y="8950029"/>
                  </a:lnTo>
                  <a:lnTo>
                    <a:pt x="5892897" y="8950029"/>
                  </a:lnTo>
                  <a:lnTo>
                    <a:pt x="0" y="7007814"/>
                  </a:lnTo>
                  <a:lnTo>
                    <a:pt x="0" y="1"/>
                  </a:lnTo>
                  <a:close/>
                </a:path>
              </a:pathLst>
            </a:custGeom>
          </p:spPr>
        </p:pic>
        <p:pic>
          <p:nvPicPr>
            <p:cNvPr id="11" name="Graphic 10">
              <a:extLst>
                <a:ext uri="{FF2B5EF4-FFF2-40B4-BE49-F238E27FC236}">
                  <a16:creationId xmlns:a16="http://schemas.microsoft.com/office/drawing/2014/main" id="{CAFCF88A-7C71-4872-1E9A-6B766ED9B571}"/>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a:fillRect/>
            </a:stretch>
          </p:blipFill>
          <p:spPr>
            <a:xfrm rot="1225890">
              <a:off x="1747462" y="-467096"/>
              <a:ext cx="9104198" cy="9104198"/>
            </a:xfrm>
            <a:custGeom>
              <a:avLst/>
              <a:gdLst>
                <a:gd name="connsiteX0" fmla="*/ 0 w 9104198"/>
                <a:gd name="connsiteY0" fmla="*/ 1888618 h 9104198"/>
                <a:gd name="connsiteX1" fmla="*/ 5069807 w 9104198"/>
                <a:gd name="connsiteY1" fmla="*/ 0 h 9104198"/>
                <a:gd name="connsiteX2" fmla="*/ 9104198 w 9104198"/>
                <a:gd name="connsiteY2" fmla="*/ 0 h 9104198"/>
                <a:gd name="connsiteX3" fmla="*/ 9104198 w 9104198"/>
                <a:gd name="connsiteY3" fmla="*/ 5815496 h 9104198"/>
                <a:gd name="connsiteX4" fmla="*/ 276004 w 9104198"/>
                <a:gd name="connsiteY4" fmla="*/ 9104198 h 9104198"/>
                <a:gd name="connsiteX5" fmla="*/ 0 w 9104198"/>
                <a:gd name="connsiteY5" fmla="*/ 9104198 h 9104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04198" h="9104198">
                  <a:moveTo>
                    <a:pt x="0" y="1888618"/>
                  </a:moveTo>
                  <a:lnTo>
                    <a:pt x="5069807" y="0"/>
                  </a:lnTo>
                  <a:lnTo>
                    <a:pt x="9104198" y="0"/>
                  </a:lnTo>
                  <a:lnTo>
                    <a:pt x="9104198" y="5815496"/>
                  </a:lnTo>
                  <a:lnTo>
                    <a:pt x="276004" y="9104198"/>
                  </a:lnTo>
                  <a:lnTo>
                    <a:pt x="0" y="9104198"/>
                  </a:lnTo>
                  <a:close/>
                </a:path>
              </a:pathLst>
            </a:custGeom>
          </p:spPr>
        </p:pic>
        <p:sp>
          <p:nvSpPr>
            <p:cNvPr id="13" name="Freeform 12">
              <a:extLst>
                <a:ext uri="{FF2B5EF4-FFF2-40B4-BE49-F238E27FC236}">
                  <a16:creationId xmlns:a16="http://schemas.microsoft.com/office/drawing/2014/main" id="{2DBC2910-E7DF-5E40-152A-DA4F3C7E4099}"/>
                </a:ext>
              </a:extLst>
            </p:cNvPr>
            <p:cNvSpPr/>
            <p:nvPr/>
          </p:nvSpPr>
          <p:spPr>
            <a:xfrm rot="1225890">
              <a:off x="1942918" y="-453040"/>
              <a:ext cx="8615618" cy="8228727"/>
            </a:xfrm>
            <a:custGeom>
              <a:avLst/>
              <a:gdLst>
                <a:gd name="connsiteX0" fmla="*/ 470305 w 8615618"/>
                <a:gd name="connsiteY0" fmla="*/ 1636802 h 8228727"/>
                <a:gd name="connsiteX1" fmla="*/ 4864136 w 8615618"/>
                <a:gd name="connsiteY1" fmla="*/ 0 h 8228727"/>
                <a:gd name="connsiteX2" fmla="*/ 4906554 w 8615618"/>
                <a:gd name="connsiteY2" fmla="*/ 1020 h 8228727"/>
                <a:gd name="connsiteX3" fmla="*/ 6414297 w 8615618"/>
                <a:gd name="connsiteY3" fmla="*/ 138938 h 8228727"/>
                <a:gd name="connsiteX4" fmla="*/ 6438833 w 8615618"/>
                <a:gd name="connsiteY4" fmla="*/ 142674 h 8228727"/>
                <a:gd name="connsiteX5" fmla="*/ 6515760 w 8615618"/>
                <a:gd name="connsiteY5" fmla="*/ 213157 h 8228727"/>
                <a:gd name="connsiteX6" fmla="*/ 8134474 w 8615618"/>
                <a:gd name="connsiteY6" fmla="*/ 2407123 h 8228727"/>
                <a:gd name="connsiteX7" fmla="*/ 7566860 w 8615618"/>
                <a:gd name="connsiteY7" fmla="*/ 6144437 h 8228727"/>
                <a:gd name="connsiteX8" fmla="*/ 7296134 w 8615618"/>
                <a:gd name="connsiteY8" fmla="*/ 6412424 h 8228727"/>
                <a:gd name="connsiteX9" fmla="*/ 2420447 w 8615618"/>
                <a:gd name="connsiteY9" fmla="*/ 8228727 h 8228727"/>
                <a:gd name="connsiteX10" fmla="*/ 2294605 w 8615618"/>
                <a:gd name="connsiteY10" fmla="*/ 8164577 h 8228727"/>
                <a:gd name="connsiteX11" fmla="*/ 2040489 w 8615618"/>
                <a:gd name="connsiteY11" fmla="*/ 8012175 h 8228727"/>
                <a:gd name="connsiteX12" fmla="*/ 475172 w 8615618"/>
                <a:gd name="connsiteY12" fmla="*/ 6658171 h 8228727"/>
                <a:gd name="connsiteX13" fmla="*/ 287528 w 8615618"/>
                <a:gd name="connsiteY13" fmla="*/ 6447578 h 8228727"/>
                <a:gd name="connsiteX14" fmla="*/ 284836 w 8615618"/>
                <a:gd name="connsiteY14" fmla="*/ 6437464 h 8228727"/>
                <a:gd name="connsiteX15" fmla="*/ 405101 w 8615618"/>
                <a:gd name="connsiteY15" fmla="*/ 1772223 h 8228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615618" h="8228727">
                  <a:moveTo>
                    <a:pt x="470305" y="1636802"/>
                  </a:moveTo>
                  <a:lnTo>
                    <a:pt x="4864136" y="0"/>
                  </a:lnTo>
                  <a:lnTo>
                    <a:pt x="4906554" y="1020"/>
                  </a:lnTo>
                  <a:cubicBezTo>
                    <a:pt x="5602403" y="26101"/>
                    <a:pt x="6170105" y="102465"/>
                    <a:pt x="6414297" y="138938"/>
                  </a:cubicBezTo>
                  <a:lnTo>
                    <a:pt x="6438833" y="142674"/>
                  </a:lnTo>
                  <a:lnTo>
                    <a:pt x="6515760" y="213157"/>
                  </a:lnTo>
                  <a:cubicBezTo>
                    <a:pt x="7238484" y="895158"/>
                    <a:pt x="7759624" y="1610328"/>
                    <a:pt x="8134474" y="2407123"/>
                  </a:cubicBezTo>
                  <a:cubicBezTo>
                    <a:pt x="8905800" y="4046829"/>
                    <a:pt x="8773083" y="4900661"/>
                    <a:pt x="7566860" y="6144437"/>
                  </a:cubicBezTo>
                  <a:lnTo>
                    <a:pt x="7296134" y="6412424"/>
                  </a:lnTo>
                  <a:lnTo>
                    <a:pt x="2420447" y="8228727"/>
                  </a:lnTo>
                  <a:lnTo>
                    <a:pt x="2294605" y="8164577"/>
                  </a:lnTo>
                  <a:cubicBezTo>
                    <a:pt x="2210734" y="8117927"/>
                    <a:pt x="2126126" y="8067091"/>
                    <a:pt x="2040489" y="8012175"/>
                  </a:cubicBezTo>
                  <a:cubicBezTo>
                    <a:pt x="1594189" y="7725981"/>
                    <a:pt x="1017093" y="7242242"/>
                    <a:pt x="475172" y="6658171"/>
                  </a:cubicBezTo>
                  <a:lnTo>
                    <a:pt x="287528" y="6447578"/>
                  </a:lnTo>
                  <a:lnTo>
                    <a:pt x="284836" y="6437464"/>
                  </a:lnTo>
                  <a:cubicBezTo>
                    <a:pt x="-35911" y="5174131"/>
                    <a:pt x="-193685" y="3102739"/>
                    <a:pt x="405101" y="1772223"/>
                  </a:cubicBezTo>
                  <a:close/>
                </a:path>
              </a:pathLst>
            </a:custGeom>
            <a:solidFill>
              <a:schemeClr val="bg2"/>
            </a:solidFill>
            <a:ln w="67757" cap="flat">
              <a:noFill/>
              <a:prstDash val="solid"/>
              <a:miter/>
            </a:ln>
          </p:spPr>
          <p:txBody>
            <a:bodyPr wrap="square" rtlCol="0" anchor="ctr">
              <a:noAutofit/>
            </a:bodyPr>
            <a:lstStyle/>
            <a:p>
              <a:endParaRPr lang="en-US"/>
            </a:p>
          </p:txBody>
        </p:sp>
      </p:grpSp>
      <p:sp>
        <p:nvSpPr>
          <p:cNvPr id="6" name="Text Placeholder 2">
            <a:extLst>
              <a:ext uri="{FF2B5EF4-FFF2-40B4-BE49-F238E27FC236}">
                <a16:creationId xmlns:a16="http://schemas.microsoft.com/office/drawing/2014/main" id="{43017A7F-D22E-58FC-7E76-4DF70ACF97FC}"/>
              </a:ext>
            </a:extLst>
          </p:cNvPr>
          <p:cNvSpPr>
            <a:spLocks noGrp="1"/>
          </p:cNvSpPr>
          <p:nvPr userDrawn="1">
            <p:ph type="body" sz="quarter" idx="12"/>
          </p:nvPr>
        </p:nvSpPr>
        <p:spPr>
          <a:xfrm>
            <a:off x="2285920" y="2302891"/>
            <a:ext cx="7635789" cy="2252217"/>
          </a:xfrm>
          <a:prstGeom prst="rect">
            <a:avLst/>
          </a:prstGeom>
        </p:spPr>
        <p:txBody>
          <a:bodyPr anchor="ctr" anchorCtr="0"/>
          <a:lstStyle>
            <a:lvl1pPr algn="ctr">
              <a:lnSpc>
                <a:spcPct val="90000"/>
              </a:lnSpc>
              <a:defRPr sz="4000" b="1" i="0">
                <a:solidFill>
                  <a:schemeClr val="tx1"/>
                </a:solidFill>
                <a:latin typeface="+mj-lt"/>
              </a:defRPr>
            </a:lvl1pPr>
          </a:lstStyle>
          <a:p>
            <a:pPr lvl="0"/>
            <a:r>
              <a:rPr lang="en-US"/>
              <a:t>Click to edit Master text styles</a:t>
            </a:r>
          </a:p>
        </p:txBody>
      </p:sp>
      <p:pic>
        <p:nvPicPr>
          <p:cNvPr id="10" name="Graphic 9">
            <a:extLst>
              <a:ext uri="{FF2B5EF4-FFF2-40B4-BE49-F238E27FC236}">
                <a16:creationId xmlns:a16="http://schemas.microsoft.com/office/drawing/2014/main" id="{F0416241-B284-E1BA-DDFC-6483470E94B7}"/>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779770" y="1364806"/>
            <a:ext cx="632460" cy="632460"/>
          </a:xfrm>
          <a:prstGeom prst="rect">
            <a:avLst/>
          </a:prstGeom>
        </p:spPr>
      </p:pic>
      <p:sp>
        <p:nvSpPr>
          <p:cNvPr id="14" name="Text Placeholder 13">
            <a:extLst>
              <a:ext uri="{FF2B5EF4-FFF2-40B4-BE49-F238E27FC236}">
                <a16:creationId xmlns:a16="http://schemas.microsoft.com/office/drawing/2014/main" id="{DB86C3A2-69ED-5F07-C9A1-2AD38BB531DF}"/>
              </a:ext>
            </a:extLst>
          </p:cNvPr>
          <p:cNvSpPr>
            <a:spLocks noGrp="1"/>
          </p:cNvSpPr>
          <p:nvPr userDrawn="1">
            <p:ph type="body" sz="quarter" idx="14" hasCustomPrompt="1"/>
          </p:nvPr>
        </p:nvSpPr>
        <p:spPr>
          <a:xfrm>
            <a:off x="4213895" y="4876800"/>
            <a:ext cx="3779838" cy="381000"/>
          </a:xfrm>
        </p:spPr>
        <p:txBody>
          <a:bodyPr/>
          <a:lstStyle>
            <a:lvl1pPr algn="ctr">
              <a:defRPr>
                <a:latin typeface="+mj-lt"/>
              </a:defRPr>
            </a:lvl1pPr>
          </a:lstStyle>
          <a:p>
            <a:pPr lvl="0"/>
            <a:r>
              <a:rPr lang="en-US"/>
              <a:t>Insert Name</a:t>
            </a:r>
          </a:p>
        </p:txBody>
      </p:sp>
      <p:sp>
        <p:nvSpPr>
          <p:cNvPr id="15" name="Text Placeholder 13">
            <a:extLst>
              <a:ext uri="{FF2B5EF4-FFF2-40B4-BE49-F238E27FC236}">
                <a16:creationId xmlns:a16="http://schemas.microsoft.com/office/drawing/2014/main" id="{76682F10-26E2-DF46-6CD1-2DB15E2E46DD}"/>
              </a:ext>
            </a:extLst>
          </p:cNvPr>
          <p:cNvSpPr>
            <a:spLocks noGrp="1"/>
          </p:cNvSpPr>
          <p:nvPr userDrawn="1">
            <p:ph type="body" sz="quarter" idx="15" hasCustomPrompt="1"/>
          </p:nvPr>
        </p:nvSpPr>
        <p:spPr>
          <a:xfrm>
            <a:off x="4213895" y="5261829"/>
            <a:ext cx="3779838" cy="381000"/>
          </a:xfrm>
        </p:spPr>
        <p:txBody>
          <a:bodyPr/>
          <a:lstStyle>
            <a:lvl1pPr algn="ctr">
              <a:defRPr sz="1800">
                <a:latin typeface="+mn-lt"/>
              </a:defRPr>
            </a:lvl1pPr>
          </a:lstStyle>
          <a:p>
            <a:pPr lvl="0"/>
            <a:r>
              <a:rPr lang="en-US"/>
              <a:t>Insert Title</a:t>
            </a:r>
          </a:p>
        </p:txBody>
      </p:sp>
      <p:sp>
        <p:nvSpPr>
          <p:cNvPr id="3" name="TextBox 2">
            <a:extLst>
              <a:ext uri="{FF2B5EF4-FFF2-40B4-BE49-F238E27FC236}">
                <a16:creationId xmlns:a16="http://schemas.microsoft.com/office/drawing/2014/main" id="{E817EA9E-8C1E-BA16-65E0-BE6A7FB0C758}"/>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6880035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5_Quote_2_alt">
    <p:bg>
      <p:bgPr>
        <a:solidFill>
          <a:schemeClr val="bg1"/>
        </a:soli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5B8A7A14-4FC7-F4B9-9E3A-E856305E4EFE}"/>
              </a:ext>
            </a:extLst>
          </p:cNvPr>
          <p:cNvGrpSpPr/>
          <p:nvPr userDrawn="1"/>
        </p:nvGrpSpPr>
        <p:grpSpPr>
          <a:xfrm>
            <a:off x="1382501" y="-1423311"/>
            <a:ext cx="9469159" cy="10060413"/>
            <a:chOff x="1382501" y="-1423311"/>
            <a:chExt cx="9469159" cy="10060413"/>
          </a:xfrm>
        </p:grpSpPr>
        <p:pic>
          <p:nvPicPr>
            <p:cNvPr id="8" name="Graphic 7">
              <a:extLst>
                <a:ext uri="{FF2B5EF4-FFF2-40B4-BE49-F238E27FC236}">
                  <a16:creationId xmlns:a16="http://schemas.microsoft.com/office/drawing/2014/main" id="{F7E9B409-B5A3-1A4B-A7BA-0628CEB2D43C}"/>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rot="20505511">
              <a:off x="1382501" y="-1423311"/>
              <a:ext cx="8950029" cy="8950029"/>
            </a:xfrm>
            <a:custGeom>
              <a:avLst/>
              <a:gdLst>
                <a:gd name="connsiteX0" fmla="*/ 646464 w 8950029"/>
                <a:gd name="connsiteY0" fmla="*/ 0 h 8950029"/>
                <a:gd name="connsiteX1" fmla="*/ 8950029 w 8950029"/>
                <a:gd name="connsiteY1" fmla="*/ 2736737 h 8950029"/>
                <a:gd name="connsiteX2" fmla="*/ 8950029 w 8950029"/>
                <a:gd name="connsiteY2" fmla="*/ 8950029 h 8950029"/>
                <a:gd name="connsiteX3" fmla="*/ 5892897 w 8950029"/>
                <a:gd name="connsiteY3" fmla="*/ 8950029 h 8950029"/>
                <a:gd name="connsiteX4" fmla="*/ 0 w 8950029"/>
                <a:gd name="connsiteY4" fmla="*/ 7007814 h 8950029"/>
                <a:gd name="connsiteX5" fmla="*/ 0 w 8950029"/>
                <a:gd name="connsiteY5" fmla="*/ 1 h 8950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50029" h="8950029">
                  <a:moveTo>
                    <a:pt x="646464" y="0"/>
                  </a:moveTo>
                  <a:lnTo>
                    <a:pt x="8950029" y="2736737"/>
                  </a:lnTo>
                  <a:lnTo>
                    <a:pt x="8950029" y="8950029"/>
                  </a:lnTo>
                  <a:lnTo>
                    <a:pt x="5892897" y="8950029"/>
                  </a:lnTo>
                  <a:lnTo>
                    <a:pt x="0" y="7007814"/>
                  </a:lnTo>
                  <a:lnTo>
                    <a:pt x="0" y="1"/>
                  </a:lnTo>
                  <a:close/>
                </a:path>
              </a:pathLst>
            </a:custGeom>
          </p:spPr>
        </p:pic>
        <p:pic>
          <p:nvPicPr>
            <p:cNvPr id="11" name="Graphic 10">
              <a:extLst>
                <a:ext uri="{FF2B5EF4-FFF2-40B4-BE49-F238E27FC236}">
                  <a16:creationId xmlns:a16="http://schemas.microsoft.com/office/drawing/2014/main" id="{CAFCF88A-7C71-4872-1E9A-6B766ED9B571}"/>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a:fillRect/>
            </a:stretch>
          </p:blipFill>
          <p:spPr>
            <a:xfrm rot="1225890">
              <a:off x="1747462" y="-467096"/>
              <a:ext cx="9104198" cy="9104198"/>
            </a:xfrm>
            <a:custGeom>
              <a:avLst/>
              <a:gdLst>
                <a:gd name="connsiteX0" fmla="*/ 0 w 9104198"/>
                <a:gd name="connsiteY0" fmla="*/ 1888618 h 9104198"/>
                <a:gd name="connsiteX1" fmla="*/ 5069807 w 9104198"/>
                <a:gd name="connsiteY1" fmla="*/ 0 h 9104198"/>
                <a:gd name="connsiteX2" fmla="*/ 9104198 w 9104198"/>
                <a:gd name="connsiteY2" fmla="*/ 0 h 9104198"/>
                <a:gd name="connsiteX3" fmla="*/ 9104198 w 9104198"/>
                <a:gd name="connsiteY3" fmla="*/ 5815496 h 9104198"/>
                <a:gd name="connsiteX4" fmla="*/ 276004 w 9104198"/>
                <a:gd name="connsiteY4" fmla="*/ 9104198 h 9104198"/>
                <a:gd name="connsiteX5" fmla="*/ 0 w 9104198"/>
                <a:gd name="connsiteY5" fmla="*/ 9104198 h 9104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04198" h="9104198">
                  <a:moveTo>
                    <a:pt x="0" y="1888618"/>
                  </a:moveTo>
                  <a:lnTo>
                    <a:pt x="5069807" y="0"/>
                  </a:lnTo>
                  <a:lnTo>
                    <a:pt x="9104198" y="0"/>
                  </a:lnTo>
                  <a:lnTo>
                    <a:pt x="9104198" y="5815496"/>
                  </a:lnTo>
                  <a:lnTo>
                    <a:pt x="276004" y="9104198"/>
                  </a:lnTo>
                  <a:lnTo>
                    <a:pt x="0" y="9104198"/>
                  </a:lnTo>
                  <a:close/>
                </a:path>
              </a:pathLst>
            </a:custGeom>
          </p:spPr>
        </p:pic>
        <p:sp>
          <p:nvSpPr>
            <p:cNvPr id="13" name="Freeform 12">
              <a:extLst>
                <a:ext uri="{FF2B5EF4-FFF2-40B4-BE49-F238E27FC236}">
                  <a16:creationId xmlns:a16="http://schemas.microsoft.com/office/drawing/2014/main" id="{2DBC2910-E7DF-5E40-152A-DA4F3C7E4099}"/>
                </a:ext>
              </a:extLst>
            </p:cNvPr>
            <p:cNvSpPr/>
            <p:nvPr/>
          </p:nvSpPr>
          <p:spPr>
            <a:xfrm rot="1225890">
              <a:off x="1942918" y="-453040"/>
              <a:ext cx="8615618" cy="8228727"/>
            </a:xfrm>
            <a:custGeom>
              <a:avLst/>
              <a:gdLst>
                <a:gd name="connsiteX0" fmla="*/ 470305 w 8615618"/>
                <a:gd name="connsiteY0" fmla="*/ 1636802 h 8228727"/>
                <a:gd name="connsiteX1" fmla="*/ 4864136 w 8615618"/>
                <a:gd name="connsiteY1" fmla="*/ 0 h 8228727"/>
                <a:gd name="connsiteX2" fmla="*/ 4906554 w 8615618"/>
                <a:gd name="connsiteY2" fmla="*/ 1020 h 8228727"/>
                <a:gd name="connsiteX3" fmla="*/ 6414297 w 8615618"/>
                <a:gd name="connsiteY3" fmla="*/ 138938 h 8228727"/>
                <a:gd name="connsiteX4" fmla="*/ 6438833 w 8615618"/>
                <a:gd name="connsiteY4" fmla="*/ 142674 h 8228727"/>
                <a:gd name="connsiteX5" fmla="*/ 6515760 w 8615618"/>
                <a:gd name="connsiteY5" fmla="*/ 213157 h 8228727"/>
                <a:gd name="connsiteX6" fmla="*/ 8134474 w 8615618"/>
                <a:gd name="connsiteY6" fmla="*/ 2407123 h 8228727"/>
                <a:gd name="connsiteX7" fmla="*/ 7566860 w 8615618"/>
                <a:gd name="connsiteY7" fmla="*/ 6144437 h 8228727"/>
                <a:gd name="connsiteX8" fmla="*/ 7296134 w 8615618"/>
                <a:gd name="connsiteY8" fmla="*/ 6412424 h 8228727"/>
                <a:gd name="connsiteX9" fmla="*/ 2420447 w 8615618"/>
                <a:gd name="connsiteY9" fmla="*/ 8228727 h 8228727"/>
                <a:gd name="connsiteX10" fmla="*/ 2294605 w 8615618"/>
                <a:gd name="connsiteY10" fmla="*/ 8164577 h 8228727"/>
                <a:gd name="connsiteX11" fmla="*/ 2040489 w 8615618"/>
                <a:gd name="connsiteY11" fmla="*/ 8012175 h 8228727"/>
                <a:gd name="connsiteX12" fmla="*/ 475172 w 8615618"/>
                <a:gd name="connsiteY12" fmla="*/ 6658171 h 8228727"/>
                <a:gd name="connsiteX13" fmla="*/ 287528 w 8615618"/>
                <a:gd name="connsiteY13" fmla="*/ 6447578 h 8228727"/>
                <a:gd name="connsiteX14" fmla="*/ 284836 w 8615618"/>
                <a:gd name="connsiteY14" fmla="*/ 6437464 h 8228727"/>
                <a:gd name="connsiteX15" fmla="*/ 405101 w 8615618"/>
                <a:gd name="connsiteY15" fmla="*/ 1772223 h 8228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615618" h="8228727">
                  <a:moveTo>
                    <a:pt x="470305" y="1636802"/>
                  </a:moveTo>
                  <a:lnTo>
                    <a:pt x="4864136" y="0"/>
                  </a:lnTo>
                  <a:lnTo>
                    <a:pt x="4906554" y="1020"/>
                  </a:lnTo>
                  <a:cubicBezTo>
                    <a:pt x="5602403" y="26101"/>
                    <a:pt x="6170105" y="102465"/>
                    <a:pt x="6414297" y="138938"/>
                  </a:cubicBezTo>
                  <a:lnTo>
                    <a:pt x="6438833" y="142674"/>
                  </a:lnTo>
                  <a:lnTo>
                    <a:pt x="6515760" y="213157"/>
                  </a:lnTo>
                  <a:cubicBezTo>
                    <a:pt x="7238484" y="895158"/>
                    <a:pt x="7759624" y="1610328"/>
                    <a:pt x="8134474" y="2407123"/>
                  </a:cubicBezTo>
                  <a:cubicBezTo>
                    <a:pt x="8905800" y="4046829"/>
                    <a:pt x="8773083" y="4900661"/>
                    <a:pt x="7566860" y="6144437"/>
                  </a:cubicBezTo>
                  <a:lnTo>
                    <a:pt x="7296134" y="6412424"/>
                  </a:lnTo>
                  <a:lnTo>
                    <a:pt x="2420447" y="8228727"/>
                  </a:lnTo>
                  <a:lnTo>
                    <a:pt x="2294605" y="8164577"/>
                  </a:lnTo>
                  <a:cubicBezTo>
                    <a:pt x="2210734" y="8117927"/>
                    <a:pt x="2126126" y="8067091"/>
                    <a:pt x="2040489" y="8012175"/>
                  </a:cubicBezTo>
                  <a:cubicBezTo>
                    <a:pt x="1594189" y="7725981"/>
                    <a:pt x="1017093" y="7242242"/>
                    <a:pt x="475172" y="6658171"/>
                  </a:cubicBezTo>
                  <a:lnTo>
                    <a:pt x="287528" y="6447578"/>
                  </a:lnTo>
                  <a:lnTo>
                    <a:pt x="284836" y="6437464"/>
                  </a:lnTo>
                  <a:cubicBezTo>
                    <a:pt x="-35911" y="5174131"/>
                    <a:pt x="-193685" y="3102739"/>
                    <a:pt x="405101" y="1772223"/>
                  </a:cubicBezTo>
                  <a:close/>
                </a:path>
              </a:pathLst>
            </a:custGeom>
            <a:solidFill>
              <a:schemeClr val="bg2"/>
            </a:solidFill>
            <a:ln w="67757" cap="flat">
              <a:noFill/>
              <a:prstDash val="solid"/>
              <a:miter/>
            </a:ln>
          </p:spPr>
          <p:txBody>
            <a:bodyPr wrap="square" rtlCol="0" anchor="ctr">
              <a:noAutofit/>
            </a:bodyPr>
            <a:lstStyle/>
            <a:p>
              <a:endParaRPr lang="en-US"/>
            </a:p>
          </p:txBody>
        </p:sp>
      </p:grpSp>
      <p:sp>
        <p:nvSpPr>
          <p:cNvPr id="6" name="Text Placeholder 2">
            <a:extLst>
              <a:ext uri="{FF2B5EF4-FFF2-40B4-BE49-F238E27FC236}">
                <a16:creationId xmlns:a16="http://schemas.microsoft.com/office/drawing/2014/main" id="{43017A7F-D22E-58FC-7E76-4DF70ACF97FC}"/>
              </a:ext>
            </a:extLst>
          </p:cNvPr>
          <p:cNvSpPr>
            <a:spLocks noGrp="1"/>
          </p:cNvSpPr>
          <p:nvPr userDrawn="1">
            <p:ph type="body" sz="quarter" idx="12"/>
          </p:nvPr>
        </p:nvSpPr>
        <p:spPr>
          <a:xfrm>
            <a:off x="2285920" y="2302891"/>
            <a:ext cx="7635789" cy="2252217"/>
          </a:xfrm>
          <a:prstGeom prst="rect">
            <a:avLst/>
          </a:prstGeom>
        </p:spPr>
        <p:txBody>
          <a:bodyPr anchor="ctr" anchorCtr="0"/>
          <a:lstStyle>
            <a:lvl1pPr algn="ctr">
              <a:lnSpc>
                <a:spcPct val="90000"/>
              </a:lnSpc>
              <a:defRPr sz="4000" b="1" i="0">
                <a:solidFill>
                  <a:schemeClr val="tx1"/>
                </a:solidFill>
                <a:latin typeface="+mj-lt"/>
              </a:defRPr>
            </a:lvl1pPr>
          </a:lstStyle>
          <a:p>
            <a:pPr lvl="0"/>
            <a:r>
              <a:rPr lang="en-US"/>
              <a:t>Click to edit Master text styles</a:t>
            </a:r>
          </a:p>
        </p:txBody>
      </p:sp>
      <p:pic>
        <p:nvPicPr>
          <p:cNvPr id="10" name="Graphic 9">
            <a:extLst>
              <a:ext uri="{FF2B5EF4-FFF2-40B4-BE49-F238E27FC236}">
                <a16:creationId xmlns:a16="http://schemas.microsoft.com/office/drawing/2014/main" id="{F0416241-B284-E1BA-DDFC-6483470E94B7}"/>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779770" y="1364806"/>
            <a:ext cx="632460" cy="632460"/>
          </a:xfrm>
          <a:prstGeom prst="rect">
            <a:avLst/>
          </a:prstGeom>
        </p:spPr>
      </p:pic>
      <p:sp>
        <p:nvSpPr>
          <p:cNvPr id="14" name="Text Placeholder 13">
            <a:extLst>
              <a:ext uri="{FF2B5EF4-FFF2-40B4-BE49-F238E27FC236}">
                <a16:creationId xmlns:a16="http://schemas.microsoft.com/office/drawing/2014/main" id="{DB86C3A2-69ED-5F07-C9A1-2AD38BB531DF}"/>
              </a:ext>
            </a:extLst>
          </p:cNvPr>
          <p:cNvSpPr>
            <a:spLocks noGrp="1"/>
          </p:cNvSpPr>
          <p:nvPr userDrawn="1">
            <p:ph type="body" sz="quarter" idx="14" hasCustomPrompt="1"/>
          </p:nvPr>
        </p:nvSpPr>
        <p:spPr>
          <a:xfrm>
            <a:off x="4213895" y="4876800"/>
            <a:ext cx="3779838" cy="381000"/>
          </a:xfrm>
        </p:spPr>
        <p:txBody>
          <a:bodyPr/>
          <a:lstStyle>
            <a:lvl1pPr algn="ctr">
              <a:defRPr>
                <a:latin typeface="+mj-lt"/>
              </a:defRPr>
            </a:lvl1pPr>
          </a:lstStyle>
          <a:p>
            <a:pPr lvl="0"/>
            <a:r>
              <a:rPr lang="en-US"/>
              <a:t>Insert Name</a:t>
            </a:r>
          </a:p>
        </p:txBody>
      </p:sp>
      <p:sp>
        <p:nvSpPr>
          <p:cNvPr id="15" name="Text Placeholder 13">
            <a:extLst>
              <a:ext uri="{FF2B5EF4-FFF2-40B4-BE49-F238E27FC236}">
                <a16:creationId xmlns:a16="http://schemas.microsoft.com/office/drawing/2014/main" id="{76682F10-26E2-DF46-6CD1-2DB15E2E46DD}"/>
              </a:ext>
            </a:extLst>
          </p:cNvPr>
          <p:cNvSpPr>
            <a:spLocks noGrp="1"/>
          </p:cNvSpPr>
          <p:nvPr userDrawn="1">
            <p:ph type="body" sz="quarter" idx="15" hasCustomPrompt="1"/>
          </p:nvPr>
        </p:nvSpPr>
        <p:spPr>
          <a:xfrm>
            <a:off x="4213895" y="5261829"/>
            <a:ext cx="3779838" cy="381000"/>
          </a:xfrm>
        </p:spPr>
        <p:txBody>
          <a:bodyPr/>
          <a:lstStyle>
            <a:lvl1pPr algn="ctr">
              <a:defRPr sz="1800">
                <a:latin typeface="+mn-lt"/>
              </a:defRPr>
            </a:lvl1pPr>
          </a:lstStyle>
          <a:p>
            <a:pPr lvl="0"/>
            <a:r>
              <a:rPr lang="en-US"/>
              <a:t>Insert Title</a:t>
            </a:r>
          </a:p>
        </p:txBody>
      </p:sp>
      <p:sp>
        <p:nvSpPr>
          <p:cNvPr id="3" name="TextBox 2">
            <a:extLst>
              <a:ext uri="{FF2B5EF4-FFF2-40B4-BE49-F238E27FC236}">
                <a16:creationId xmlns:a16="http://schemas.microsoft.com/office/drawing/2014/main" id="{35877859-EC44-8FBD-562B-8B35638FAA8B}"/>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17856466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Quote_2">
    <p:bg>
      <p:bgPr>
        <a:solidFill>
          <a:schemeClr val="bg1"/>
        </a:soli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5B8A7A14-4FC7-F4B9-9E3A-E856305E4EFE}"/>
              </a:ext>
            </a:extLst>
          </p:cNvPr>
          <p:cNvGrpSpPr/>
          <p:nvPr userDrawn="1"/>
        </p:nvGrpSpPr>
        <p:grpSpPr>
          <a:xfrm>
            <a:off x="1382501" y="-1423311"/>
            <a:ext cx="9469159" cy="10060413"/>
            <a:chOff x="1382501" y="-1423311"/>
            <a:chExt cx="9469159" cy="10060413"/>
          </a:xfrm>
        </p:grpSpPr>
        <p:pic>
          <p:nvPicPr>
            <p:cNvPr id="8" name="Graphic 7">
              <a:extLst>
                <a:ext uri="{FF2B5EF4-FFF2-40B4-BE49-F238E27FC236}">
                  <a16:creationId xmlns:a16="http://schemas.microsoft.com/office/drawing/2014/main" id="{F7E9B409-B5A3-1A4B-A7BA-0628CEB2D43C}"/>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rot="20505511">
              <a:off x="1382501" y="-1423311"/>
              <a:ext cx="8950029" cy="8950029"/>
            </a:xfrm>
            <a:custGeom>
              <a:avLst/>
              <a:gdLst>
                <a:gd name="connsiteX0" fmla="*/ 646464 w 8950029"/>
                <a:gd name="connsiteY0" fmla="*/ 0 h 8950029"/>
                <a:gd name="connsiteX1" fmla="*/ 8950029 w 8950029"/>
                <a:gd name="connsiteY1" fmla="*/ 2736737 h 8950029"/>
                <a:gd name="connsiteX2" fmla="*/ 8950029 w 8950029"/>
                <a:gd name="connsiteY2" fmla="*/ 8950029 h 8950029"/>
                <a:gd name="connsiteX3" fmla="*/ 5892897 w 8950029"/>
                <a:gd name="connsiteY3" fmla="*/ 8950029 h 8950029"/>
                <a:gd name="connsiteX4" fmla="*/ 0 w 8950029"/>
                <a:gd name="connsiteY4" fmla="*/ 7007814 h 8950029"/>
                <a:gd name="connsiteX5" fmla="*/ 0 w 8950029"/>
                <a:gd name="connsiteY5" fmla="*/ 1 h 8950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50029" h="8950029">
                  <a:moveTo>
                    <a:pt x="646464" y="0"/>
                  </a:moveTo>
                  <a:lnTo>
                    <a:pt x="8950029" y="2736737"/>
                  </a:lnTo>
                  <a:lnTo>
                    <a:pt x="8950029" y="8950029"/>
                  </a:lnTo>
                  <a:lnTo>
                    <a:pt x="5892897" y="8950029"/>
                  </a:lnTo>
                  <a:lnTo>
                    <a:pt x="0" y="7007814"/>
                  </a:lnTo>
                  <a:lnTo>
                    <a:pt x="0" y="1"/>
                  </a:lnTo>
                  <a:close/>
                </a:path>
              </a:pathLst>
            </a:custGeom>
          </p:spPr>
        </p:pic>
        <p:pic>
          <p:nvPicPr>
            <p:cNvPr id="11" name="Graphic 10">
              <a:extLst>
                <a:ext uri="{FF2B5EF4-FFF2-40B4-BE49-F238E27FC236}">
                  <a16:creationId xmlns:a16="http://schemas.microsoft.com/office/drawing/2014/main" id="{CAFCF88A-7C71-4872-1E9A-6B766ED9B571}"/>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a:fillRect/>
            </a:stretch>
          </p:blipFill>
          <p:spPr>
            <a:xfrm rot="1225890">
              <a:off x="1747462" y="-467096"/>
              <a:ext cx="9104198" cy="9104198"/>
            </a:xfrm>
            <a:custGeom>
              <a:avLst/>
              <a:gdLst>
                <a:gd name="connsiteX0" fmla="*/ 0 w 9104198"/>
                <a:gd name="connsiteY0" fmla="*/ 1888618 h 9104198"/>
                <a:gd name="connsiteX1" fmla="*/ 5069807 w 9104198"/>
                <a:gd name="connsiteY1" fmla="*/ 0 h 9104198"/>
                <a:gd name="connsiteX2" fmla="*/ 9104198 w 9104198"/>
                <a:gd name="connsiteY2" fmla="*/ 0 h 9104198"/>
                <a:gd name="connsiteX3" fmla="*/ 9104198 w 9104198"/>
                <a:gd name="connsiteY3" fmla="*/ 5815496 h 9104198"/>
                <a:gd name="connsiteX4" fmla="*/ 276004 w 9104198"/>
                <a:gd name="connsiteY4" fmla="*/ 9104198 h 9104198"/>
                <a:gd name="connsiteX5" fmla="*/ 0 w 9104198"/>
                <a:gd name="connsiteY5" fmla="*/ 9104198 h 9104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04198" h="9104198">
                  <a:moveTo>
                    <a:pt x="0" y="1888618"/>
                  </a:moveTo>
                  <a:lnTo>
                    <a:pt x="5069807" y="0"/>
                  </a:lnTo>
                  <a:lnTo>
                    <a:pt x="9104198" y="0"/>
                  </a:lnTo>
                  <a:lnTo>
                    <a:pt x="9104198" y="5815496"/>
                  </a:lnTo>
                  <a:lnTo>
                    <a:pt x="276004" y="9104198"/>
                  </a:lnTo>
                  <a:lnTo>
                    <a:pt x="0" y="9104198"/>
                  </a:lnTo>
                  <a:close/>
                </a:path>
              </a:pathLst>
            </a:custGeom>
          </p:spPr>
        </p:pic>
        <p:sp>
          <p:nvSpPr>
            <p:cNvPr id="13" name="Freeform 12">
              <a:extLst>
                <a:ext uri="{FF2B5EF4-FFF2-40B4-BE49-F238E27FC236}">
                  <a16:creationId xmlns:a16="http://schemas.microsoft.com/office/drawing/2014/main" id="{2DBC2910-E7DF-5E40-152A-DA4F3C7E4099}"/>
                </a:ext>
              </a:extLst>
            </p:cNvPr>
            <p:cNvSpPr/>
            <p:nvPr/>
          </p:nvSpPr>
          <p:spPr>
            <a:xfrm rot="1225890">
              <a:off x="1942918" y="-453040"/>
              <a:ext cx="8615618" cy="8228727"/>
            </a:xfrm>
            <a:custGeom>
              <a:avLst/>
              <a:gdLst>
                <a:gd name="connsiteX0" fmla="*/ 470305 w 8615618"/>
                <a:gd name="connsiteY0" fmla="*/ 1636802 h 8228727"/>
                <a:gd name="connsiteX1" fmla="*/ 4864136 w 8615618"/>
                <a:gd name="connsiteY1" fmla="*/ 0 h 8228727"/>
                <a:gd name="connsiteX2" fmla="*/ 4906554 w 8615618"/>
                <a:gd name="connsiteY2" fmla="*/ 1020 h 8228727"/>
                <a:gd name="connsiteX3" fmla="*/ 6414297 w 8615618"/>
                <a:gd name="connsiteY3" fmla="*/ 138938 h 8228727"/>
                <a:gd name="connsiteX4" fmla="*/ 6438833 w 8615618"/>
                <a:gd name="connsiteY4" fmla="*/ 142674 h 8228727"/>
                <a:gd name="connsiteX5" fmla="*/ 6515760 w 8615618"/>
                <a:gd name="connsiteY5" fmla="*/ 213157 h 8228727"/>
                <a:gd name="connsiteX6" fmla="*/ 8134474 w 8615618"/>
                <a:gd name="connsiteY6" fmla="*/ 2407123 h 8228727"/>
                <a:gd name="connsiteX7" fmla="*/ 7566860 w 8615618"/>
                <a:gd name="connsiteY7" fmla="*/ 6144437 h 8228727"/>
                <a:gd name="connsiteX8" fmla="*/ 7296134 w 8615618"/>
                <a:gd name="connsiteY8" fmla="*/ 6412424 h 8228727"/>
                <a:gd name="connsiteX9" fmla="*/ 2420447 w 8615618"/>
                <a:gd name="connsiteY9" fmla="*/ 8228727 h 8228727"/>
                <a:gd name="connsiteX10" fmla="*/ 2294605 w 8615618"/>
                <a:gd name="connsiteY10" fmla="*/ 8164577 h 8228727"/>
                <a:gd name="connsiteX11" fmla="*/ 2040489 w 8615618"/>
                <a:gd name="connsiteY11" fmla="*/ 8012175 h 8228727"/>
                <a:gd name="connsiteX12" fmla="*/ 475172 w 8615618"/>
                <a:gd name="connsiteY12" fmla="*/ 6658171 h 8228727"/>
                <a:gd name="connsiteX13" fmla="*/ 287528 w 8615618"/>
                <a:gd name="connsiteY13" fmla="*/ 6447578 h 8228727"/>
                <a:gd name="connsiteX14" fmla="*/ 284836 w 8615618"/>
                <a:gd name="connsiteY14" fmla="*/ 6437464 h 8228727"/>
                <a:gd name="connsiteX15" fmla="*/ 405101 w 8615618"/>
                <a:gd name="connsiteY15" fmla="*/ 1772223 h 8228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615618" h="8228727">
                  <a:moveTo>
                    <a:pt x="470305" y="1636802"/>
                  </a:moveTo>
                  <a:lnTo>
                    <a:pt x="4864136" y="0"/>
                  </a:lnTo>
                  <a:lnTo>
                    <a:pt x="4906554" y="1020"/>
                  </a:lnTo>
                  <a:cubicBezTo>
                    <a:pt x="5602403" y="26101"/>
                    <a:pt x="6170105" y="102465"/>
                    <a:pt x="6414297" y="138938"/>
                  </a:cubicBezTo>
                  <a:lnTo>
                    <a:pt x="6438833" y="142674"/>
                  </a:lnTo>
                  <a:lnTo>
                    <a:pt x="6515760" y="213157"/>
                  </a:lnTo>
                  <a:cubicBezTo>
                    <a:pt x="7238484" y="895158"/>
                    <a:pt x="7759624" y="1610328"/>
                    <a:pt x="8134474" y="2407123"/>
                  </a:cubicBezTo>
                  <a:cubicBezTo>
                    <a:pt x="8905800" y="4046829"/>
                    <a:pt x="8773083" y="4900661"/>
                    <a:pt x="7566860" y="6144437"/>
                  </a:cubicBezTo>
                  <a:lnTo>
                    <a:pt x="7296134" y="6412424"/>
                  </a:lnTo>
                  <a:lnTo>
                    <a:pt x="2420447" y="8228727"/>
                  </a:lnTo>
                  <a:lnTo>
                    <a:pt x="2294605" y="8164577"/>
                  </a:lnTo>
                  <a:cubicBezTo>
                    <a:pt x="2210734" y="8117927"/>
                    <a:pt x="2126126" y="8067091"/>
                    <a:pt x="2040489" y="8012175"/>
                  </a:cubicBezTo>
                  <a:cubicBezTo>
                    <a:pt x="1594189" y="7725981"/>
                    <a:pt x="1017093" y="7242242"/>
                    <a:pt x="475172" y="6658171"/>
                  </a:cubicBezTo>
                  <a:lnTo>
                    <a:pt x="287528" y="6447578"/>
                  </a:lnTo>
                  <a:lnTo>
                    <a:pt x="284836" y="6437464"/>
                  </a:lnTo>
                  <a:cubicBezTo>
                    <a:pt x="-35911" y="5174131"/>
                    <a:pt x="-193685" y="3102739"/>
                    <a:pt x="405101" y="1772223"/>
                  </a:cubicBezTo>
                  <a:close/>
                </a:path>
              </a:pathLst>
            </a:custGeom>
            <a:solidFill>
              <a:srgbClr val="C7E5FF"/>
            </a:solidFill>
            <a:ln w="67757" cap="flat">
              <a:noFill/>
              <a:prstDash val="solid"/>
              <a:miter/>
            </a:ln>
          </p:spPr>
          <p:txBody>
            <a:bodyPr wrap="square" rtlCol="0" anchor="ctr">
              <a:noAutofit/>
            </a:bodyPr>
            <a:lstStyle/>
            <a:p>
              <a:endParaRPr lang="en-US"/>
            </a:p>
          </p:txBody>
        </p:sp>
      </p:grpSp>
      <p:sp>
        <p:nvSpPr>
          <p:cNvPr id="6" name="Text Placeholder 2">
            <a:extLst>
              <a:ext uri="{FF2B5EF4-FFF2-40B4-BE49-F238E27FC236}">
                <a16:creationId xmlns:a16="http://schemas.microsoft.com/office/drawing/2014/main" id="{43017A7F-D22E-58FC-7E76-4DF70ACF97FC}"/>
              </a:ext>
            </a:extLst>
          </p:cNvPr>
          <p:cNvSpPr>
            <a:spLocks noGrp="1"/>
          </p:cNvSpPr>
          <p:nvPr userDrawn="1">
            <p:ph type="body" sz="quarter" idx="12"/>
          </p:nvPr>
        </p:nvSpPr>
        <p:spPr>
          <a:xfrm>
            <a:off x="2285920" y="2302891"/>
            <a:ext cx="7635789" cy="2252217"/>
          </a:xfrm>
          <a:prstGeom prst="rect">
            <a:avLst/>
          </a:prstGeom>
        </p:spPr>
        <p:txBody>
          <a:bodyPr anchor="ctr" anchorCtr="0"/>
          <a:lstStyle>
            <a:lvl1pPr algn="ctr">
              <a:lnSpc>
                <a:spcPct val="90000"/>
              </a:lnSpc>
              <a:defRPr sz="4000" b="1" i="0">
                <a:solidFill>
                  <a:schemeClr val="tx1"/>
                </a:solidFill>
                <a:latin typeface="+mj-lt"/>
              </a:defRPr>
            </a:lvl1pPr>
          </a:lstStyle>
          <a:p>
            <a:pPr lvl="0"/>
            <a:r>
              <a:rPr lang="en-US"/>
              <a:t>Click to edit Master text styles</a:t>
            </a:r>
          </a:p>
        </p:txBody>
      </p:sp>
      <p:pic>
        <p:nvPicPr>
          <p:cNvPr id="10" name="Graphic 9">
            <a:extLst>
              <a:ext uri="{FF2B5EF4-FFF2-40B4-BE49-F238E27FC236}">
                <a16:creationId xmlns:a16="http://schemas.microsoft.com/office/drawing/2014/main" id="{F0416241-B284-E1BA-DDFC-6483470E94B7}"/>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779770" y="1364806"/>
            <a:ext cx="632460" cy="632460"/>
          </a:xfrm>
          <a:prstGeom prst="rect">
            <a:avLst/>
          </a:prstGeom>
        </p:spPr>
      </p:pic>
      <p:sp>
        <p:nvSpPr>
          <p:cNvPr id="14" name="Text Placeholder 13">
            <a:extLst>
              <a:ext uri="{FF2B5EF4-FFF2-40B4-BE49-F238E27FC236}">
                <a16:creationId xmlns:a16="http://schemas.microsoft.com/office/drawing/2014/main" id="{DB86C3A2-69ED-5F07-C9A1-2AD38BB531DF}"/>
              </a:ext>
            </a:extLst>
          </p:cNvPr>
          <p:cNvSpPr>
            <a:spLocks noGrp="1"/>
          </p:cNvSpPr>
          <p:nvPr userDrawn="1">
            <p:ph type="body" sz="quarter" idx="14" hasCustomPrompt="1"/>
          </p:nvPr>
        </p:nvSpPr>
        <p:spPr>
          <a:xfrm>
            <a:off x="4213895" y="4876800"/>
            <a:ext cx="3779838" cy="381000"/>
          </a:xfrm>
        </p:spPr>
        <p:txBody>
          <a:bodyPr/>
          <a:lstStyle>
            <a:lvl1pPr algn="ctr">
              <a:defRPr>
                <a:latin typeface="+mj-lt"/>
              </a:defRPr>
            </a:lvl1pPr>
          </a:lstStyle>
          <a:p>
            <a:pPr lvl="0"/>
            <a:r>
              <a:rPr lang="en-US"/>
              <a:t>Insert Name</a:t>
            </a:r>
          </a:p>
        </p:txBody>
      </p:sp>
      <p:sp>
        <p:nvSpPr>
          <p:cNvPr id="15" name="Text Placeholder 13">
            <a:extLst>
              <a:ext uri="{FF2B5EF4-FFF2-40B4-BE49-F238E27FC236}">
                <a16:creationId xmlns:a16="http://schemas.microsoft.com/office/drawing/2014/main" id="{76682F10-26E2-DF46-6CD1-2DB15E2E46DD}"/>
              </a:ext>
            </a:extLst>
          </p:cNvPr>
          <p:cNvSpPr>
            <a:spLocks noGrp="1"/>
          </p:cNvSpPr>
          <p:nvPr userDrawn="1">
            <p:ph type="body" sz="quarter" idx="15" hasCustomPrompt="1"/>
          </p:nvPr>
        </p:nvSpPr>
        <p:spPr>
          <a:xfrm>
            <a:off x="4213895" y="5261829"/>
            <a:ext cx="3779838" cy="381000"/>
          </a:xfrm>
        </p:spPr>
        <p:txBody>
          <a:bodyPr/>
          <a:lstStyle>
            <a:lvl1pPr algn="ctr">
              <a:defRPr sz="1800">
                <a:latin typeface="+mn-lt"/>
              </a:defRPr>
            </a:lvl1pPr>
          </a:lstStyle>
          <a:p>
            <a:pPr lvl="0"/>
            <a:r>
              <a:rPr lang="en-US"/>
              <a:t>Insert Title</a:t>
            </a:r>
          </a:p>
        </p:txBody>
      </p:sp>
      <p:sp>
        <p:nvSpPr>
          <p:cNvPr id="3" name="TextBox 2">
            <a:extLst>
              <a:ext uri="{FF2B5EF4-FFF2-40B4-BE49-F238E27FC236}">
                <a16:creationId xmlns:a16="http://schemas.microsoft.com/office/drawing/2014/main" id="{8A9F6AFF-6A98-2C2E-1D06-F8AE64DD5B3E}"/>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37134805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1_Quote_2_alt">
    <p:bg>
      <p:bgPr>
        <a:solidFill>
          <a:schemeClr val="tx2"/>
        </a:soli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5B8A7A14-4FC7-F4B9-9E3A-E856305E4EFE}"/>
              </a:ext>
            </a:extLst>
          </p:cNvPr>
          <p:cNvGrpSpPr/>
          <p:nvPr userDrawn="1"/>
        </p:nvGrpSpPr>
        <p:grpSpPr>
          <a:xfrm>
            <a:off x="1382501" y="-1423311"/>
            <a:ext cx="9469159" cy="10060413"/>
            <a:chOff x="1382501" y="-1423311"/>
            <a:chExt cx="9469159" cy="10060413"/>
          </a:xfrm>
        </p:grpSpPr>
        <p:pic>
          <p:nvPicPr>
            <p:cNvPr id="8" name="Graphic 7">
              <a:extLst>
                <a:ext uri="{FF2B5EF4-FFF2-40B4-BE49-F238E27FC236}">
                  <a16:creationId xmlns:a16="http://schemas.microsoft.com/office/drawing/2014/main" id="{F7E9B409-B5A3-1A4B-A7BA-0628CEB2D43C}"/>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rot="20505511">
              <a:off x="1382501" y="-1423311"/>
              <a:ext cx="8950029" cy="8950029"/>
            </a:xfrm>
            <a:custGeom>
              <a:avLst/>
              <a:gdLst>
                <a:gd name="connsiteX0" fmla="*/ 646464 w 8950029"/>
                <a:gd name="connsiteY0" fmla="*/ 0 h 8950029"/>
                <a:gd name="connsiteX1" fmla="*/ 8950029 w 8950029"/>
                <a:gd name="connsiteY1" fmla="*/ 2736737 h 8950029"/>
                <a:gd name="connsiteX2" fmla="*/ 8950029 w 8950029"/>
                <a:gd name="connsiteY2" fmla="*/ 8950029 h 8950029"/>
                <a:gd name="connsiteX3" fmla="*/ 5892897 w 8950029"/>
                <a:gd name="connsiteY3" fmla="*/ 8950029 h 8950029"/>
                <a:gd name="connsiteX4" fmla="*/ 0 w 8950029"/>
                <a:gd name="connsiteY4" fmla="*/ 7007814 h 8950029"/>
                <a:gd name="connsiteX5" fmla="*/ 0 w 8950029"/>
                <a:gd name="connsiteY5" fmla="*/ 1 h 8950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50029" h="8950029">
                  <a:moveTo>
                    <a:pt x="646464" y="0"/>
                  </a:moveTo>
                  <a:lnTo>
                    <a:pt x="8950029" y="2736737"/>
                  </a:lnTo>
                  <a:lnTo>
                    <a:pt x="8950029" y="8950029"/>
                  </a:lnTo>
                  <a:lnTo>
                    <a:pt x="5892897" y="8950029"/>
                  </a:lnTo>
                  <a:lnTo>
                    <a:pt x="0" y="7007814"/>
                  </a:lnTo>
                  <a:lnTo>
                    <a:pt x="0" y="1"/>
                  </a:lnTo>
                  <a:close/>
                </a:path>
              </a:pathLst>
            </a:custGeom>
          </p:spPr>
        </p:pic>
        <p:pic>
          <p:nvPicPr>
            <p:cNvPr id="11" name="Graphic 10">
              <a:extLst>
                <a:ext uri="{FF2B5EF4-FFF2-40B4-BE49-F238E27FC236}">
                  <a16:creationId xmlns:a16="http://schemas.microsoft.com/office/drawing/2014/main" id="{CAFCF88A-7C71-4872-1E9A-6B766ED9B571}"/>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a:fillRect/>
            </a:stretch>
          </p:blipFill>
          <p:spPr>
            <a:xfrm rot="1225890">
              <a:off x="1747462" y="-467096"/>
              <a:ext cx="9104198" cy="9104198"/>
            </a:xfrm>
            <a:custGeom>
              <a:avLst/>
              <a:gdLst>
                <a:gd name="connsiteX0" fmla="*/ 0 w 9104198"/>
                <a:gd name="connsiteY0" fmla="*/ 1888618 h 9104198"/>
                <a:gd name="connsiteX1" fmla="*/ 5069807 w 9104198"/>
                <a:gd name="connsiteY1" fmla="*/ 0 h 9104198"/>
                <a:gd name="connsiteX2" fmla="*/ 9104198 w 9104198"/>
                <a:gd name="connsiteY2" fmla="*/ 0 h 9104198"/>
                <a:gd name="connsiteX3" fmla="*/ 9104198 w 9104198"/>
                <a:gd name="connsiteY3" fmla="*/ 5815496 h 9104198"/>
                <a:gd name="connsiteX4" fmla="*/ 276004 w 9104198"/>
                <a:gd name="connsiteY4" fmla="*/ 9104198 h 9104198"/>
                <a:gd name="connsiteX5" fmla="*/ 0 w 9104198"/>
                <a:gd name="connsiteY5" fmla="*/ 9104198 h 9104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04198" h="9104198">
                  <a:moveTo>
                    <a:pt x="0" y="1888618"/>
                  </a:moveTo>
                  <a:lnTo>
                    <a:pt x="5069807" y="0"/>
                  </a:lnTo>
                  <a:lnTo>
                    <a:pt x="9104198" y="0"/>
                  </a:lnTo>
                  <a:lnTo>
                    <a:pt x="9104198" y="5815496"/>
                  </a:lnTo>
                  <a:lnTo>
                    <a:pt x="276004" y="9104198"/>
                  </a:lnTo>
                  <a:lnTo>
                    <a:pt x="0" y="9104198"/>
                  </a:lnTo>
                  <a:close/>
                </a:path>
              </a:pathLst>
            </a:custGeom>
          </p:spPr>
        </p:pic>
        <p:sp>
          <p:nvSpPr>
            <p:cNvPr id="13" name="Freeform 12">
              <a:extLst>
                <a:ext uri="{FF2B5EF4-FFF2-40B4-BE49-F238E27FC236}">
                  <a16:creationId xmlns:a16="http://schemas.microsoft.com/office/drawing/2014/main" id="{2DBC2910-E7DF-5E40-152A-DA4F3C7E4099}"/>
                </a:ext>
              </a:extLst>
            </p:cNvPr>
            <p:cNvSpPr/>
            <p:nvPr/>
          </p:nvSpPr>
          <p:spPr>
            <a:xfrm rot="1225890">
              <a:off x="1942918" y="-453040"/>
              <a:ext cx="8615618" cy="8228727"/>
            </a:xfrm>
            <a:custGeom>
              <a:avLst/>
              <a:gdLst>
                <a:gd name="connsiteX0" fmla="*/ 470305 w 8615618"/>
                <a:gd name="connsiteY0" fmla="*/ 1636802 h 8228727"/>
                <a:gd name="connsiteX1" fmla="*/ 4864136 w 8615618"/>
                <a:gd name="connsiteY1" fmla="*/ 0 h 8228727"/>
                <a:gd name="connsiteX2" fmla="*/ 4906554 w 8615618"/>
                <a:gd name="connsiteY2" fmla="*/ 1020 h 8228727"/>
                <a:gd name="connsiteX3" fmla="*/ 6414297 w 8615618"/>
                <a:gd name="connsiteY3" fmla="*/ 138938 h 8228727"/>
                <a:gd name="connsiteX4" fmla="*/ 6438833 w 8615618"/>
                <a:gd name="connsiteY4" fmla="*/ 142674 h 8228727"/>
                <a:gd name="connsiteX5" fmla="*/ 6515760 w 8615618"/>
                <a:gd name="connsiteY5" fmla="*/ 213157 h 8228727"/>
                <a:gd name="connsiteX6" fmla="*/ 8134474 w 8615618"/>
                <a:gd name="connsiteY6" fmla="*/ 2407123 h 8228727"/>
                <a:gd name="connsiteX7" fmla="*/ 7566860 w 8615618"/>
                <a:gd name="connsiteY7" fmla="*/ 6144437 h 8228727"/>
                <a:gd name="connsiteX8" fmla="*/ 7296134 w 8615618"/>
                <a:gd name="connsiteY8" fmla="*/ 6412424 h 8228727"/>
                <a:gd name="connsiteX9" fmla="*/ 2420447 w 8615618"/>
                <a:gd name="connsiteY9" fmla="*/ 8228727 h 8228727"/>
                <a:gd name="connsiteX10" fmla="*/ 2294605 w 8615618"/>
                <a:gd name="connsiteY10" fmla="*/ 8164577 h 8228727"/>
                <a:gd name="connsiteX11" fmla="*/ 2040489 w 8615618"/>
                <a:gd name="connsiteY11" fmla="*/ 8012175 h 8228727"/>
                <a:gd name="connsiteX12" fmla="*/ 475172 w 8615618"/>
                <a:gd name="connsiteY12" fmla="*/ 6658171 h 8228727"/>
                <a:gd name="connsiteX13" fmla="*/ 287528 w 8615618"/>
                <a:gd name="connsiteY13" fmla="*/ 6447578 h 8228727"/>
                <a:gd name="connsiteX14" fmla="*/ 284836 w 8615618"/>
                <a:gd name="connsiteY14" fmla="*/ 6437464 h 8228727"/>
                <a:gd name="connsiteX15" fmla="*/ 405101 w 8615618"/>
                <a:gd name="connsiteY15" fmla="*/ 1772223 h 8228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615618" h="8228727">
                  <a:moveTo>
                    <a:pt x="470305" y="1636802"/>
                  </a:moveTo>
                  <a:lnTo>
                    <a:pt x="4864136" y="0"/>
                  </a:lnTo>
                  <a:lnTo>
                    <a:pt x="4906554" y="1020"/>
                  </a:lnTo>
                  <a:cubicBezTo>
                    <a:pt x="5602403" y="26101"/>
                    <a:pt x="6170105" y="102465"/>
                    <a:pt x="6414297" y="138938"/>
                  </a:cubicBezTo>
                  <a:lnTo>
                    <a:pt x="6438833" y="142674"/>
                  </a:lnTo>
                  <a:lnTo>
                    <a:pt x="6515760" y="213157"/>
                  </a:lnTo>
                  <a:cubicBezTo>
                    <a:pt x="7238484" y="895158"/>
                    <a:pt x="7759624" y="1610328"/>
                    <a:pt x="8134474" y="2407123"/>
                  </a:cubicBezTo>
                  <a:cubicBezTo>
                    <a:pt x="8905800" y="4046829"/>
                    <a:pt x="8773083" y="4900661"/>
                    <a:pt x="7566860" y="6144437"/>
                  </a:cubicBezTo>
                  <a:lnTo>
                    <a:pt x="7296134" y="6412424"/>
                  </a:lnTo>
                  <a:lnTo>
                    <a:pt x="2420447" y="8228727"/>
                  </a:lnTo>
                  <a:lnTo>
                    <a:pt x="2294605" y="8164577"/>
                  </a:lnTo>
                  <a:cubicBezTo>
                    <a:pt x="2210734" y="8117927"/>
                    <a:pt x="2126126" y="8067091"/>
                    <a:pt x="2040489" y="8012175"/>
                  </a:cubicBezTo>
                  <a:cubicBezTo>
                    <a:pt x="1594189" y="7725981"/>
                    <a:pt x="1017093" y="7242242"/>
                    <a:pt x="475172" y="6658171"/>
                  </a:cubicBezTo>
                  <a:lnTo>
                    <a:pt x="287528" y="6447578"/>
                  </a:lnTo>
                  <a:lnTo>
                    <a:pt x="284836" y="6437464"/>
                  </a:lnTo>
                  <a:cubicBezTo>
                    <a:pt x="-35911" y="5174131"/>
                    <a:pt x="-193685" y="3102739"/>
                    <a:pt x="405101" y="1772223"/>
                  </a:cubicBezTo>
                  <a:close/>
                </a:path>
              </a:pathLst>
            </a:custGeom>
            <a:solidFill>
              <a:schemeClr val="bg2"/>
            </a:solidFill>
            <a:ln w="67757" cap="flat">
              <a:noFill/>
              <a:prstDash val="solid"/>
              <a:miter/>
            </a:ln>
          </p:spPr>
          <p:txBody>
            <a:bodyPr wrap="square" rtlCol="0" anchor="ctr">
              <a:noAutofit/>
            </a:bodyPr>
            <a:lstStyle/>
            <a:p>
              <a:endParaRPr lang="en-US"/>
            </a:p>
          </p:txBody>
        </p:sp>
      </p:grpSp>
      <p:sp>
        <p:nvSpPr>
          <p:cNvPr id="6" name="Text Placeholder 2">
            <a:extLst>
              <a:ext uri="{FF2B5EF4-FFF2-40B4-BE49-F238E27FC236}">
                <a16:creationId xmlns:a16="http://schemas.microsoft.com/office/drawing/2014/main" id="{43017A7F-D22E-58FC-7E76-4DF70ACF97FC}"/>
              </a:ext>
            </a:extLst>
          </p:cNvPr>
          <p:cNvSpPr>
            <a:spLocks noGrp="1"/>
          </p:cNvSpPr>
          <p:nvPr userDrawn="1">
            <p:ph type="body" sz="quarter" idx="12"/>
          </p:nvPr>
        </p:nvSpPr>
        <p:spPr>
          <a:xfrm>
            <a:off x="2285920" y="2302891"/>
            <a:ext cx="7635789" cy="2252217"/>
          </a:xfrm>
          <a:prstGeom prst="rect">
            <a:avLst/>
          </a:prstGeom>
        </p:spPr>
        <p:txBody>
          <a:bodyPr anchor="ctr" anchorCtr="0"/>
          <a:lstStyle>
            <a:lvl1pPr algn="ctr">
              <a:lnSpc>
                <a:spcPct val="90000"/>
              </a:lnSpc>
              <a:defRPr sz="4000" b="1" i="0">
                <a:solidFill>
                  <a:schemeClr val="tx1"/>
                </a:solidFill>
                <a:latin typeface="+mj-lt"/>
              </a:defRPr>
            </a:lvl1pPr>
          </a:lstStyle>
          <a:p>
            <a:pPr lvl="0"/>
            <a:r>
              <a:rPr lang="en-US"/>
              <a:t>Click to edit Master text styles</a:t>
            </a:r>
          </a:p>
        </p:txBody>
      </p:sp>
      <p:pic>
        <p:nvPicPr>
          <p:cNvPr id="10" name="Graphic 9">
            <a:extLst>
              <a:ext uri="{FF2B5EF4-FFF2-40B4-BE49-F238E27FC236}">
                <a16:creationId xmlns:a16="http://schemas.microsoft.com/office/drawing/2014/main" id="{F0416241-B284-E1BA-DDFC-6483470E94B7}"/>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779770" y="1364806"/>
            <a:ext cx="632460" cy="632460"/>
          </a:xfrm>
          <a:prstGeom prst="rect">
            <a:avLst/>
          </a:prstGeom>
        </p:spPr>
      </p:pic>
      <p:sp>
        <p:nvSpPr>
          <p:cNvPr id="14" name="Text Placeholder 13">
            <a:extLst>
              <a:ext uri="{FF2B5EF4-FFF2-40B4-BE49-F238E27FC236}">
                <a16:creationId xmlns:a16="http://schemas.microsoft.com/office/drawing/2014/main" id="{DB86C3A2-69ED-5F07-C9A1-2AD38BB531DF}"/>
              </a:ext>
            </a:extLst>
          </p:cNvPr>
          <p:cNvSpPr>
            <a:spLocks noGrp="1"/>
          </p:cNvSpPr>
          <p:nvPr userDrawn="1">
            <p:ph type="body" sz="quarter" idx="14" hasCustomPrompt="1"/>
          </p:nvPr>
        </p:nvSpPr>
        <p:spPr>
          <a:xfrm>
            <a:off x="4213895" y="4876800"/>
            <a:ext cx="3779838" cy="381000"/>
          </a:xfrm>
        </p:spPr>
        <p:txBody>
          <a:bodyPr/>
          <a:lstStyle>
            <a:lvl1pPr algn="ctr">
              <a:defRPr>
                <a:latin typeface="+mj-lt"/>
              </a:defRPr>
            </a:lvl1pPr>
          </a:lstStyle>
          <a:p>
            <a:pPr lvl="0"/>
            <a:r>
              <a:rPr lang="en-US"/>
              <a:t>Insert Name</a:t>
            </a:r>
          </a:p>
        </p:txBody>
      </p:sp>
      <p:sp>
        <p:nvSpPr>
          <p:cNvPr id="15" name="Text Placeholder 13">
            <a:extLst>
              <a:ext uri="{FF2B5EF4-FFF2-40B4-BE49-F238E27FC236}">
                <a16:creationId xmlns:a16="http://schemas.microsoft.com/office/drawing/2014/main" id="{76682F10-26E2-DF46-6CD1-2DB15E2E46DD}"/>
              </a:ext>
            </a:extLst>
          </p:cNvPr>
          <p:cNvSpPr>
            <a:spLocks noGrp="1"/>
          </p:cNvSpPr>
          <p:nvPr userDrawn="1">
            <p:ph type="body" sz="quarter" idx="15" hasCustomPrompt="1"/>
          </p:nvPr>
        </p:nvSpPr>
        <p:spPr>
          <a:xfrm>
            <a:off x="4213895" y="5261829"/>
            <a:ext cx="3779838" cy="381000"/>
          </a:xfrm>
        </p:spPr>
        <p:txBody>
          <a:bodyPr/>
          <a:lstStyle>
            <a:lvl1pPr algn="ctr">
              <a:defRPr sz="1800">
                <a:latin typeface="+mn-lt"/>
              </a:defRPr>
            </a:lvl1pPr>
          </a:lstStyle>
          <a:p>
            <a:pPr lvl="0"/>
            <a:r>
              <a:rPr lang="en-US"/>
              <a:t>Insert Title</a:t>
            </a:r>
          </a:p>
        </p:txBody>
      </p:sp>
      <p:sp>
        <p:nvSpPr>
          <p:cNvPr id="3" name="TextBox 2">
            <a:extLst>
              <a:ext uri="{FF2B5EF4-FFF2-40B4-BE49-F238E27FC236}">
                <a16:creationId xmlns:a16="http://schemas.microsoft.com/office/drawing/2014/main" id="{0BA344A1-93E2-C734-DB0F-8080819570AB}"/>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1"/>
                </a:solidFill>
                <a:latin typeface="Clarika Grotesque" pitchFamily="2" charset="77"/>
              </a:rPr>
              <a:t>© Dayforce</a:t>
            </a:r>
          </a:p>
        </p:txBody>
      </p:sp>
    </p:spTree>
    <p:extLst>
      <p:ext uri="{BB962C8B-B14F-4D97-AF65-F5344CB8AC3E}">
        <p14:creationId xmlns:p14="http://schemas.microsoft.com/office/powerpoint/2010/main" val="5418789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4_Quote_2_alt">
    <p:bg>
      <p:bgPr>
        <a:solidFill>
          <a:schemeClr val="tx2"/>
        </a:soli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5B8A7A14-4FC7-F4B9-9E3A-E856305E4EFE}"/>
              </a:ext>
            </a:extLst>
          </p:cNvPr>
          <p:cNvGrpSpPr/>
          <p:nvPr userDrawn="1"/>
        </p:nvGrpSpPr>
        <p:grpSpPr>
          <a:xfrm>
            <a:off x="1382501" y="-1423311"/>
            <a:ext cx="9469159" cy="10060413"/>
            <a:chOff x="1382501" y="-1423311"/>
            <a:chExt cx="9469159" cy="10060413"/>
          </a:xfrm>
        </p:grpSpPr>
        <p:pic>
          <p:nvPicPr>
            <p:cNvPr id="8" name="Graphic 7">
              <a:extLst>
                <a:ext uri="{FF2B5EF4-FFF2-40B4-BE49-F238E27FC236}">
                  <a16:creationId xmlns:a16="http://schemas.microsoft.com/office/drawing/2014/main" id="{F7E9B409-B5A3-1A4B-A7BA-0628CEB2D43C}"/>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rot="20505511">
              <a:off x="1382501" y="-1423311"/>
              <a:ext cx="8950029" cy="8950029"/>
            </a:xfrm>
            <a:custGeom>
              <a:avLst/>
              <a:gdLst>
                <a:gd name="connsiteX0" fmla="*/ 646464 w 8950029"/>
                <a:gd name="connsiteY0" fmla="*/ 0 h 8950029"/>
                <a:gd name="connsiteX1" fmla="*/ 8950029 w 8950029"/>
                <a:gd name="connsiteY1" fmla="*/ 2736737 h 8950029"/>
                <a:gd name="connsiteX2" fmla="*/ 8950029 w 8950029"/>
                <a:gd name="connsiteY2" fmla="*/ 8950029 h 8950029"/>
                <a:gd name="connsiteX3" fmla="*/ 5892897 w 8950029"/>
                <a:gd name="connsiteY3" fmla="*/ 8950029 h 8950029"/>
                <a:gd name="connsiteX4" fmla="*/ 0 w 8950029"/>
                <a:gd name="connsiteY4" fmla="*/ 7007814 h 8950029"/>
                <a:gd name="connsiteX5" fmla="*/ 0 w 8950029"/>
                <a:gd name="connsiteY5" fmla="*/ 1 h 8950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50029" h="8950029">
                  <a:moveTo>
                    <a:pt x="646464" y="0"/>
                  </a:moveTo>
                  <a:lnTo>
                    <a:pt x="8950029" y="2736737"/>
                  </a:lnTo>
                  <a:lnTo>
                    <a:pt x="8950029" y="8950029"/>
                  </a:lnTo>
                  <a:lnTo>
                    <a:pt x="5892897" y="8950029"/>
                  </a:lnTo>
                  <a:lnTo>
                    <a:pt x="0" y="7007814"/>
                  </a:lnTo>
                  <a:lnTo>
                    <a:pt x="0" y="1"/>
                  </a:lnTo>
                  <a:close/>
                </a:path>
              </a:pathLst>
            </a:custGeom>
          </p:spPr>
        </p:pic>
        <p:pic>
          <p:nvPicPr>
            <p:cNvPr id="11" name="Graphic 10">
              <a:extLst>
                <a:ext uri="{FF2B5EF4-FFF2-40B4-BE49-F238E27FC236}">
                  <a16:creationId xmlns:a16="http://schemas.microsoft.com/office/drawing/2014/main" id="{CAFCF88A-7C71-4872-1E9A-6B766ED9B571}"/>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a:fillRect/>
            </a:stretch>
          </p:blipFill>
          <p:spPr>
            <a:xfrm rot="1225890">
              <a:off x="1747462" y="-467096"/>
              <a:ext cx="9104198" cy="9104198"/>
            </a:xfrm>
            <a:custGeom>
              <a:avLst/>
              <a:gdLst>
                <a:gd name="connsiteX0" fmla="*/ 0 w 9104198"/>
                <a:gd name="connsiteY0" fmla="*/ 1888618 h 9104198"/>
                <a:gd name="connsiteX1" fmla="*/ 5069807 w 9104198"/>
                <a:gd name="connsiteY1" fmla="*/ 0 h 9104198"/>
                <a:gd name="connsiteX2" fmla="*/ 9104198 w 9104198"/>
                <a:gd name="connsiteY2" fmla="*/ 0 h 9104198"/>
                <a:gd name="connsiteX3" fmla="*/ 9104198 w 9104198"/>
                <a:gd name="connsiteY3" fmla="*/ 5815496 h 9104198"/>
                <a:gd name="connsiteX4" fmla="*/ 276004 w 9104198"/>
                <a:gd name="connsiteY4" fmla="*/ 9104198 h 9104198"/>
                <a:gd name="connsiteX5" fmla="*/ 0 w 9104198"/>
                <a:gd name="connsiteY5" fmla="*/ 9104198 h 9104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04198" h="9104198">
                  <a:moveTo>
                    <a:pt x="0" y="1888618"/>
                  </a:moveTo>
                  <a:lnTo>
                    <a:pt x="5069807" y="0"/>
                  </a:lnTo>
                  <a:lnTo>
                    <a:pt x="9104198" y="0"/>
                  </a:lnTo>
                  <a:lnTo>
                    <a:pt x="9104198" y="5815496"/>
                  </a:lnTo>
                  <a:lnTo>
                    <a:pt x="276004" y="9104198"/>
                  </a:lnTo>
                  <a:lnTo>
                    <a:pt x="0" y="9104198"/>
                  </a:lnTo>
                  <a:close/>
                </a:path>
              </a:pathLst>
            </a:custGeom>
          </p:spPr>
        </p:pic>
        <p:sp>
          <p:nvSpPr>
            <p:cNvPr id="13" name="Freeform 12">
              <a:extLst>
                <a:ext uri="{FF2B5EF4-FFF2-40B4-BE49-F238E27FC236}">
                  <a16:creationId xmlns:a16="http://schemas.microsoft.com/office/drawing/2014/main" id="{2DBC2910-E7DF-5E40-152A-DA4F3C7E4099}"/>
                </a:ext>
              </a:extLst>
            </p:cNvPr>
            <p:cNvSpPr/>
            <p:nvPr/>
          </p:nvSpPr>
          <p:spPr>
            <a:xfrm rot="1225890">
              <a:off x="1942918" y="-453040"/>
              <a:ext cx="8615618" cy="8228727"/>
            </a:xfrm>
            <a:custGeom>
              <a:avLst/>
              <a:gdLst>
                <a:gd name="connsiteX0" fmla="*/ 470305 w 8615618"/>
                <a:gd name="connsiteY0" fmla="*/ 1636802 h 8228727"/>
                <a:gd name="connsiteX1" fmla="*/ 4864136 w 8615618"/>
                <a:gd name="connsiteY1" fmla="*/ 0 h 8228727"/>
                <a:gd name="connsiteX2" fmla="*/ 4906554 w 8615618"/>
                <a:gd name="connsiteY2" fmla="*/ 1020 h 8228727"/>
                <a:gd name="connsiteX3" fmla="*/ 6414297 w 8615618"/>
                <a:gd name="connsiteY3" fmla="*/ 138938 h 8228727"/>
                <a:gd name="connsiteX4" fmla="*/ 6438833 w 8615618"/>
                <a:gd name="connsiteY4" fmla="*/ 142674 h 8228727"/>
                <a:gd name="connsiteX5" fmla="*/ 6515760 w 8615618"/>
                <a:gd name="connsiteY5" fmla="*/ 213157 h 8228727"/>
                <a:gd name="connsiteX6" fmla="*/ 8134474 w 8615618"/>
                <a:gd name="connsiteY6" fmla="*/ 2407123 h 8228727"/>
                <a:gd name="connsiteX7" fmla="*/ 7566860 w 8615618"/>
                <a:gd name="connsiteY7" fmla="*/ 6144437 h 8228727"/>
                <a:gd name="connsiteX8" fmla="*/ 7296134 w 8615618"/>
                <a:gd name="connsiteY8" fmla="*/ 6412424 h 8228727"/>
                <a:gd name="connsiteX9" fmla="*/ 2420447 w 8615618"/>
                <a:gd name="connsiteY9" fmla="*/ 8228727 h 8228727"/>
                <a:gd name="connsiteX10" fmla="*/ 2294605 w 8615618"/>
                <a:gd name="connsiteY10" fmla="*/ 8164577 h 8228727"/>
                <a:gd name="connsiteX11" fmla="*/ 2040489 w 8615618"/>
                <a:gd name="connsiteY11" fmla="*/ 8012175 h 8228727"/>
                <a:gd name="connsiteX12" fmla="*/ 475172 w 8615618"/>
                <a:gd name="connsiteY12" fmla="*/ 6658171 h 8228727"/>
                <a:gd name="connsiteX13" fmla="*/ 287528 w 8615618"/>
                <a:gd name="connsiteY13" fmla="*/ 6447578 h 8228727"/>
                <a:gd name="connsiteX14" fmla="*/ 284836 w 8615618"/>
                <a:gd name="connsiteY14" fmla="*/ 6437464 h 8228727"/>
                <a:gd name="connsiteX15" fmla="*/ 405101 w 8615618"/>
                <a:gd name="connsiteY15" fmla="*/ 1772223 h 8228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615618" h="8228727">
                  <a:moveTo>
                    <a:pt x="470305" y="1636802"/>
                  </a:moveTo>
                  <a:lnTo>
                    <a:pt x="4864136" y="0"/>
                  </a:lnTo>
                  <a:lnTo>
                    <a:pt x="4906554" y="1020"/>
                  </a:lnTo>
                  <a:cubicBezTo>
                    <a:pt x="5602403" y="26101"/>
                    <a:pt x="6170105" y="102465"/>
                    <a:pt x="6414297" y="138938"/>
                  </a:cubicBezTo>
                  <a:lnTo>
                    <a:pt x="6438833" y="142674"/>
                  </a:lnTo>
                  <a:lnTo>
                    <a:pt x="6515760" y="213157"/>
                  </a:lnTo>
                  <a:cubicBezTo>
                    <a:pt x="7238484" y="895158"/>
                    <a:pt x="7759624" y="1610328"/>
                    <a:pt x="8134474" y="2407123"/>
                  </a:cubicBezTo>
                  <a:cubicBezTo>
                    <a:pt x="8905800" y="4046829"/>
                    <a:pt x="8773083" y="4900661"/>
                    <a:pt x="7566860" y="6144437"/>
                  </a:cubicBezTo>
                  <a:lnTo>
                    <a:pt x="7296134" y="6412424"/>
                  </a:lnTo>
                  <a:lnTo>
                    <a:pt x="2420447" y="8228727"/>
                  </a:lnTo>
                  <a:lnTo>
                    <a:pt x="2294605" y="8164577"/>
                  </a:lnTo>
                  <a:cubicBezTo>
                    <a:pt x="2210734" y="8117927"/>
                    <a:pt x="2126126" y="8067091"/>
                    <a:pt x="2040489" y="8012175"/>
                  </a:cubicBezTo>
                  <a:cubicBezTo>
                    <a:pt x="1594189" y="7725981"/>
                    <a:pt x="1017093" y="7242242"/>
                    <a:pt x="475172" y="6658171"/>
                  </a:cubicBezTo>
                  <a:lnTo>
                    <a:pt x="287528" y="6447578"/>
                  </a:lnTo>
                  <a:lnTo>
                    <a:pt x="284836" y="6437464"/>
                  </a:lnTo>
                  <a:cubicBezTo>
                    <a:pt x="-35911" y="5174131"/>
                    <a:pt x="-193685" y="3102739"/>
                    <a:pt x="405101" y="1772223"/>
                  </a:cubicBezTo>
                  <a:close/>
                </a:path>
              </a:pathLst>
            </a:custGeom>
            <a:solidFill>
              <a:schemeClr val="bg2"/>
            </a:solidFill>
            <a:ln w="67757" cap="flat">
              <a:noFill/>
              <a:prstDash val="solid"/>
              <a:miter/>
            </a:ln>
          </p:spPr>
          <p:txBody>
            <a:bodyPr wrap="square" rtlCol="0" anchor="ctr">
              <a:noAutofit/>
            </a:bodyPr>
            <a:lstStyle/>
            <a:p>
              <a:endParaRPr lang="en-US"/>
            </a:p>
          </p:txBody>
        </p:sp>
      </p:grpSp>
      <p:sp>
        <p:nvSpPr>
          <p:cNvPr id="6" name="Text Placeholder 2">
            <a:extLst>
              <a:ext uri="{FF2B5EF4-FFF2-40B4-BE49-F238E27FC236}">
                <a16:creationId xmlns:a16="http://schemas.microsoft.com/office/drawing/2014/main" id="{43017A7F-D22E-58FC-7E76-4DF70ACF97FC}"/>
              </a:ext>
            </a:extLst>
          </p:cNvPr>
          <p:cNvSpPr>
            <a:spLocks noGrp="1"/>
          </p:cNvSpPr>
          <p:nvPr userDrawn="1">
            <p:ph type="body" sz="quarter" idx="12"/>
          </p:nvPr>
        </p:nvSpPr>
        <p:spPr>
          <a:xfrm>
            <a:off x="2285920" y="2302891"/>
            <a:ext cx="7635789" cy="2252217"/>
          </a:xfrm>
          <a:prstGeom prst="rect">
            <a:avLst/>
          </a:prstGeom>
        </p:spPr>
        <p:txBody>
          <a:bodyPr anchor="ctr" anchorCtr="0"/>
          <a:lstStyle>
            <a:lvl1pPr algn="ctr">
              <a:lnSpc>
                <a:spcPct val="90000"/>
              </a:lnSpc>
              <a:defRPr sz="4000" b="1" i="0">
                <a:solidFill>
                  <a:schemeClr val="tx1"/>
                </a:solidFill>
                <a:latin typeface="+mj-lt"/>
              </a:defRPr>
            </a:lvl1pPr>
          </a:lstStyle>
          <a:p>
            <a:pPr lvl="0"/>
            <a:r>
              <a:rPr lang="en-US"/>
              <a:t>Click to edit Master text styles</a:t>
            </a:r>
          </a:p>
        </p:txBody>
      </p:sp>
      <p:pic>
        <p:nvPicPr>
          <p:cNvPr id="10" name="Graphic 9">
            <a:extLst>
              <a:ext uri="{FF2B5EF4-FFF2-40B4-BE49-F238E27FC236}">
                <a16:creationId xmlns:a16="http://schemas.microsoft.com/office/drawing/2014/main" id="{F0416241-B284-E1BA-DDFC-6483470E94B7}"/>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779770" y="1364806"/>
            <a:ext cx="632460" cy="632460"/>
          </a:xfrm>
          <a:prstGeom prst="rect">
            <a:avLst/>
          </a:prstGeom>
        </p:spPr>
      </p:pic>
      <p:sp>
        <p:nvSpPr>
          <p:cNvPr id="14" name="Text Placeholder 13">
            <a:extLst>
              <a:ext uri="{FF2B5EF4-FFF2-40B4-BE49-F238E27FC236}">
                <a16:creationId xmlns:a16="http://schemas.microsoft.com/office/drawing/2014/main" id="{DB86C3A2-69ED-5F07-C9A1-2AD38BB531DF}"/>
              </a:ext>
            </a:extLst>
          </p:cNvPr>
          <p:cNvSpPr>
            <a:spLocks noGrp="1"/>
          </p:cNvSpPr>
          <p:nvPr userDrawn="1">
            <p:ph type="body" sz="quarter" idx="14" hasCustomPrompt="1"/>
          </p:nvPr>
        </p:nvSpPr>
        <p:spPr>
          <a:xfrm>
            <a:off x="4213895" y="4876800"/>
            <a:ext cx="3779838" cy="381000"/>
          </a:xfrm>
        </p:spPr>
        <p:txBody>
          <a:bodyPr/>
          <a:lstStyle>
            <a:lvl1pPr algn="ctr">
              <a:defRPr>
                <a:latin typeface="+mj-lt"/>
              </a:defRPr>
            </a:lvl1pPr>
          </a:lstStyle>
          <a:p>
            <a:pPr lvl="0"/>
            <a:r>
              <a:rPr lang="en-US"/>
              <a:t>Insert Name</a:t>
            </a:r>
          </a:p>
        </p:txBody>
      </p:sp>
      <p:sp>
        <p:nvSpPr>
          <p:cNvPr id="15" name="Text Placeholder 13">
            <a:extLst>
              <a:ext uri="{FF2B5EF4-FFF2-40B4-BE49-F238E27FC236}">
                <a16:creationId xmlns:a16="http://schemas.microsoft.com/office/drawing/2014/main" id="{76682F10-26E2-DF46-6CD1-2DB15E2E46DD}"/>
              </a:ext>
            </a:extLst>
          </p:cNvPr>
          <p:cNvSpPr>
            <a:spLocks noGrp="1"/>
          </p:cNvSpPr>
          <p:nvPr userDrawn="1">
            <p:ph type="body" sz="quarter" idx="15" hasCustomPrompt="1"/>
          </p:nvPr>
        </p:nvSpPr>
        <p:spPr>
          <a:xfrm>
            <a:off x="4213895" y="5261829"/>
            <a:ext cx="3779838" cy="381000"/>
          </a:xfrm>
        </p:spPr>
        <p:txBody>
          <a:bodyPr/>
          <a:lstStyle>
            <a:lvl1pPr algn="ctr">
              <a:defRPr sz="1800">
                <a:latin typeface="+mn-lt"/>
              </a:defRPr>
            </a:lvl1pPr>
          </a:lstStyle>
          <a:p>
            <a:pPr lvl="0"/>
            <a:r>
              <a:rPr lang="en-US"/>
              <a:t>Insert Title</a:t>
            </a:r>
          </a:p>
        </p:txBody>
      </p:sp>
      <p:sp>
        <p:nvSpPr>
          <p:cNvPr id="3" name="TextBox 2">
            <a:extLst>
              <a:ext uri="{FF2B5EF4-FFF2-40B4-BE49-F238E27FC236}">
                <a16:creationId xmlns:a16="http://schemas.microsoft.com/office/drawing/2014/main" id="{E37633F6-B610-32B1-13D1-3BA7FDD859A4}"/>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1"/>
                </a:solidFill>
                <a:latin typeface="Clarika Grotesque" pitchFamily="2" charset="77"/>
              </a:rPr>
              <a:t>© Dayforce</a:t>
            </a:r>
          </a:p>
        </p:txBody>
      </p:sp>
    </p:spTree>
    <p:extLst>
      <p:ext uri="{BB962C8B-B14F-4D97-AF65-F5344CB8AC3E}">
        <p14:creationId xmlns:p14="http://schemas.microsoft.com/office/powerpoint/2010/main" val="5405900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3_Quote_2_alt">
    <p:bg>
      <p:bgPr>
        <a:solidFill>
          <a:schemeClr val="accent1"/>
        </a:soli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5B8A7A14-4FC7-F4B9-9E3A-E856305E4EFE}"/>
              </a:ext>
            </a:extLst>
          </p:cNvPr>
          <p:cNvGrpSpPr/>
          <p:nvPr userDrawn="1"/>
        </p:nvGrpSpPr>
        <p:grpSpPr>
          <a:xfrm>
            <a:off x="1382501" y="-1423311"/>
            <a:ext cx="9469159" cy="10060413"/>
            <a:chOff x="1382501" y="-1423311"/>
            <a:chExt cx="9469159" cy="10060413"/>
          </a:xfrm>
        </p:grpSpPr>
        <p:pic>
          <p:nvPicPr>
            <p:cNvPr id="8" name="Graphic 7">
              <a:extLst>
                <a:ext uri="{FF2B5EF4-FFF2-40B4-BE49-F238E27FC236}">
                  <a16:creationId xmlns:a16="http://schemas.microsoft.com/office/drawing/2014/main" id="{F7E9B409-B5A3-1A4B-A7BA-0628CEB2D43C}"/>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rot="20505511">
              <a:off x="1382501" y="-1423311"/>
              <a:ext cx="8950029" cy="8950029"/>
            </a:xfrm>
            <a:custGeom>
              <a:avLst/>
              <a:gdLst>
                <a:gd name="connsiteX0" fmla="*/ 646464 w 8950029"/>
                <a:gd name="connsiteY0" fmla="*/ 0 h 8950029"/>
                <a:gd name="connsiteX1" fmla="*/ 8950029 w 8950029"/>
                <a:gd name="connsiteY1" fmla="*/ 2736737 h 8950029"/>
                <a:gd name="connsiteX2" fmla="*/ 8950029 w 8950029"/>
                <a:gd name="connsiteY2" fmla="*/ 8950029 h 8950029"/>
                <a:gd name="connsiteX3" fmla="*/ 5892897 w 8950029"/>
                <a:gd name="connsiteY3" fmla="*/ 8950029 h 8950029"/>
                <a:gd name="connsiteX4" fmla="*/ 0 w 8950029"/>
                <a:gd name="connsiteY4" fmla="*/ 7007814 h 8950029"/>
                <a:gd name="connsiteX5" fmla="*/ 0 w 8950029"/>
                <a:gd name="connsiteY5" fmla="*/ 1 h 8950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50029" h="8950029">
                  <a:moveTo>
                    <a:pt x="646464" y="0"/>
                  </a:moveTo>
                  <a:lnTo>
                    <a:pt x="8950029" y="2736737"/>
                  </a:lnTo>
                  <a:lnTo>
                    <a:pt x="8950029" y="8950029"/>
                  </a:lnTo>
                  <a:lnTo>
                    <a:pt x="5892897" y="8950029"/>
                  </a:lnTo>
                  <a:lnTo>
                    <a:pt x="0" y="7007814"/>
                  </a:lnTo>
                  <a:lnTo>
                    <a:pt x="0" y="1"/>
                  </a:lnTo>
                  <a:close/>
                </a:path>
              </a:pathLst>
            </a:custGeom>
          </p:spPr>
        </p:pic>
        <p:pic>
          <p:nvPicPr>
            <p:cNvPr id="11" name="Graphic 10">
              <a:extLst>
                <a:ext uri="{FF2B5EF4-FFF2-40B4-BE49-F238E27FC236}">
                  <a16:creationId xmlns:a16="http://schemas.microsoft.com/office/drawing/2014/main" id="{CAFCF88A-7C71-4872-1E9A-6B766ED9B571}"/>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a:fillRect/>
            </a:stretch>
          </p:blipFill>
          <p:spPr>
            <a:xfrm rot="1225890">
              <a:off x="1747462" y="-467096"/>
              <a:ext cx="9104198" cy="9104198"/>
            </a:xfrm>
            <a:custGeom>
              <a:avLst/>
              <a:gdLst>
                <a:gd name="connsiteX0" fmla="*/ 0 w 9104198"/>
                <a:gd name="connsiteY0" fmla="*/ 1888618 h 9104198"/>
                <a:gd name="connsiteX1" fmla="*/ 5069807 w 9104198"/>
                <a:gd name="connsiteY1" fmla="*/ 0 h 9104198"/>
                <a:gd name="connsiteX2" fmla="*/ 9104198 w 9104198"/>
                <a:gd name="connsiteY2" fmla="*/ 0 h 9104198"/>
                <a:gd name="connsiteX3" fmla="*/ 9104198 w 9104198"/>
                <a:gd name="connsiteY3" fmla="*/ 5815496 h 9104198"/>
                <a:gd name="connsiteX4" fmla="*/ 276004 w 9104198"/>
                <a:gd name="connsiteY4" fmla="*/ 9104198 h 9104198"/>
                <a:gd name="connsiteX5" fmla="*/ 0 w 9104198"/>
                <a:gd name="connsiteY5" fmla="*/ 9104198 h 9104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04198" h="9104198">
                  <a:moveTo>
                    <a:pt x="0" y="1888618"/>
                  </a:moveTo>
                  <a:lnTo>
                    <a:pt x="5069807" y="0"/>
                  </a:lnTo>
                  <a:lnTo>
                    <a:pt x="9104198" y="0"/>
                  </a:lnTo>
                  <a:lnTo>
                    <a:pt x="9104198" y="5815496"/>
                  </a:lnTo>
                  <a:lnTo>
                    <a:pt x="276004" y="9104198"/>
                  </a:lnTo>
                  <a:lnTo>
                    <a:pt x="0" y="9104198"/>
                  </a:lnTo>
                  <a:close/>
                </a:path>
              </a:pathLst>
            </a:custGeom>
          </p:spPr>
        </p:pic>
        <p:sp>
          <p:nvSpPr>
            <p:cNvPr id="13" name="Freeform 12">
              <a:extLst>
                <a:ext uri="{FF2B5EF4-FFF2-40B4-BE49-F238E27FC236}">
                  <a16:creationId xmlns:a16="http://schemas.microsoft.com/office/drawing/2014/main" id="{2DBC2910-E7DF-5E40-152A-DA4F3C7E4099}"/>
                </a:ext>
              </a:extLst>
            </p:cNvPr>
            <p:cNvSpPr/>
            <p:nvPr/>
          </p:nvSpPr>
          <p:spPr>
            <a:xfrm rot="1225890">
              <a:off x="1942918" y="-453040"/>
              <a:ext cx="8615618" cy="8228727"/>
            </a:xfrm>
            <a:custGeom>
              <a:avLst/>
              <a:gdLst>
                <a:gd name="connsiteX0" fmla="*/ 470305 w 8615618"/>
                <a:gd name="connsiteY0" fmla="*/ 1636802 h 8228727"/>
                <a:gd name="connsiteX1" fmla="*/ 4864136 w 8615618"/>
                <a:gd name="connsiteY1" fmla="*/ 0 h 8228727"/>
                <a:gd name="connsiteX2" fmla="*/ 4906554 w 8615618"/>
                <a:gd name="connsiteY2" fmla="*/ 1020 h 8228727"/>
                <a:gd name="connsiteX3" fmla="*/ 6414297 w 8615618"/>
                <a:gd name="connsiteY3" fmla="*/ 138938 h 8228727"/>
                <a:gd name="connsiteX4" fmla="*/ 6438833 w 8615618"/>
                <a:gd name="connsiteY4" fmla="*/ 142674 h 8228727"/>
                <a:gd name="connsiteX5" fmla="*/ 6515760 w 8615618"/>
                <a:gd name="connsiteY5" fmla="*/ 213157 h 8228727"/>
                <a:gd name="connsiteX6" fmla="*/ 8134474 w 8615618"/>
                <a:gd name="connsiteY6" fmla="*/ 2407123 h 8228727"/>
                <a:gd name="connsiteX7" fmla="*/ 7566860 w 8615618"/>
                <a:gd name="connsiteY7" fmla="*/ 6144437 h 8228727"/>
                <a:gd name="connsiteX8" fmla="*/ 7296134 w 8615618"/>
                <a:gd name="connsiteY8" fmla="*/ 6412424 h 8228727"/>
                <a:gd name="connsiteX9" fmla="*/ 2420447 w 8615618"/>
                <a:gd name="connsiteY9" fmla="*/ 8228727 h 8228727"/>
                <a:gd name="connsiteX10" fmla="*/ 2294605 w 8615618"/>
                <a:gd name="connsiteY10" fmla="*/ 8164577 h 8228727"/>
                <a:gd name="connsiteX11" fmla="*/ 2040489 w 8615618"/>
                <a:gd name="connsiteY11" fmla="*/ 8012175 h 8228727"/>
                <a:gd name="connsiteX12" fmla="*/ 475172 w 8615618"/>
                <a:gd name="connsiteY12" fmla="*/ 6658171 h 8228727"/>
                <a:gd name="connsiteX13" fmla="*/ 287528 w 8615618"/>
                <a:gd name="connsiteY13" fmla="*/ 6447578 h 8228727"/>
                <a:gd name="connsiteX14" fmla="*/ 284836 w 8615618"/>
                <a:gd name="connsiteY14" fmla="*/ 6437464 h 8228727"/>
                <a:gd name="connsiteX15" fmla="*/ 405101 w 8615618"/>
                <a:gd name="connsiteY15" fmla="*/ 1772223 h 8228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615618" h="8228727">
                  <a:moveTo>
                    <a:pt x="470305" y="1636802"/>
                  </a:moveTo>
                  <a:lnTo>
                    <a:pt x="4864136" y="0"/>
                  </a:lnTo>
                  <a:lnTo>
                    <a:pt x="4906554" y="1020"/>
                  </a:lnTo>
                  <a:cubicBezTo>
                    <a:pt x="5602403" y="26101"/>
                    <a:pt x="6170105" y="102465"/>
                    <a:pt x="6414297" y="138938"/>
                  </a:cubicBezTo>
                  <a:lnTo>
                    <a:pt x="6438833" y="142674"/>
                  </a:lnTo>
                  <a:lnTo>
                    <a:pt x="6515760" y="213157"/>
                  </a:lnTo>
                  <a:cubicBezTo>
                    <a:pt x="7238484" y="895158"/>
                    <a:pt x="7759624" y="1610328"/>
                    <a:pt x="8134474" y="2407123"/>
                  </a:cubicBezTo>
                  <a:cubicBezTo>
                    <a:pt x="8905800" y="4046829"/>
                    <a:pt x="8773083" y="4900661"/>
                    <a:pt x="7566860" y="6144437"/>
                  </a:cubicBezTo>
                  <a:lnTo>
                    <a:pt x="7296134" y="6412424"/>
                  </a:lnTo>
                  <a:lnTo>
                    <a:pt x="2420447" y="8228727"/>
                  </a:lnTo>
                  <a:lnTo>
                    <a:pt x="2294605" y="8164577"/>
                  </a:lnTo>
                  <a:cubicBezTo>
                    <a:pt x="2210734" y="8117927"/>
                    <a:pt x="2126126" y="8067091"/>
                    <a:pt x="2040489" y="8012175"/>
                  </a:cubicBezTo>
                  <a:cubicBezTo>
                    <a:pt x="1594189" y="7725981"/>
                    <a:pt x="1017093" y="7242242"/>
                    <a:pt x="475172" y="6658171"/>
                  </a:cubicBezTo>
                  <a:lnTo>
                    <a:pt x="287528" y="6447578"/>
                  </a:lnTo>
                  <a:lnTo>
                    <a:pt x="284836" y="6437464"/>
                  </a:lnTo>
                  <a:cubicBezTo>
                    <a:pt x="-35911" y="5174131"/>
                    <a:pt x="-193685" y="3102739"/>
                    <a:pt x="405101" y="1772223"/>
                  </a:cubicBezTo>
                  <a:close/>
                </a:path>
              </a:pathLst>
            </a:custGeom>
            <a:solidFill>
              <a:schemeClr val="accent1">
                <a:lumMod val="20000"/>
                <a:lumOff val="80000"/>
              </a:schemeClr>
            </a:solidFill>
            <a:ln w="67757" cap="flat">
              <a:noFill/>
              <a:prstDash val="solid"/>
              <a:miter/>
            </a:ln>
          </p:spPr>
          <p:txBody>
            <a:bodyPr wrap="square" rtlCol="0" anchor="ctr">
              <a:noAutofit/>
            </a:bodyPr>
            <a:lstStyle/>
            <a:p>
              <a:endParaRPr lang="en-US"/>
            </a:p>
          </p:txBody>
        </p:sp>
      </p:grpSp>
      <p:sp>
        <p:nvSpPr>
          <p:cNvPr id="6" name="Text Placeholder 2">
            <a:extLst>
              <a:ext uri="{FF2B5EF4-FFF2-40B4-BE49-F238E27FC236}">
                <a16:creationId xmlns:a16="http://schemas.microsoft.com/office/drawing/2014/main" id="{43017A7F-D22E-58FC-7E76-4DF70ACF97FC}"/>
              </a:ext>
            </a:extLst>
          </p:cNvPr>
          <p:cNvSpPr>
            <a:spLocks noGrp="1"/>
          </p:cNvSpPr>
          <p:nvPr userDrawn="1">
            <p:ph type="body" sz="quarter" idx="12"/>
          </p:nvPr>
        </p:nvSpPr>
        <p:spPr>
          <a:xfrm>
            <a:off x="2285920" y="2302891"/>
            <a:ext cx="7635789" cy="2252217"/>
          </a:xfrm>
          <a:prstGeom prst="rect">
            <a:avLst/>
          </a:prstGeom>
        </p:spPr>
        <p:txBody>
          <a:bodyPr anchor="ctr" anchorCtr="0"/>
          <a:lstStyle>
            <a:lvl1pPr algn="ctr">
              <a:lnSpc>
                <a:spcPct val="90000"/>
              </a:lnSpc>
              <a:defRPr sz="4000" b="1" i="0">
                <a:solidFill>
                  <a:schemeClr val="tx1"/>
                </a:solidFill>
                <a:latin typeface="+mj-lt"/>
              </a:defRPr>
            </a:lvl1pPr>
          </a:lstStyle>
          <a:p>
            <a:pPr lvl="0"/>
            <a:r>
              <a:rPr lang="en-US"/>
              <a:t>Click to edit Master text styles</a:t>
            </a:r>
          </a:p>
        </p:txBody>
      </p:sp>
      <p:pic>
        <p:nvPicPr>
          <p:cNvPr id="10" name="Graphic 9">
            <a:extLst>
              <a:ext uri="{FF2B5EF4-FFF2-40B4-BE49-F238E27FC236}">
                <a16:creationId xmlns:a16="http://schemas.microsoft.com/office/drawing/2014/main" id="{F0416241-B284-E1BA-DDFC-6483470E94B7}"/>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779770" y="1364806"/>
            <a:ext cx="632460" cy="632460"/>
          </a:xfrm>
          <a:prstGeom prst="rect">
            <a:avLst/>
          </a:prstGeom>
        </p:spPr>
      </p:pic>
      <p:sp>
        <p:nvSpPr>
          <p:cNvPr id="14" name="Text Placeholder 13">
            <a:extLst>
              <a:ext uri="{FF2B5EF4-FFF2-40B4-BE49-F238E27FC236}">
                <a16:creationId xmlns:a16="http://schemas.microsoft.com/office/drawing/2014/main" id="{DB86C3A2-69ED-5F07-C9A1-2AD38BB531DF}"/>
              </a:ext>
            </a:extLst>
          </p:cNvPr>
          <p:cNvSpPr>
            <a:spLocks noGrp="1"/>
          </p:cNvSpPr>
          <p:nvPr userDrawn="1">
            <p:ph type="body" sz="quarter" idx="14" hasCustomPrompt="1"/>
          </p:nvPr>
        </p:nvSpPr>
        <p:spPr>
          <a:xfrm>
            <a:off x="4213895" y="4876800"/>
            <a:ext cx="3779838" cy="381000"/>
          </a:xfrm>
        </p:spPr>
        <p:txBody>
          <a:bodyPr/>
          <a:lstStyle>
            <a:lvl1pPr algn="ctr">
              <a:defRPr>
                <a:latin typeface="+mj-lt"/>
              </a:defRPr>
            </a:lvl1pPr>
          </a:lstStyle>
          <a:p>
            <a:pPr lvl="0"/>
            <a:r>
              <a:rPr lang="en-US"/>
              <a:t>Insert Name</a:t>
            </a:r>
          </a:p>
        </p:txBody>
      </p:sp>
      <p:sp>
        <p:nvSpPr>
          <p:cNvPr id="15" name="Text Placeholder 13">
            <a:extLst>
              <a:ext uri="{FF2B5EF4-FFF2-40B4-BE49-F238E27FC236}">
                <a16:creationId xmlns:a16="http://schemas.microsoft.com/office/drawing/2014/main" id="{76682F10-26E2-DF46-6CD1-2DB15E2E46DD}"/>
              </a:ext>
            </a:extLst>
          </p:cNvPr>
          <p:cNvSpPr>
            <a:spLocks noGrp="1"/>
          </p:cNvSpPr>
          <p:nvPr userDrawn="1">
            <p:ph type="body" sz="quarter" idx="15" hasCustomPrompt="1"/>
          </p:nvPr>
        </p:nvSpPr>
        <p:spPr>
          <a:xfrm>
            <a:off x="4213895" y="5261829"/>
            <a:ext cx="3779838" cy="381000"/>
          </a:xfrm>
        </p:spPr>
        <p:txBody>
          <a:bodyPr/>
          <a:lstStyle>
            <a:lvl1pPr algn="ctr">
              <a:defRPr sz="1800">
                <a:latin typeface="+mn-lt"/>
              </a:defRPr>
            </a:lvl1pPr>
          </a:lstStyle>
          <a:p>
            <a:pPr lvl="0"/>
            <a:r>
              <a:rPr lang="en-US"/>
              <a:t>Insert Title</a:t>
            </a:r>
          </a:p>
        </p:txBody>
      </p:sp>
      <p:sp>
        <p:nvSpPr>
          <p:cNvPr id="3" name="TextBox 2">
            <a:extLst>
              <a:ext uri="{FF2B5EF4-FFF2-40B4-BE49-F238E27FC236}">
                <a16:creationId xmlns:a16="http://schemas.microsoft.com/office/drawing/2014/main" id="{8F940A99-70AF-9251-D2E4-8CA5E835F833}"/>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1"/>
                </a:solidFill>
                <a:latin typeface="Clarika Grotesque" pitchFamily="2" charset="77"/>
              </a:rPr>
              <a:t>© Dayforce</a:t>
            </a:r>
          </a:p>
        </p:txBody>
      </p:sp>
    </p:spTree>
    <p:extLst>
      <p:ext uri="{BB962C8B-B14F-4D97-AF65-F5344CB8AC3E}">
        <p14:creationId xmlns:p14="http://schemas.microsoft.com/office/powerpoint/2010/main" val="2521864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2_Quote_2_alt">
    <p:bg>
      <p:bgPr>
        <a:solidFill>
          <a:schemeClr val="accent1"/>
        </a:solidFill>
        <a:effectLst/>
      </p:bgPr>
    </p:bg>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5B8A7A14-4FC7-F4B9-9E3A-E856305E4EFE}"/>
              </a:ext>
            </a:extLst>
          </p:cNvPr>
          <p:cNvGrpSpPr/>
          <p:nvPr userDrawn="1"/>
        </p:nvGrpSpPr>
        <p:grpSpPr>
          <a:xfrm>
            <a:off x="1382501" y="-1423311"/>
            <a:ext cx="9469159" cy="10060413"/>
            <a:chOff x="1382501" y="-1423311"/>
            <a:chExt cx="9469159" cy="10060413"/>
          </a:xfrm>
        </p:grpSpPr>
        <p:pic>
          <p:nvPicPr>
            <p:cNvPr id="8" name="Graphic 7">
              <a:extLst>
                <a:ext uri="{FF2B5EF4-FFF2-40B4-BE49-F238E27FC236}">
                  <a16:creationId xmlns:a16="http://schemas.microsoft.com/office/drawing/2014/main" id="{F7E9B409-B5A3-1A4B-A7BA-0628CEB2D43C}"/>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rot="20505511">
              <a:off x="1382501" y="-1423311"/>
              <a:ext cx="8950029" cy="8950029"/>
            </a:xfrm>
            <a:custGeom>
              <a:avLst/>
              <a:gdLst>
                <a:gd name="connsiteX0" fmla="*/ 646464 w 8950029"/>
                <a:gd name="connsiteY0" fmla="*/ 0 h 8950029"/>
                <a:gd name="connsiteX1" fmla="*/ 8950029 w 8950029"/>
                <a:gd name="connsiteY1" fmla="*/ 2736737 h 8950029"/>
                <a:gd name="connsiteX2" fmla="*/ 8950029 w 8950029"/>
                <a:gd name="connsiteY2" fmla="*/ 8950029 h 8950029"/>
                <a:gd name="connsiteX3" fmla="*/ 5892897 w 8950029"/>
                <a:gd name="connsiteY3" fmla="*/ 8950029 h 8950029"/>
                <a:gd name="connsiteX4" fmla="*/ 0 w 8950029"/>
                <a:gd name="connsiteY4" fmla="*/ 7007814 h 8950029"/>
                <a:gd name="connsiteX5" fmla="*/ 0 w 8950029"/>
                <a:gd name="connsiteY5" fmla="*/ 1 h 8950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50029" h="8950029">
                  <a:moveTo>
                    <a:pt x="646464" y="0"/>
                  </a:moveTo>
                  <a:lnTo>
                    <a:pt x="8950029" y="2736737"/>
                  </a:lnTo>
                  <a:lnTo>
                    <a:pt x="8950029" y="8950029"/>
                  </a:lnTo>
                  <a:lnTo>
                    <a:pt x="5892897" y="8950029"/>
                  </a:lnTo>
                  <a:lnTo>
                    <a:pt x="0" y="7007814"/>
                  </a:lnTo>
                  <a:lnTo>
                    <a:pt x="0" y="1"/>
                  </a:lnTo>
                  <a:close/>
                </a:path>
              </a:pathLst>
            </a:custGeom>
          </p:spPr>
        </p:pic>
        <p:pic>
          <p:nvPicPr>
            <p:cNvPr id="11" name="Graphic 10">
              <a:extLst>
                <a:ext uri="{FF2B5EF4-FFF2-40B4-BE49-F238E27FC236}">
                  <a16:creationId xmlns:a16="http://schemas.microsoft.com/office/drawing/2014/main" id="{CAFCF88A-7C71-4872-1E9A-6B766ED9B571}"/>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a:fillRect/>
            </a:stretch>
          </p:blipFill>
          <p:spPr>
            <a:xfrm rot="1225890">
              <a:off x="1747462" y="-467096"/>
              <a:ext cx="9104198" cy="9104198"/>
            </a:xfrm>
            <a:custGeom>
              <a:avLst/>
              <a:gdLst>
                <a:gd name="connsiteX0" fmla="*/ 0 w 9104198"/>
                <a:gd name="connsiteY0" fmla="*/ 1888618 h 9104198"/>
                <a:gd name="connsiteX1" fmla="*/ 5069807 w 9104198"/>
                <a:gd name="connsiteY1" fmla="*/ 0 h 9104198"/>
                <a:gd name="connsiteX2" fmla="*/ 9104198 w 9104198"/>
                <a:gd name="connsiteY2" fmla="*/ 0 h 9104198"/>
                <a:gd name="connsiteX3" fmla="*/ 9104198 w 9104198"/>
                <a:gd name="connsiteY3" fmla="*/ 5815496 h 9104198"/>
                <a:gd name="connsiteX4" fmla="*/ 276004 w 9104198"/>
                <a:gd name="connsiteY4" fmla="*/ 9104198 h 9104198"/>
                <a:gd name="connsiteX5" fmla="*/ 0 w 9104198"/>
                <a:gd name="connsiteY5" fmla="*/ 9104198 h 9104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04198" h="9104198">
                  <a:moveTo>
                    <a:pt x="0" y="1888618"/>
                  </a:moveTo>
                  <a:lnTo>
                    <a:pt x="5069807" y="0"/>
                  </a:lnTo>
                  <a:lnTo>
                    <a:pt x="9104198" y="0"/>
                  </a:lnTo>
                  <a:lnTo>
                    <a:pt x="9104198" y="5815496"/>
                  </a:lnTo>
                  <a:lnTo>
                    <a:pt x="276004" y="9104198"/>
                  </a:lnTo>
                  <a:lnTo>
                    <a:pt x="0" y="9104198"/>
                  </a:lnTo>
                  <a:close/>
                </a:path>
              </a:pathLst>
            </a:custGeom>
          </p:spPr>
        </p:pic>
        <p:sp>
          <p:nvSpPr>
            <p:cNvPr id="13" name="Freeform 12">
              <a:extLst>
                <a:ext uri="{FF2B5EF4-FFF2-40B4-BE49-F238E27FC236}">
                  <a16:creationId xmlns:a16="http://schemas.microsoft.com/office/drawing/2014/main" id="{2DBC2910-E7DF-5E40-152A-DA4F3C7E4099}"/>
                </a:ext>
              </a:extLst>
            </p:cNvPr>
            <p:cNvSpPr/>
            <p:nvPr/>
          </p:nvSpPr>
          <p:spPr>
            <a:xfrm rot="1225890">
              <a:off x="1942918" y="-453040"/>
              <a:ext cx="8615618" cy="8228727"/>
            </a:xfrm>
            <a:custGeom>
              <a:avLst/>
              <a:gdLst>
                <a:gd name="connsiteX0" fmla="*/ 470305 w 8615618"/>
                <a:gd name="connsiteY0" fmla="*/ 1636802 h 8228727"/>
                <a:gd name="connsiteX1" fmla="*/ 4864136 w 8615618"/>
                <a:gd name="connsiteY1" fmla="*/ 0 h 8228727"/>
                <a:gd name="connsiteX2" fmla="*/ 4906554 w 8615618"/>
                <a:gd name="connsiteY2" fmla="*/ 1020 h 8228727"/>
                <a:gd name="connsiteX3" fmla="*/ 6414297 w 8615618"/>
                <a:gd name="connsiteY3" fmla="*/ 138938 h 8228727"/>
                <a:gd name="connsiteX4" fmla="*/ 6438833 w 8615618"/>
                <a:gd name="connsiteY4" fmla="*/ 142674 h 8228727"/>
                <a:gd name="connsiteX5" fmla="*/ 6515760 w 8615618"/>
                <a:gd name="connsiteY5" fmla="*/ 213157 h 8228727"/>
                <a:gd name="connsiteX6" fmla="*/ 8134474 w 8615618"/>
                <a:gd name="connsiteY6" fmla="*/ 2407123 h 8228727"/>
                <a:gd name="connsiteX7" fmla="*/ 7566860 w 8615618"/>
                <a:gd name="connsiteY7" fmla="*/ 6144437 h 8228727"/>
                <a:gd name="connsiteX8" fmla="*/ 7296134 w 8615618"/>
                <a:gd name="connsiteY8" fmla="*/ 6412424 h 8228727"/>
                <a:gd name="connsiteX9" fmla="*/ 2420447 w 8615618"/>
                <a:gd name="connsiteY9" fmla="*/ 8228727 h 8228727"/>
                <a:gd name="connsiteX10" fmla="*/ 2294605 w 8615618"/>
                <a:gd name="connsiteY10" fmla="*/ 8164577 h 8228727"/>
                <a:gd name="connsiteX11" fmla="*/ 2040489 w 8615618"/>
                <a:gd name="connsiteY11" fmla="*/ 8012175 h 8228727"/>
                <a:gd name="connsiteX12" fmla="*/ 475172 w 8615618"/>
                <a:gd name="connsiteY12" fmla="*/ 6658171 h 8228727"/>
                <a:gd name="connsiteX13" fmla="*/ 287528 w 8615618"/>
                <a:gd name="connsiteY13" fmla="*/ 6447578 h 8228727"/>
                <a:gd name="connsiteX14" fmla="*/ 284836 w 8615618"/>
                <a:gd name="connsiteY14" fmla="*/ 6437464 h 8228727"/>
                <a:gd name="connsiteX15" fmla="*/ 405101 w 8615618"/>
                <a:gd name="connsiteY15" fmla="*/ 1772223 h 8228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615618" h="8228727">
                  <a:moveTo>
                    <a:pt x="470305" y="1636802"/>
                  </a:moveTo>
                  <a:lnTo>
                    <a:pt x="4864136" y="0"/>
                  </a:lnTo>
                  <a:lnTo>
                    <a:pt x="4906554" y="1020"/>
                  </a:lnTo>
                  <a:cubicBezTo>
                    <a:pt x="5602403" y="26101"/>
                    <a:pt x="6170105" y="102465"/>
                    <a:pt x="6414297" y="138938"/>
                  </a:cubicBezTo>
                  <a:lnTo>
                    <a:pt x="6438833" y="142674"/>
                  </a:lnTo>
                  <a:lnTo>
                    <a:pt x="6515760" y="213157"/>
                  </a:lnTo>
                  <a:cubicBezTo>
                    <a:pt x="7238484" y="895158"/>
                    <a:pt x="7759624" y="1610328"/>
                    <a:pt x="8134474" y="2407123"/>
                  </a:cubicBezTo>
                  <a:cubicBezTo>
                    <a:pt x="8905800" y="4046829"/>
                    <a:pt x="8773083" y="4900661"/>
                    <a:pt x="7566860" y="6144437"/>
                  </a:cubicBezTo>
                  <a:lnTo>
                    <a:pt x="7296134" y="6412424"/>
                  </a:lnTo>
                  <a:lnTo>
                    <a:pt x="2420447" y="8228727"/>
                  </a:lnTo>
                  <a:lnTo>
                    <a:pt x="2294605" y="8164577"/>
                  </a:lnTo>
                  <a:cubicBezTo>
                    <a:pt x="2210734" y="8117927"/>
                    <a:pt x="2126126" y="8067091"/>
                    <a:pt x="2040489" y="8012175"/>
                  </a:cubicBezTo>
                  <a:cubicBezTo>
                    <a:pt x="1594189" y="7725981"/>
                    <a:pt x="1017093" y="7242242"/>
                    <a:pt x="475172" y="6658171"/>
                  </a:cubicBezTo>
                  <a:lnTo>
                    <a:pt x="287528" y="6447578"/>
                  </a:lnTo>
                  <a:lnTo>
                    <a:pt x="284836" y="6437464"/>
                  </a:lnTo>
                  <a:cubicBezTo>
                    <a:pt x="-35911" y="5174131"/>
                    <a:pt x="-193685" y="3102739"/>
                    <a:pt x="405101" y="1772223"/>
                  </a:cubicBezTo>
                  <a:close/>
                </a:path>
              </a:pathLst>
            </a:custGeom>
            <a:solidFill>
              <a:schemeClr val="bg2"/>
            </a:solidFill>
            <a:ln w="67757" cap="flat">
              <a:noFill/>
              <a:prstDash val="solid"/>
              <a:miter/>
            </a:ln>
          </p:spPr>
          <p:txBody>
            <a:bodyPr wrap="square" rtlCol="0" anchor="ctr">
              <a:noAutofit/>
            </a:bodyPr>
            <a:lstStyle/>
            <a:p>
              <a:endParaRPr lang="en-US"/>
            </a:p>
          </p:txBody>
        </p:sp>
      </p:grpSp>
      <p:sp>
        <p:nvSpPr>
          <p:cNvPr id="6" name="Text Placeholder 2">
            <a:extLst>
              <a:ext uri="{FF2B5EF4-FFF2-40B4-BE49-F238E27FC236}">
                <a16:creationId xmlns:a16="http://schemas.microsoft.com/office/drawing/2014/main" id="{43017A7F-D22E-58FC-7E76-4DF70ACF97FC}"/>
              </a:ext>
            </a:extLst>
          </p:cNvPr>
          <p:cNvSpPr>
            <a:spLocks noGrp="1"/>
          </p:cNvSpPr>
          <p:nvPr userDrawn="1">
            <p:ph type="body" sz="quarter" idx="12"/>
          </p:nvPr>
        </p:nvSpPr>
        <p:spPr>
          <a:xfrm>
            <a:off x="2285920" y="2302891"/>
            <a:ext cx="7635789" cy="2252217"/>
          </a:xfrm>
          <a:prstGeom prst="rect">
            <a:avLst/>
          </a:prstGeom>
        </p:spPr>
        <p:txBody>
          <a:bodyPr anchor="ctr" anchorCtr="0"/>
          <a:lstStyle>
            <a:lvl1pPr algn="ctr">
              <a:lnSpc>
                <a:spcPct val="90000"/>
              </a:lnSpc>
              <a:defRPr sz="4000" b="1" i="0">
                <a:solidFill>
                  <a:schemeClr val="tx1"/>
                </a:solidFill>
                <a:latin typeface="+mj-lt"/>
              </a:defRPr>
            </a:lvl1pPr>
          </a:lstStyle>
          <a:p>
            <a:pPr lvl="0"/>
            <a:r>
              <a:rPr lang="en-US"/>
              <a:t>Click to edit Master text styles</a:t>
            </a:r>
          </a:p>
        </p:txBody>
      </p:sp>
      <p:pic>
        <p:nvPicPr>
          <p:cNvPr id="10" name="Graphic 9">
            <a:extLst>
              <a:ext uri="{FF2B5EF4-FFF2-40B4-BE49-F238E27FC236}">
                <a16:creationId xmlns:a16="http://schemas.microsoft.com/office/drawing/2014/main" id="{F0416241-B284-E1BA-DDFC-6483470E94B7}"/>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779770" y="1364806"/>
            <a:ext cx="632460" cy="632460"/>
          </a:xfrm>
          <a:prstGeom prst="rect">
            <a:avLst/>
          </a:prstGeom>
        </p:spPr>
      </p:pic>
      <p:sp>
        <p:nvSpPr>
          <p:cNvPr id="14" name="Text Placeholder 13">
            <a:extLst>
              <a:ext uri="{FF2B5EF4-FFF2-40B4-BE49-F238E27FC236}">
                <a16:creationId xmlns:a16="http://schemas.microsoft.com/office/drawing/2014/main" id="{DB86C3A2-69ED-5F07-C9A1-2AD38BB531DF}"/>
              </a:ext>
            </a:extLst>
          </p:cNvPr>
          <p:cNvSpPr>
            <a:spLocks noGrp="1"/>
          </p:cNvSpPr>
          <p:nvPr userDrawn="1">
            <p:ph type="body" sz="quarter" idx="14" hasCustomPrompt="1"/>
          </p:nvPr>
        </p:nvSpPr>
        <p:spPr>
          <a:xfrm>
            <a:off x="4213895" y="4876800"/>
            <a:ext cx="3779838" cy="381000"/>
          </a:xfrm>
        </p:spPr>
        <p:txBody>
          <a:bodyPr/>
          <a:lstStyle>
            <a:lvl1pPr algn="ctr">
              <a:defRPr>
                <a:latin typeface="+mj-lt"/>
              </a:defRPr>
            </a:lvl1pPr>
          </a:lstStyle>
          <a:p>
            <a:pPr lvl="0"/>
            <a:r>
              <a:rPr lang="en-US"/>
              <a:t>Insert Name</a:t>
            </a:r>
          </a:p>
        </p:txBody>
      </p:sp>
      <p:sp>
        <p:nvSpPr>
          <p:cNvPr id="15" name="Text Placeholder 13">
            <a:extLst>
              <a:ext uri="{FF2B5EF4-FFF2-40B4-BE49-F238E27FC236}">
                <a16:creationId xmlns:a16="http://schemas.microsoft.com/office/drawing/2014/main" id="{76682F10-26E2-DF46-6CD1-2DB15E2E46DD}"/>
              </a:ext>
            </a:extLst>
          </p:cNvPr>
          <p:cNvSpPr>
            <a:spLocks noGrp="1"/>
          </p:cNvSpPr>
          <p:nvPr userDrawn="1">
            <p:ph type="body" sz="quarter" idx="15" hasCustomPrompt="1"/>
          </p:nvPr>
        </p:nvSpPr>
        <p:spPr>
          <a:xfrm>
            <a:off x="4213895" y="5261829"/>
            <a:ext cx="3779838" cy="381000"/>
          </a:xfrm>
        </p:spPr>
        <p:txBody>
          <a:bodyPr/>
          <a:lstStyle>
            <a:lvl1pPr algn="ctr">
              <a:defRPr sz="1800">
                <a:latin typeface="+mn-lt"/>
              </a:defRPr>
            </a:lvl1pPr>
          </a:lstStyle>
          <a:p>
            <a:pPr lvl="0"/>
            <a:r>
              <a:rPr lang="en-US"/>
              <a:t>Insert Title</a:t>
            </a:r>
          </a:p>
        </p:txBody>
      </p:sp>
      <p:sp>
        <p:nvSpPr>
          <p:cNvPr id="3" name="TextBox 2">
            <a:extLst>
              <a:ext uri="{FF2B5EF4-FFF2-40B4-BE49-F238E27FC236}">
                <a16:creationId xmlns:a16="http://schemas.microsoft.com/office/drawing/2014/main" id="{3D7CF997-FCDA-7006-1527-01B9464AB358}"/>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1"/>
                </a:solidFill>
                <a:latin typeface="Clarika Grotesque" pitchFamily="2" charset="77"/>
              </a:rPr>
              <a:t>© Dayforce</a:t>
            </a:r>
          </a:p>
        </p:txBody>
      </p:sp>
    </p:spTree>
    <p:extLst>
      <p:ext uri="{BB962C8B-B14F-4D97-AF65-F5344CB8AC3E}">
        <p14:creationId xmlns:p14="http://schemas.microsoft.com/office/powerpoint/2010/main" val="37112337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1_Quote_3">
    <p:bg>
      <p:bgPr>
        <a:solidFill>
          <a:schemeClr val="accent4"/>
        </a:solidFill>
        <a:effectLst/>
      </p:bgPr>
    </p:bg>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C327196E-EDFA-4F44-1068-7B73389B3EEA}"/>
              </a:ext>
            </a:extLst>
          </p:cNvPr>
          <p:cNvGrpSpPr/>
          <p:nvPr userDrawn="1"/>
        </p:nvGrpSpPr>
        <p:grpSpPr>
          <a:xfrm>
            <a:off x="1361420" y="-1423311"/>
            <a:ext cx="9469159" cy="10060413"/>
            <a:chOff x="1382501" y="-1423311"/>
            <a:chExt cx="9469159" cy="10060413"/>
          </a:xfrm>
        </p:grpSpPr>
        <p:pic>
          <p:nvPicPr>
            <p:cNvPr id="17" name="Graphic 16">
              <a:extLst>
                <a:ext uri="{FF2B5EF4-FFF2-40B4-BE49-F238E27FC236}">
                  <a16:creationId xmlns:a16="http://schemas.microsoft.com/office/drawing/2014/main" id="{75622417-4552-7406-421B-1C6E2EAE9E63}"/>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rot="20505511">
              <a:off x="1382501" y="-1423311"/>
              <a:ext cx="8950029" cy="8950029"/>
            </a:xfrm>
            <a:custGeom>
              <a:avLst/>
              <a:gdLst>
                <a:gd name="connsiteX0" fmla="*/ 646464 w 8950029"/>
                <a:gd name="connsiteY0" fmla="*/ 0 h 8950029"/>
                <a:gd name="connsiteX1" fmla="*/ 8950029 w 8950029"/>
                <a:gd name="connsiteY1" fmla="*/ 2736737 h 8950029"/>
                <a:gd name="connsiteX2" fmla="*/ 8950029 w 8950029"/>
                <a:gd name="connsiteY2" fmla="*/ 8950029 h 8950029"/>
                <a:gd name="connsiteX3" fmla="*/ 5892897 w 8950029"/>
                <a:gd name="connsiteY3" fmla="*/ 8950029 h 8950029"/>
                <a:gd name="connsiteX4" fmla="*/ 0 w 8950029"/>
                <a:gd name="connsiteY4" fmla="*/ 7007814 h 8950029"/>
                <a:gd name="connsiteX5" fmla="*/ 0 w 8950029"/>
                <a:gd name="connsiteY5" fmla="*/ 1 h 8950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50029" h="8950029">
                  <a:moveTo>
                    <a:pt x="646464" y="0"/>
                  </a:moveTo>
                  <a:lnTo>
                    <a:pt x="8950029" y="2736737"/>
                  </a:lnTo>
                  <a:lnTo>
                    <a:pt x="8950029" y="8950029"/>
                  </a:lnTo>
                  <a:lnTo>
                    <a:pt x="5892897" y="8950029"/>
                  </a:lnTo>
                  <a:lnTo>
                    <a:pt x="0" y="7007814"/>
                  </a:lnTo>
                  <a:lnTo>
                    <a:pt x="0" y="1"/>
                  </a:lnTo>
                  <a:close/>
                </a:path>
              </a:pathLst>
            </a:custGeom>
          </p:spPr>
        </p:pic>
        <p:pic>
          <p:nvPicPr>
            <p:cNvPr id="14" name="Graphic 13">
              <a:extLst>
                <a:ext uri="{FF2B5EF4-FFF2-40B4-BE49-F238E27FC236}">
                  <a16:creationId xmlns:a16="http://schemas.microsoft.com/office/drawing/2014/main" id="{0BF1BE29-45E4-6ACE-52A0-B0C37428DFF7}"/>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a:fillRect/>
            </a:stretch>
          </p:blipFill>
          <p:spPr>
            <a:xfrm rot="1225890">
              <a:off x="1747462" y="-467096"/>
              <a:ext cx="9104198" cy="9104198"/>
            </a:xfrm>
            <a:custGeom>
              <a:avLst/>
              <a:gdLst>
                <a:gd name="connsiteX0" fmla="*/ 0 w 9104198"/>
                <a:gd name="connsiteY0" fmla="*/ 1888618 h 9104198"/>
                <a:gd name="connsiteX1" fmla="*/ 5069807 w 9104198"/>
                <a:gd name="connsiteY1" fmla="*/ 0 h 9104198"/>
                <a:gd name="connsiteX2" fmla="*/ 9104198 w 9104198"/>
                <a:gd name="connsiteY2" fmla="*/ 0 h 9104198"/>
                <a:gd name="connsiteX3" fmla="*/ 9104198 w 9104198"/>
                <a:gd name="connsiteY3" fmla="*/ 5815496 h 9104198"/>
                <a:gd name="connsiteX4" fmla="*/ 276004 w 9104198"/>
                <a:gd name="connsiteY4" fmla="*/ 9104198 h 9104198"/>
                <a:gd name="connsiteX5" fmla="*/ 0 w 9104198"/>
                <a:gd name="connsiteY5" fmla="*/ 9104198 h 9104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04198" h="9104198">
                  <a:moveTo>
                    <a:pt x="0" y="1888618"/>
                  </a:moveTo>
                  <a:lnTo>
                    <a:pt x="5069807" y="0"/>
                  </a:lnTo>
                  <a:lnTo>
                    <a:pt x="9104198" y="0"/>
                  </a:lnTo>
                  <a:lnTo>
                    <a:pt x="9104198" y="5815496"/>
                  </a:lnTo>
                  <a:lnTo>
                    <a:pt x="276004" y="9104198"/>
                  </a:lnTo>
                  <a:lnTo>
                    <a:pt x="0" y="9104198"/>
                  </a:lnTo>
                  <a:close/>
                </a:path>
              </a:pathLst>
            </a:custGeom>
          </p:spPr>
        </p:pic>
        <p:sp>
          <p:nvSpPr>
            <p:cNvPr id="12" name="Freeform 11">
              <a:extLst>
                <a:ext uri="{FF2B5EF4-FFF2-40B4-BE49-F238E27FC236}">
                  <a16:creationId xmlns:a16="http://schemas.microsoft.com/office/drawing/2014/main" id="{B215C10B-EE70-3BCA-2B75-A23EDC410F7F}"/>
                </a:ext>
              </a:extLst>
            </p:cNvPr>
            <p:cNvSpPr/>
            <p:nvPr/>
          </p:nvSpPr>
          <p:spPr>
            <a:xfrm rot="1225890">
              <a:off x="1942918" y="-453040"/>
              <a:ext cx="8615618" cy="8228727"/>
            </a:xfrm>
            <a:custGeom>
              <a:avLst/>
              <a:gdLst>
                <a:gd name="connsiteX0" fmla="*/ 470305 w 8615618"/>
                <a:gd name="connsiteY0" fmla="*/ 1636802 h 8228727"/>
                <a:gd name="connsiteX1" fmla="*/ 4864136 w 8615618"/>
                <a:gd name="connsiteY1" fmla="*/ 0 h 8228727"/>
                <a:gd name="connsiteX2" fmla="*/ 4906554 w 8615618"/>
                <a:gd name="connsiteY2" fmla="*/ 1020 h 8228727"/>
                <a:gd name="connsiteX3" fmla="*/ 6414297 w 8615618"/>
                <a:gd name="connsiteY3" fmla="*/ 138938 h 8228727"/>
                <a:gd name="connsiteX4" fmla="*/ 6438833 w 8615618"/>
                <a:gd name="connsiteY4" fmla="*/ 142674 h 8228727"/>
                <a:gd name="connsiteX5" fmla="*/ 6515760 w 8615618"/>
                <a:gd name="connsiteY5" fmla="*/ 213157 h 8228727"/>
                <a:gd name="connsiteX6" fmla="*/ 8134474 w 8615618"/>
                <a:gd name="connsiteY6" fmla="*/ 2407123 h 8228727"/>
                <a:gd name="connsiteX7" fmla="*/ 7566860 w 8615618"/>
                <a:gd name="connsiteY7" fmla="*/ 6144437 h 8228727"/>
                <a:gd name="connsiteX8" fmla="*/ 7296134 w 8615618"/>
                <a:gd name="connsiteY8" fmla="*/ 6412424 h 8228727"/>
                <a:gd name="connsiteX9" fmla="*/ 2420447 w 8615618"/>
                <a:gd name="connsiteY9" fmla="*/ 8228727 h 8228727"/>
                <a:gd name="connsiteX10" fmla="*/ 2294605 w 8615618"/>
                <a:gd name="connsiteY10" fmla="*/ 8164577 h 8228727"/>
                <a:gd name="connsiteX11" fmla="*/ 2040489 w 8615618"/>
                <a:gd name="connsiteY11" fmla="*/ 8012175 h 8228727"/>
                <a:gd name="connsiteX12" fmla="*/ 475172 w 8615618"/>
                <a:gd name="connsiteY12" fmla="*/ 6658171 h 8228727"/>
                <a:gd name="connsiteX13" fmla="*/ 287528 w 8615618"/>
                <a:gd name="connsiteY13" fmla="*/ 6447578 h 8228727"/>
                <a:gd name="connsiteX14" fmla="*/ 284836 w 8615618"/>
                <a:gd name="connsiteY14" fmla="*/ 6437464 h 8228727"/>
                <a:gd name="connsiteX15" fmla="*/ 405101 w 8615618"/>
                <a:gd name="connsiteY15" fmla="*/ 1772223 h 8228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615618" h="8228727">
                  <a:moveTo>
                    <a:pt x="470305" y="1636802"/>
                  </a:moveTo>
                  <a:lnTo>
                    <a:pt x="4864136" y="0"/>
                  </a:lnTo>
                  <a:lnTo>
                    <a:pt x="4906554" y="1020"/>
                  </a:lnTo>
                  <a:cubicBezTo>
                    <a:pt x="5602403" y="26101"/>
                    <a:pt x="6170105" y="102465"/>
                    <a:pt x="6414297" y="138938"/>
                  </a:cubicBezTo>
                  <a:lnTo>
                    <a:pt x="6438833" y="142674"/>
                  </a:lnTo>
                  <a:lnTo>
                    <a:pt x="6515760" y="213157"/>
                  </a:lnTo>
                  <a:cubicBezTo>
                    <a:pt x="7238484" y="895158"/>
                    <a:pt x="7759624" y="1610328"/>
                    <a:pt x="8134474" y="2407123"/>
                  </a:cubicBezTo>
                  <a:cubicBezTo>
                    <a:pt x="8905800" y="4046829"/>
                    <a:pt x="8773083" y="4900661"/>
                    <a:pt x="7566860" y="6144437"/>
                  </a:cubicBezTo>
                  <a:lnTo>
                    <a:pt x="7296134" y="6412424"/>
                  </a:lnTo>
                  <a:lnTo>
                    <a:pt x="2420447" y="8228727"/>
                  </a:lnTo>
                  <a:lnTo>
                    <a:pt x="2294605" y="8164577"/>
                  </a:lnTo>
                  <a:cubicBezTo>
                    <a:pt x="2210734" y="8117927"/>
                    <a:pt x="2126126" y="8067091"/>
                    <a:pt x="2040489" y="8012175"/>
                  </a:cubicBezTo>
                  <a:cubicBezTo>
                    <a:pt x="1594189" y="7725981"/>
                    <a:pt x="1017093" y="7242242"/>
                    <a:pt x="475172" y="6658171"/>
                  </a:cubicBezTo>
                  <a:lnTo>
                    <a:pt x="287528" y="6447578"/>
                  </a:lnTo>
                  <a:lnTo>
                    <a:pt x="284836" y="6437464"/>
                  </a:lnTo>
                  <a:cubicBezTo>
                    <a:pt x="-35911" y="5174131"/>
                    <a:pt x="-193685" y="3102739"/>
                    <a:pt x="405101" y="1772223"/>
                  </a:cubicBezTo>
                  <a:close/>
                </a:path>
              </a:pathLst>
            </a:custGeom>
            <a:solidFill>
              <a:schemeClr val="bg1"/>
            </a:solidFill>
            <a:ln w="67757" cap="flat">
              <a:noFill/>
              <a:prstDash val="solid"/>
              <a:miter/>
            </a:ln>
          </p:spPr>
          <p:txBody>
            <a:bodyPr wrap="square" rtlCol="0" anchor="ctr">
              <a:noAutofit/>
            </a:bodyPr>
            <a:lstStyle/>
            <a:p>
              <a:endParaRPr lang="en-US"/>
            </a:p>
          </p:txBody>
        </p:sp>
      </p:grpSp>
      <p:sp>
        <p:nvSpPr>
          <p:cNvPr id="6" name="Text Placeholder 2">
            <a:extLst>
              <a:ext uri="{FF2B5EF4-FFF2-40B4-BE49-F238E27FC236}">
                <a16:creationId xmlns:a16="http://schemas.microsoft.com/office/drawing/2014/main" id="{11ACFF73-0CE1-FBA3-1F5B-853D7B9E718A}"/>
              </a:ext>
            </a:extLst>
          </p:cNvPr>
          <p:cNvSpPr>
            <a:spLocks noGrp="1"/>
          </p:cNvSpPr>
          <p:nvPr userDrawn="1">
            <p:ph type="body" sz="quarter" idx="12"/>
          </p:nvPr>
        </p:nvSpPr>
        <p:spPr>
          <a:xfrm>
            <a:off x="2285920" y="2302891"/>
            <a:ext cx="7635789" cy="2252217"/>
          </a:xfrm>
          <a:prstGeom prst="rect">
            <a:avLst/>
          </a:prstGeom>
        </p:spPr>
        <p:txBody>
          <a:bodyPr anchor="ctr" anchorCtr="0"/>
          <a:lstStyle>
            <a:lvl1pPr algn="ctr">
              <a:lnSpc>
                <a:spcPct val="90000"/>
              </a:lnSpc>
              <a:defRPr sz="4000" b="1" i="0">
                <a:solidFill>
                  <a:schemeClr val="tx1"/>
                </a:solidFill>
                <a:latin typeface="+mj-lt"/>
              </a:defRPr>
            </a:lvl1pPr>
          </a:lstStyle>
          <a:p>
            <a:pPr lvl="0"/>
            <a:r>
              <a:rPr lang="en-US"/>
              <a:t>Click to edit Master text styles</a:t>
            </a:r>
          </a:p>
        </p:txBody>
      </p:sp>
      <p:sp>
        <p:nvSpPr>
          <p:cNvPr id="7" name="Text Placeholder 13">
            <a:extLst>
              <a:ext uri="{FF2B5EF4-FFF2-40B4-BE49-F238E27FC236}">
                <a16:creationId xmlns:a16="http://schemas.microsoft.com/office/drawing/2014/main" id="{13B3CFA5-CF71-D5B8-1B61-060E0CFA88F3}"/>
              </a:ext>
            </a:extLst>
          </p:cNvPr>
          <p:cNvSpPr>
            <a:spLocks noGrp="1"/>
          </p:cNvSpPr>
          <p:nvPr userDrawn="1">
            <p:ph type="body" sz="quarter" idx="14" hasCustomPrompt="1"/>
          </p:nvPr>
        </p:nvSpPr>
        <p:spPr>
          <a:xfrm>
            <a:off x="4213895" y="4876800"/>
            <a:ext cx="3779838" cy="381000"/>
          </a:xfrm>
        </p:spPr>
        <p:txBody>
          <a:bodyPr/>
          <a:lstStyle>
            <a:lvl1pPr algn="ctr">
              <a:defRPr>
                <a:solidFill>
                  <a:schemeClr val="tx1"/>
                </a:solidFill>
                <a:latin typeface="+mj-lt"/>
              </a:defRPr>
            </a:lvl1pPr>
          </a:lstStyle>
          <a:p>
            <a:pPr lvl="0"/>
            <a:r>
              <a:rPr lang="en-US"/>
              <a:t>Insert Name</a:t>
            </a:r>
          </a:p>
        </p:txBody>
      </p:sp>
      <p:sp>
        <p:nvSpPr>
          <p:cNvPr id="8" name="Text Placeholder 13">
            <a:extLst>
              <a:ext uri="{FF2B5EF4-FFF2-40B4-BE49-F238E27FC236}">
                <a16:creationId xmlns:a16="http://schemas.microsoft.com/office/drawing/2014/main" id="{8E964779-5E9A-CA37-F235-0FD6E2D58060}"/>
              </a:ext>
            </a:extLst>
          </p:cNvPr>
          <p:cNvSpPr>
            <a:spLocks noGrp="1"/>
          </p:cNvSpPr>
          <p:nvPr userDrawn="1">
            <p:ph type="body" sz="quarter" idx="15" hasCustomPrompt="1"/>
          </p:nvPr>
        </p:nvSpPr>
        <p:spPr>
          <a:xfrm>
            <a:off x="4213895" y="5261829"/>
            <a:ext cx="3779838" cy="381000"/>
          </a:xfrm>
        </p:spPr>
        <p:txBody>
          <a:bodyPr/>
          <a:lstStyle>
            <a:lvl1pPr algn="ctr">
              <a:defRPr sz="1800">
                <a:solidFill>
                  <a:schemeClr val="tx1"/>
                </a:solidFill>
                <a:latin typeface="+mn-lt"/>
              </a:defRPr>
            </a:lvl1pPr>
          </a:lstStyle>
          <a:p>
            <a:pPr lvl="0"/>
            <a:r>
              <a:rPr lang="en-US"/>
              <a:t>Insert Title</a:t>
            </a:r>
          </a:p>
        </p:txBody>
      </p:sp>
      <p:pic>
        <p:nvPicPr>
          <p:cNvPr id="9" name="Graphic 8">
            <a:extLst>
              <a:ext uri="{FF2B5EF4-FFF2-40B4-BE49-F238E27FC236}">
                <a16:creationId xmlns:a16="http://schemas.microsoft.com/office/drawing/2014/main" id="{B1A94E69-6677-EC94-EC34-B440AE9BEF44}"/>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779770" y="1364806"/>
            <a:ext cx="632460" cy="632460"/>
          </a:xfrm>
          <a:prstGeom prst="rect">
            <a:avLst/>
          </a:prstGeom>
        </p:spPr>
      </p:pic>
      <p:sp>
        <p:nvSpPr>
          <p:cNvPr id="2" name="TextBox 1">
            <a:extLst>
              <a:ext uri="{FF2B5EF4-FFF2-40B4-BE49-F238E27FC236}">
                <a16:creationId xmlns:a16="http://schemas.microsoft.com/office/drawing/2014/main" id="{9493F8C1-A729-2F2C-C7A7-F28D9FF60D7E}"/>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1"/>
                </a:solidFill>
                <a:latin typeface="Clarika Grotesque" pitchFamily="2" charset="77"/>
              </a:rPr>
              <a:t>© Dayforce</a:t>
            </a:r>
          </a:p>
        </p:txBody>
      </p:sp>
    </p:spTree>
    <p:extLst>
      <p:ext uri="{BB962C8B-B14F-4D97-AF65-F5344CB8AC3E}">
        <p14:creationId xmlns:p14="http://schemas.microsoft.com/office/powerpoint/2010/main" val="3718482450"/>
      </p:ext>
    </p:extLst>
  </p:cSld>
  <p:clrMapOvr>
    <a:masterClrMapping/>
  </p:clrMapOvr>
  <p:transition spd="med"/>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2_Quote_3">
    <p:bg>
      <p:bgPr>
        <a:solidFill>
          <a:schemeClr val="accent3"/>
        </a:solidFill>
        <a:effectLst/>
      </p:bgPr>
    </p:bg>
    <p:spTree>
      <p:nvGrpSpPr>
        <p:cNvPr id="1" name=""/>
        <p:cNvGrpSpPr/>
        <p:nvPr/>
      </p:nvGrpSpPr>
      <p:grpSpPr>
        <a:xfrm>
          <a:off x="0" y="0"/>
          <a:ext cx="0" cy="0"/>
          <a:chOff x="0" y="0"/>
          <a:chExt cx="0" cy="0"/>
        </a:xfrm>
      </p:grpSpPr>
      <p:grpSp>
        <p:nvGrpSpPr>
          <p:cNvPr id="20" name="Group 19">
            <a:extLst>
              <a:ext uri="{FF2B5EF4-FFF2-40B4-BE49-F238E27FC236}">
                <a16:creationId xmlns:a16="http://schemas.microsoft.com/office/drawing/2014/main" id="{C327196E-EDFA-4F44-1068-7B73389B3EEA}"/>
              </a:ext>
            </a:extLst>
          </p:cNvPr>
          <p:cNvGrpSpPr/>
          <p:nvPr userDrawn="1"/>
        </p:nvGrpSpPr>
        <p:grpSpPr>
          <a:xfrm>
            <a:off x="1382501" y="-1423311"/>
            <a:ext cx="9469159" cy="10060413"/>
            <a:chOff x="1382501" y="-1423311"/>
            <a:chExt cx="9469159" cy="10060413"/>
          </a:xfrm>
        </p:grpSpPr>
        <p:pic>
          <p:nvPicPr>
            <p:cNvPr id="17" name="Graphic 16">
              <a:extLst>
                <a:ext uri="{FF2B5EF4-FFF2-40B4-BE49-F238E27FC236}">
                  <a16:creationId xmlns:a16="http://schemas.microsoft.com/office/drawing/2014/main" id="{75622417-4552-7406-421B-1C6E2EAE9E63}"/>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rot="20505511">
              <a:off x="1382501" y="-1423311"/>
              <a:ext cx="8950029" cy="8950029"/>
            </a:xfrm>
            <a:custGeom>
              <a:avLst/>
              <a:gdLst>
                <a:gd name="connsiteX0" fmla="*/ 646464 w 8950029"/>
                <a:gd name="connsiteY0" fmla="*/ 0 h 8950029"/>
                <a:gd name="connsiteX1" fmla="*/ 8950029 w 8950029"/>
                <a:gd name="connsiteY1" fmla="*/ 2736737 h 8950029"/>
                <a:gd name="connsiteX2" fmla="*/ 8950029 w 8950029"/>
                <a:gd name="connsiteY2" fmla="*/ 8950029 h 8950029"/>
                <a:gd name="connsiteX3" fmla="*/ 5892897 w 8950029"/>
                <a:gd name="connsiteY3" fmla="*/ 8950029 h 8950029"/>
                <a:gd name="connsiteX4" fmla="*/ 0 w 8950029"/>
                <a:gd name="connsiteY4" fmla="*/ 7007814 h 8950029"/>
                <a:gd name="connsiteX5" fmla="*/ 0 w 8950029"/>
                <a:gd name="connsiteY5" fmla="*/ 1 h 89500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950029" h="8950029">
                  <a:moveTo>
                    <a:pt x="646464" y="0"/>
                  </a:moveTo>
                  <a:lnTo>
                    <a:pt x="8950029" y="2736737"/>
                  </a:lnTo>
                  <a:lnTo>
                    <a:pt x="8950029" y="8950029"/>
                  </a:lnTo>
                  <a:lnTo>
                    <a:pt x="5892897" y="8950029"/>
                  </a:lnTo>
                  <a:lnTo>
                    <a:pt x="0" y="7007814"/>
                  </a:lnTo>
                  <a:lnTo>
                    <a:pt x="0" y="1"/>
                  </a:lnTo>
                  <a:close/>
                </a:path>
              </a:pathLst>
            </a:custGeom>
          </p:spPr>
        </p:pic>
        <p:pic>
          <p:nvPicPr>
            <p:cNvPr id="14" name="Graphic 13">
              <a:extLst>
                <a:ext uri="{FF2B5EF4-FFF2-40B4-BE49-F238E27FC236}">
                  <a16:creationId xmlns:a16="http://schemas.microsoft.com/office/drawing/2014/main" id="{0BF1BE29-45E4-6ACE-52A0-B0C37428DFF7}"/>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a:fillRect/>
            </a:stretch>
          </p:blipFill>
          <p:spPr>
            <a:xfrm rot="1225890">
              <a:off x="1747462" y="-467096"/>
              <a:ext cx="9104198" cy="9104198"/>
            </a:xfrm>
            <a:custGeom>
              <a:avLst/>
              <a:gdLst>
                <a:gd name="connsiteX0" fmla="*/ 0 w 9104198"/>
                <a:gd name="connsiteY0" fmla="*/ 1888618 h 9104198"/>
                <a:gd name="connsiteX1" fmla="*/ 5069807 w 9104198"/>
                <a:gd name="connsiteY1" fmla="*/ 0 h 9104198"/>
                <a:gd name="connsiteX2" fmla="*/ 9104198 w 9104198"/>
                <a:gd name="connsiteY2" fmla="*/ 0 h 9104198"/>
                <a:gd name="connsiteX3" fmla="*/ 9104198 w 9104198"/>
                <a:gd name="connsiteY3" fmla="*/ 5815496 h 9104198"/>
                <a:gd name="connsiteX4" fmla="*/ 276004 w 9104198"/>
                <a:gd name="connsiteY4" fmla="*/ 9104198 h 9104198"/>
                <a:gd name="connsiteX5" fmla="*/ 0 w 9104198"/>
                <a:gd name="connsiteY5" fmla="*/ 9104198 h 9104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9104198" h="9104198">
                  <a:moveTo>
                    <a:pt x="0" y="1888618"/>
                  </a:moveTo>
                  <a:lnTo>
                    <a:pt x="5069807" y="0"/>
                  </a:lnTo>
                  <a:lnTo>
                    <a:pt x="9104198" y="0"/>
                  </a:lnTo>
                  <a:lnTo>
                    <a:pt x="9104198" y="5815496"/>
                  </a:lnTo>
                  <a:lnTo>
                    <a:pt x="276004" y="9104198"/>
                  </a:lnTo>
                  <a:lnTo>
                    <a:pt x="0" y="9104198"/>
                  </a:lnTo>
                  <a:close/>
                </a:path>
              </a:pathLst>
            </a:custGeom>
          </p:spPr>
        </p:pic>
        <p:sp>
          <p:nvSpPr>
            <p:cNvPr id="12" name="Freeform 11">
              <a:extLst>
                <a:ext uri="{FF2B5EF4-FFF2-40B4-BE49-F238E27FC236}">
                  <a16:creationId xmlns:a16="http://schemas.microsoft.com/office/drawing/2014/main" id="{B215C10B-EE70-3BCA-2B75-A23EDC410F7F}"/>
                </a:ext>
              </a:extLst>
            </p:cNvPr>
            <p:cNvSpPr/>
            <p:nvPr/>
          </p:nvSpPr>
          <p:spPr>
            <a:xfrm rot="1225890">
              <a:off x="1942918" y="-453040"/>
              <a:ext cx="8615618" cy="8228727"/>
            </a:xfrm>
            <a:custGeom>
              <a:avLst/>
              <a:gdLst>
                <a:gd name="connsiteX0" fmla="*/ 470305 w 8615618"/>
                <a:gd name="connsiteY0" fmla="*/ 1636802 h 8228727"/>
                <a:gd name="connsiteX1" fmla="*/ 4864136 w 8615618"/>
                <a:gd name="connsiteY1" fmla="*/ 0 h 8228727"/>
                <a:gd name="connsiteX2" fmla="*/ 4906554 w 8615618"/>
                <a:gd name="connsiteY2" fmla="*/ 1020 h 8228727"/>
                <a:gd name="connsiteX3" fmla="*/ 6414297 w 8615618"/>
                <a:gd name="connsiteY3" fmla="*/ 138938 h 8228727"/>
                <a:gd name="connsiteX4" fmla="*/ 6438833 w 8615618"/>
                <a:gd name="connsiteY4" fmla="*/ 142674 h 8228727"/>
                <a:gd name="connsiteX5" fmla="*/ 6515760 w 8615618"/>
                <a:gd name="connsiteY5" fmla="*/ 213157 h 8228727"/>
                <a:gd name="connsiteX6" fmla="*/ 8134474 w 8615618"/>
                <a:gd name="connsiteY6" fmla="*/ 2407123 h 8228727"/>
                <a:gd name="connsiteX7" fmla="*/ 7566860 w 8615618"/>
                <a:gd name="connsiteY7" fmla="*/ 6144437 h 8228727"/>
                <a:gd name="connsiteX8" fmla="*/ 7296134 w 8615618"/>
                <a:gd name="connsiteY8" fmla="*/ 6412424 h 8228727"/>
                <a:gd name="connsiteX9" fmla="*/ 2420447 w 8615618"/>
                <a:gd name="connsiteY9" fmla="*/ 8228727 h 8228727"/>
                <a:gd name="connsiteX10" fmla="*/ 2294605 w 8615618"/>
                <a:gd name="connsiteY10" fmla="*/ 8164577 h 8228727"/>
                <a:gd name="connsiteX11" fmla="*/ 2040489 w 8615618"/>
                <a:gd name="connsiteY11" fmla="*/ 8012175 h 8228727"/>
                <a:gd name="connsiteX12" fmla="*/ 475172 w 8615618"/>
                <a:gd name="connsiteY12" fmla="*/ 6658171 h 8228727"/>
                <a:gd name="connsiteX13" fmla="*/ 287528 w 8615618"/>
                <a:gd name="connsiteY13" fmla="*/ 6447578 h 8228727"/>
                <a:gd name="connsiteX14" fmla="*/ 284836 w 8615618"/>
                <a:gd name="connsiteY14" fmla="*/ 6437464 h 8228727"/>
                <a:gd name="connsiteX15" fmla="*/ 405101 w 8615618"/>
                <a:gd name="connsiteY15" fmla="*/ 1772223 h 8228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615618" h="8228727">
                  <a:moveTo>
                    <a:pt x="470305" y="1636802"/>
                  </a:moveTo>
                  <a:lnTo>
                    <a:pt x="4864136" y="0"/>
                  </a:lnTo>
                  <a:lnTo>
                    <a:pt x="4906554" y="1020"/>
                  </a:lnTo>
                  <a:cubicBezTo>
                    <a:pt x="5602403" y="26101"/>
                    <a:pt x="6170105" y="102465"/>
                    <a:pt x="6414297" y="138938"/>
                  </a:cubicBezTo>
                  <a:lnTo>
                    <a:pt x="6438833" y="142674"/>
                  </a:lnTo>
                  <a:lnTo>
                    <a:pt x="6515760" y="213157"/>
                  </a:lnTo>
                  <a:cubicBezTo>
                    <a:pt x="7238484" y="895158"/>
                    <a:pt x="7759624" y="1610328"/>
                    <a:pt x="8134474" y="2407123"/>
                  </a:cubicBezTo>
                  <a:cubicBezTo>
                    <a:pt x="8905800" y="4046829"/>
                    <a:pt x="8773083" y="4900661"/>
                    <a:pt x="7566860" y="6144437"/>
                  </a:cubicBezTo>
                  <a:lnTo>
                    <a:pt x="7296134" y="6412424"/>
                  </a:lnTo>
                  <a:lnTo>
                    <a:pt x="2420447" y="8228727"/>
                  </a:lnTo>
                  <a:lnTo>
                    <a:pt x="2294605" y="8164577"/>
                  </a:lnTo>
                  <a:cubicBezTo>
                    <a:pt x="2210734" y="8117927"/>
                    <a:pt x="2126126" y="8067091"/>
                    <a:pt x="2040489" y="8012175"/>
                  </a:cubicBezTo>
                  <a:cubicBezTo>
                    <a:pt x="1594189" y="7725981"/>
                    <a:pt x="1017093" y="7242242"/>
                    <a:pt x="475172" y="6658171"/>
                  </a:cubicBezTo>
                  <a:lnTo>
                    <a:pt x="287528" y="6447578"/>
                  </a:lnTo>
                  <a:lnTo>
                    <a:pt x="284836" y="6437464"/>
                  </a:lnTo>
                  <a:cubicBezTo>
                    <a:pt x="-35911" y="5174131"/>
                    <a:pt x="-193685" y="3102739"/>
                    <a:pt x="405101" y="1772223"/>
                  </a:cubicBezTo>
                  <a:close/>
                </a:path>
              </a:pathLst>
            </a:custGeom>
            <a:solidFill>
              <a:schemeClr val="bg2"/>
            </a:solidFill>
            <a:ln w="67757" cap="flat">
              <a:noFill/>
              <a:prstDash val="solid"/>
              <a:miter/>
            </a:ln>
          </p:spPr>
          <p:txBody>
            <a:bodyPr wrap="square" rtlCol="0" anchor="ctr">
              <a:noAutofit/>
            </a:bodyPr>
            <a:lstStyle/>
            <a:p>
              <a:endParaRPr lang="en-US"/>
            </a:p>
          </p:txBody>
        </p:sp>
      </p:grpSp>
      <p:sp>
        <p:nvSpPr>
          <p:cNvPr id="6" name="Text Placeholder 2">
            <a:extLst>
              <a:ext uri="{FF2B5EF4-FFF2-40B4-BE49-F238E27FC236}">
                <a16:creationId xmlns:a16="http://schemas.microsoft.com/office/drawing/2014/main" id="{11ACFF73-0CE1-FBA3-1F5B-853D7B9E718A}"/>
              </a:ext>
            </a:extLst>
          </p:cNvPr>
          <p:cNvSpPr>
            <a:spLocks noGrp="1"/>
          </p:cNvSpPr>
          <p:nvPr userDrawn="1">
            <p:ph type="body" sz="quarter" idx="12"/>
          </p:nvPr>
        </p:nvSpPr>
        <p:spPr>
          <a:xfrm>
            <a:off x="2285920" y="2302891"/>
            <a:ext cx="7635789" cy="2252217"/>
          </a:xfrm>
          <a:prstGeom prst="rect">
            <a:avLst/>
          </a:prstGeom>
        </p:spPr>
        <p:txBody>
          <a:bodyPr anchor="ctr" anchorCtr="0"/>
          <a:lstStyle>
            <a:lvl1pPr algn="ctr">
              <a:lnSpc>
                <a:spcPct val="90000"/>
              </a:lnSpc>
              <a:defRPr sz="4000" b="1" i="0">
                <a:solidFill>
                  <a:schemeClr val="tx1"/>
                </a:solidFill>
                <a:latin typeface="+mj-lt"/>
              </a:defRPr>
            </a:lvl1pPr>
          </a:lstStyle>
          <a:p>
            <a:pPr lvl="0"/>
            <a:r>
              <a:rPr lang="en-US"/>
              <a:t>Click to edit Master text styles</a:t>
            </a:r>
          </a:p>
        </p:txBody>
      </p:sp>
      <p:sp>
        <p:nvSpPr>
          <p:cNvPr id="7" name="Text Placeholder 13">
            <a:extLst>
              <a:ext uri="{FF2B5EF4-FFF2-40B4-BE49-F238E27FC236}">
                <a16:creationId xmlns:a16="http://schemas.microsoft.com/office/drawing/2014/main" id="{13B3CFA5-CF71-D5B8-1B61-060E0CFA88F3}"/>
              </a:ext>
            </a:extLst>
          </p:cNvPr>
          <p:cNvSpPr>
            <a:spLocks noGrp="1"/>
          </p:cNvSpPr>
          <p:nvPr userDrawn="1">
            <p:ph type="body" sz="quarter" idx="14" hasCustomPrompt="1"/>
          </p:nvPr>
        </p:nvSpPr>
        <p:spPr>
          <a:xfrm>
            <a:off x="4213895" y="4876800"/>
            <a:ext cx="3779838" cy="381000"/>
          </a:xfrm>
        </p:spPr>
        <p:txBody>
          <a:bodyPr/>
          <a:lstStyle>
            <a:lvl1pPr algn="ctr">
              <a:defRPr>
                <a:solidFill>
                  <a:schemeClr val="tx1"/>
                </a:solidFill>
                <a:latin typeface="+mj-lt"/>
              </a:defRPr>
            </a:lvl1pPr>
          </a:lstStyle>
          <a:p>
            <a:pPr lvl="0"/>
            <a:r>
              <a:rPr lang="en-US"/>
              <a:t>Insert Name</a:t>
            </a:r>
          </a:p>
        </p:txBody>
      </p:sp>
      <p:sp>
        <p:nvSpPr>
          <p:cNvPr id="8" name="Text Placeholder 13">
            <a:extLst>
              <a:ext uri="{FF2B5EF4-FFF2-40B4-BE49-F238E27FC236}">
                <a16:creationId xmlns:a16="http://schemas.microsoft.com/office/drawing/2014/main" id="{8E964779-5E9A-CA37-F235-0FD6E2D58060}"/>
              </a:ext>
            </a:extLst>
          </p:cNvPr>
          <p:cNvSpPr>
            <a:spLocks noGrp="1"/>
          </p:cNvSpPr>
          <p:nvPr userDrawn="1">
            <p:ph type="body" sz="quarter" idx="15" hasCustomPrompt="1"/>
          </p:nvPr>
        </p:nvSpPr>
        <p:spPr>
          <a:xfrm>
            <a:off x="4213895" y="5261829"/>
            <a:ext cx="3779838" cy="381000"/>
          </a:xfrm>
        </p:spPr>
        <p:txBody>
          <a:bodyPr/>
          <a:lstStyle>
            <a:lvl1pPr algn="ctr">
              <a:defRPr sz="1800">
                <a:solidFill>
                  <a:schemeClr val="tx1"/>
                </a:solidFill>
                <a:latin typeface="+mn-lt"/>
              </a:defRPr>
            </a:lvl1pPr>
          </a:lstStyle>
          <a:p>
            <a:pPr lvl="0"/>
            <a:r>
              <a:rPr lang="en-US"/>
              <a:t>Insert Title</a:t>
            </a:r>
          </a:p>
        </p:txBody>
      </p:sp>
      <p:pic>
        <p:nvPicPr>
          <p:cNvPr id="9" name="Graphic 8">
            <a:extLst>
              <a:ext uri="{FF2B5EF4-FFF2-40B4-BE49-F238E27FC236}">
                <a16:creationId xmlns:a16="http://schemas.microsoft.com/office/drawing/2014/main" id="{B1A94E69-6677-EC94-EC34-B440AE9BEF44}"/>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779770" y="1364806"/>
            <a:ext cx="632460" cy="632460"/>
          </a:xfrm>
          <a:prstGeom prst="rect">
            <a:avLst/>
          </a:prstGeom>
        </p:spPr>
      </p:pic>
      <p:sp>
        <p:nvSpPr>
          <p:cNvPr id="2" name="TextBox 1">
            <a:extLst>
              <a:ext uri="{FF2B5EF4-FFF2-40B4-BE49-F238E27FC236}">
                <a16:creationId xmlns:a16="http://schemas.microsoft.com/office/drawing/2014/main" id="{79BE0C0A-ECEC-9A22-598D-0135A19A333E}"/>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2"/>
                </a:solidFill>
                <a:latin typeface="Clarika Grotesque" pitchFamily="2" charset="77"/>
              </a:rPr>
              <a:t>© Dayforce</a:t>
            </a:r>
          </a:p>
        </p:txBody>
      </p:sp>
    </p:spTree>
    <p:extLst>
      <p:ext uri="{BB962C8B-B14F-4D97-AF65-F5344CB8AC3E}">
        <p14:creationId xmlns:p14="http://schemas.microsoft.com/office/powerpoint/2010/main" val="422460465"/>
      </p:ext>
    </p:extLst>
  </p:cSld>
  <p:clrMapOvr>
    <a:masterClrMapping/>
  </p:clrMapOvr>
  <p:transition spd="med"/>
</p:sldLayout>
</file>

<file path=ppt/slideLayouts/slideLayout87.xml><?xml version="1.0" encoding="utf-8"?>
<p:sldLayout xmlns:a="http://schemas.openxmlformats.org/drawingml/2006/main" xmlns:r="http://schemas.openxmlformats.org/officeDocument/2006/relationships" xmlns:p="http://schemas.openxmlformats.org/presentationml/2006/main" showMasterSp="0" preserve="1" userDrawn="1">
  <p:cSld name="Demo">
    <p:spTree>
      <p:nvGrpSpPr>
        <p:cNvPr id="1" name=""/>
        <p:cNvGrpSpPr/>
        <p:nvPr/>
      </p:nvGrpSpPr>
      <p:grpSpPr>
        <a:xfrm>
          <a:off x="0" y="0"/>
          <a:ext cx="0" cy="0"/>
          <a:chOff x="0" y="0"/>
          <a:chExt cx="0" cy="0"/>
        </a:xfrm>
      </p:grpSpPr>
      <p:sp>
        <p:nvSpPr>
          <p:cNvPr id="12" name="Subtitle 2">
            <a:extLst>
              <a:ext uri="{FF2B5EF4-FFF2-40B4-BE49-F238E27FC236}">
                <a16:creationId xmlns:a16="http://schemas.microsoft.com/office/drawing/2014/main" id="{90F4175A-B2F8-F7DC-A773-2FB99CD3C423}"/>
              </a:ext>
            </a:extLst>
          </p:cNvPr>
          <p:cNvSpPr>
            <a:spLocks noGrp="1"/>
          </p:cNvSpPr>
          <p:nvPr>
            <p:ph type="subTitle" idx="1" hasCustomPrompt="1"/>
          </p:nvPr>
        </p:nvSpPr>
        <p:spPr>
          <a:xfrm>
            <a:off x="603077" y="3875385"/>
            <a:ext cx="6318400" cy="784368"/>
          </a:xfrm>
          <a:prstGeom prst="rect">
            <a:avLst/>
          </a:prstGeom>
        </p:spPr>
        <p:txBody>
          <a:bodyPr lIns="0" anchor="t">
            <a:normAutofit/>
          </a:bodyPr>
          <a:lstStyle>
            <a:lvl1pPr marL="0" indent="0" algn="l">
              <a:buNone/>
              <a:defRPr sz="2800" b="0" i="0">
                <a:solidFill>
                  <a:schemeClr val="tx1"/>
                </a:solidFill>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Insert Subtitle</a:t>
            </a:r>
          </a:p>
        </p:txBody>
      </p:sp>
      <p:sp>
        <p:nvSpPr>
          <p:cNvPr id="13" name="Text Placeholder 14">
            <a:extLst>
              <a:ext uri="{FF2B5EF4-FFF2-40B4-BE49-F238E27FC236}">
                <a16:creationId xmlns:a16="http://schemas.microsoft.com/office/drawing/2014/main" id="{43532A51-1297-0BDC-7E2C-13801F20A6C7}"/>
              </a:ext>
            </a:extLst>
          </p:cNvPr>
          <p:cNvSpPr>
            <a:spLocks noGrp="1"/>
          </p:cNvSpPr>
          <p:nvPr>
            <p:ph type="body" sz="quarter" idx="10" hasCustomPrompt="1"/>
          </p:nvPr>
        </p:nvSpPr>
        <p:spPr>
          <a:xfrm>
            <a:off x="603077" y="2560320"/>
            <a:ext cx="6318250" cy="1257856"/>
          </a:xfrm>
        </p:spPr>
        <p:txBody>
          <a:bodyPr lIns="0" anchor="b"/>
          <a:lstStyle>
            <a:lvl1pPr>
              <a:defRPr sz="4800" b="1">
                <a:latin typeface="+mj-lt"/>
              </a:defRPr>
            </a:lvl1pPr>
          </a:lstStyle>
          <a:p>
            <a:pPr lvl="0"/>
            <a:r>
              <a:rPr lang="en-US"/>
              <a:t>Insert Demo Title</a:t>
            </a:r>
          </a:p>
        </p:txBody>
      </p:sp>
      <p:pic>
        <p:nvPicPr>
          <p:cNvPr id="5" name="Graphic 4">
            <a:extLst>
              <a:ext uri="{FF2B5EF4-FFF2-40B4-BE49-F238E27FC236}">
                <a16:creationId xmlns:a16="http://schemas.microsoft.com/office/drawing/2014/main" id="{4D44FC28-B181-E044-931D-1A06431A41DE}"/>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603077" y="1772958"/>
            <a:ext cx="616123" cy="555880"/>
          </a:xfrm>
          <a:prstGeom prst="rect">
            <a:avLst/>
          </a:prstGeom>
        </p:spPr>
      </p:pic>
      <p:grpSp>
        <p:nvGrpSpPr>
          <p:cNvPr id="11" name="Group 10">
            <a:extLst>
              <a:ext uri="{FF2B5EF4-FFF2-40B4-BE49-F238E27FC236}">
                <a16:creationId xmlns:a16="http://schemas.microsoft.com/office/drawing/2014/main" id="{C61892AC-C9C5-C331-68D4-0B5553DB9CAD}"/>
              </a:ext>
            </a:extLst>
          </p:cNvPr>
          <p:cNvGrpSpPr/>
          <p:nvPr userDrawn="1"/>
        </p:nvGrpSpPr>
        <p:grpSpPr>
          <a:xfrm>
            <a:off x="6096001" y="-1"/>
            <a:ext cx="6095999" cy="6156349"/>
            <a:chOff x="6096001" y="-1"/>
            <a:chExt cx="6095999" cy="6156349"/>
          </a:xfrm>
        </p:grpSpPr>
        <p:sp>
          <p:nvSpPr>
            <p:cNvPr id="14" name="Freeform 13">
              <a:extLst>
                <a:ext uri="{FF2B5EF4-FFF2-40B4-BE49-F238E27FC236}">
                  <a16:creationId xmlns:a16="http://schemas.microsoft.com/office/drawing/2014/main" id="{0F35DDEA-34CF-2667-540A-F88C4CF757B7}"/>
                </a:ext>
              </a:extLst>
            </p:cNvPr>
            <p:cNvSpPr/>
            <p:nvPr userDrawn="1"/>
          </p:nvSpPr>
          <p:spPr>
            <a:xfrm rot="5400000">
              <a:off x="6524835" y="489184"/>
              <a:ext cx="6156349" cy="5177980"/>
            </a:xfrm>
            <a:custGeom>
              <a:avLst/>
              <a:gdLst>
                <a:gd name="connsiteX0" fmla="*/ 0 w 6156349"/>
                <a:gd name="connsiteY0" fmla="*/ 4715251 h 5177980"/>
                <a:gd name="connsiteX1" fmla="*/ 1 w 6156349"/>
                <a:gd name="connsiteY1" fmla="*/ 0 h 5177980"/>
                <a:gd name="connsiteX2" fmla="*/ 5970397 w 6156349"/>
                <a:gd name="connsiteY2" fmla="*/ 0 h 5177980"/>
                <a:gd name="connsiteX3" fmla="*/ 6009936 w 6156349"/>
                <a:gd name="connsiteY3" fmla="*/ 185953 h 5177980"/>
                <a:gd name="connsiteX4" fmla="*/ 5998060 w 6156349"/>
                <a:gd name="connsiteY4" fmla="*/ 2936930 h 5177980"/>
                <a:gd name="connsiteX5" fmla="*/ 3661641 w 6156349"/>
                <a:gd name="connsiteY5" fmla="*/ 5092241 h 5177980"/>
                <a:gd name="connsiteX6" fmla="*/ 3640178 w 6156349"/>
                <a:gd name="connsiteY6" fmla="*/ 5094722 h 5177980"/>
                <a:gd name="connsiteX7" fmla="*/ 3640177 w 6156349"/>
                <a:gd name="connsiteY7" fmla="*/ 5094723 h 5177980"/>
                <a:gd name="connsiteX8" fmla="*/ 3490781 w 6156349"/>
                <a:gd name="connsiteY8" fmla="*/ 5111997 h 5177980"/>
                <a:gd name="connsiteX9" fmla="*/ 2506664 w 6156349"/>
                <a:gd name="connsiteY9" fmla="*/ 5177922 h 5177980"/>
                <a:gd name="connsiteX10" fmla="*/ 117493 w 6156349"/>
                <a:gd name="connsiteY10" fmla="*/ 4784845 h 5177980"/>
                <a:gd name="connsiteX11" fmla="*/ 0 w 6156349"/>
                <a:gd name="connsiteY11" fmla="*/ 4715251 h 5177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56349" h="5177980">
                  <a:moveTo>
                    <a:pt x="0" y="4715251"/>
                  </a:moveTo>
                  <a:lnTo>
                    <a:pt x="1" y="0"/>
                  </a:lnTo>
                  <a:lnTo>
                    <a:pt x="5970397" y="0"/>
                  </a:lnTo>
                  <a:lnTo>
                    <a:pt x="6009936" y="185953"/>
                  </a:lnTo>
                  <a:cubicBezTo>
                    <a:pt x="6211949" y="1202440"/>
                    <a:pt x="6202026" y="2085942"/>
                    <a:pt x="5998060" y="2936930"/>
                  </a:cubicBezTo>
                  <a:cubicBezTo>
                    <a:pt x="5642855" y="4418699"/>
                    <a:pt x="5107076" y="4909507"/>
                    <a:pt x="3661641" y="5092241"/>
                  </a:cubicBezTo>
                  <a:lnTo>
                    <a:pt x="3640178" y="5094722"/>
                  </a:lnTo>
                  <a:lnTo>
                    <a:pt x="3640177" y="5094723"/>
                  </a:lnTo>
                  <a:lnTo>
                    <a:pt x="3490781" y="5111997"/>
                  </a:lnTo>
                  <a:cubicBezTo>
                    <a:pt x="3199148" y="5142775"/>
                    <a:pt x="2872838" y="5163132"/>
                    <a:pt x="2506664" y="5177922"/>
                  </a:cubicBezTo>
                  <a:cubicBezTo>
                    <a:pt x="1405192" y="5180974"/>
                    <a:pt x="651025" y="5064342"/>
                    <a:pt x="117493" y="4784845"/>
                  </a:cubicBezTo>
                  <a:lnTo>
                    <a:pt x="0" y="4715251"/>
                  </a:ln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5" name="Freeform 14">
              <a:extLst>
                <a:ext uri="{FF2B5EF4-FFF2-40B4-BE49-F238E27FC236}">
                  <a16:creationId xmlns:a16="http://schemas.microsoft.com/office/drawing/2014/main" id="{447AE6E2-CB85-827D-7993-F287AEFAA6E2}"/>
                </a:ext>
              </a:extLst>
            </p:cNvPr>
            <p:cNvSpPr/>
            <p:nvPr userDrawn="1"/>
          </p:nvSpPr>
          <p:spPr>
            <a:xfrm rot="5400000">
              <a:off x="6288836" y="-192835"/>
              <a:ext cx="5710329" cy="6095999"/>
            </a:xfrm>
            <a:custGeom>
              <a:avLst/>
              <a:gdLst>
                <a:gd name="connsiteX0" fmla="*/ 0 w 5710329"/>
                <a:gd name="connsiteY0" fmla="*/ 5753280 h 6095999"/>
                <a:gd name="connsiteX1" fmla="*/ 1 w 5710329"/>
                <a:gd name="connsiteY1" fmla="*/ 0 h 6095999"/>
                <a:gd name="connsiteX2" fmla="*/ 4879049 w 5710329"/>
                <a:gd name="connsiteY2" fmla="*/ 0 h 6095999"/>
                <a:gd name="connsiteX3" fmla="*/ 4908244 w 5710329"/>
                <a:gd name="connsiteY3" fmla="*/ 46647 h 6095999"/>
                <a:gd name="connsiteX4" fmla="*/ 5443554 w 5710329"/>
                <a:gd name="connsiteY4" fmla="*/ 1194582 h 6095999"/>
                <a:gd name="connsiteX5" fmla="*/ 3810471 w 5710329"/>
                <a:gd name="connsiteY5" fmla="*/ 4975765 h 6095999"/>
                <a:gd name="connsiteX6" fmla="*/ 3640177 w 5710329"/>
                <a:gd name="connsiteY6" fmla="*/ 5094722 h 6095999"/>
                <a:gd name="connsiteX7" fmla="*/ 3640175 w 5710329"/>
                <a:gd name="connsiteY7" fmla="*/ 5094722 h 6095999"/>
                <a:gd name="connsiteX8" fmla="*/ 3627189 w 5710329"/>
                <a:gd name="connsiteY8" fmla="*/ 5103794 h 6095999"/>
                <a:gd name="connsiteX9" fmla="*/ 25591 w 5710329"/>
                <a:gd name="connsiteY9" fmla="*/ 5770091 h 6095999"/>
                <a:gd name="connsiteX10" fmla="*/ 0 w 5710329"/>
                <a:gd name="connsiteY10" fmla="*/ 5753280 h 6095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10329" h="6095999">
                  <a:moveTo>
                    <a:pt x="0" y="5753280"/>
                  </a:moveTo>
                  <a:lnTo>
                    <a:pt x="1" y="0"/>
                  </a:lnTo>
                  <a:lnTo>
                    <a:pt x="4879049" y="0"/>
                  </a:lnTo>
                  <a:lnTo>
                    <a:pt x="4908244" y="46647"/>
                  </a:lnTo>
                  <a:cubicBezTo>
                    <a:pt x="5131497" y="417493"/>
                    <a:pt x="5307586" y="797576"/>
                    <a:pt x="5443554" y="1194582"/>
                  </a:cubicBezTo>
                  <a:cubicBezTo>
                    <a:pt x="6055107" y="2980435"/>
                    <a:pt x="5657477" y="3673064"/>
                    <a:pt x="3810471" y="4975765"/>
                  </a:cubicBezTo>
                  <a:lnTo>
                    <a:pt x="3640177" y="5094722"/>
                  </a:lnTo>
                  <a:lnTo>
                    <a:pt x="3640175" y="5094722"/>
                  </a:lnTo>
                  <a:lnTo>
                    <a:pt x="3627189" y="5103794"/>
                  </a:lnTo>
                  <a:cubicBezTo>
                    <a:pt x="1938856" y="6181146"/>
                    <a:pt x="979798" y="6345006"/>
                    <a:pt x="25591" y="5770091"/>
                  </a:cubicBezTo>
                  <a:lnTo>
                    <a:pt x="0" y="5753280"/>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6" name="Picture Placeholder 15">
            <a:extLst>
              <a:ext uri="{FF2B5EF4-FFF2-40B4-BE49-F238E27FC236}">
                <a16:creationId xmlns:a16="http://schemas.microsoft.com/office/drawing/2014/main" id="{9D9EF41E-7E82-044C-5DCF-8CEA3E1F4CDB}"/>
              </a:ext>
            </a:extLst>
          </p:cNvPr>
          <p:cNvSpPr>
            <a:spLocks noGrp="1"/>
          </p:cNvSpPr>
          <p:nvPr>
            <p:ph type="pic" sz="quarter" idx="37"/>
          </p:nvPr>
        </p:nvSpPr>
        <p:spPr>
          <a:xfrm>
            <a:off x="7014018" y="1"/>
            <a:ext cx="5177982" cy="5710329"/>
          </a:xfrm>
          <a:custGeom>
            <a:avLst/>
            <a:gdLst>
              <a:gd name="connsiteX0" fmla="*/ 462730 w 5177982"/>
              <a:gd name="connsiteY0" fmla="*/ 0 h 5710329"/>
              <a:gd name="connsiteX1" fmla="*/ 5177982 w 5177982"/>
              <a:gd name="connsiteY1" fmla="*/ 1 h 5710329"/>
              <a:gd name="connsiteX2" fmla="*/ 5177982 w 5177982"/>
              <a:gd name="connsiteY2" fmla="*/ 4879049 h 5710329"/>
              <a:gd name="connsiteX3" fmla="*/ 5131335 w 5177982"/>
              <a:gd name="connsiteY3" fmla="*/ 4908244 h 5710329"/>
              <a:gd name="connsiteX4" fmla="*/ 3983400 w 5177982"/>
              <a:gd name="connsiteY4" fmla="*/ 5443554 h 5710329"/>
              <a:gd name="connsiteX5" fmla="*/ 202217 w 5177982"/>
              <a:gd name="connsiteY5" fmla="*/ 3810471 h 5710329"/>
              <a:gd name="connsiteX6" fmla="*/ 83260 w 5177982"/>
              <a:gd name="connsiteY6" fmla="*/ 3640177 h 5710329"/>
              <a:gd name="connsiteX7" fmla="*/ 83260 w 5177982"/>
              <a:gd name="connsiteY7" fmla="*/ 3640175 h 5710329"/>
              <a:gd name="connsiteX8" fmla="*/ 83258 w 5177982"/>
              <a:gd name="connsiteY8" fmla="*/ 3640172 h 5710329"/>
              <a:gd name="connsiteX9" fmla="*/ 65984 w 5177982"/>
              <a:gd name="connsiteY9" fmla="*/ 3490780 h 5710329"/>
              <a:gd name="connsiteX10" fmla="*/ 59 w 5177982"/>
              <a:gd name="connsiteY10" fmla="*/ 2506663 h 5710329"/>
              <a:gd name="connsiteX11" fmla="*/ 393136 w 5177982"/>
              <a:gd name="connsiteY11" fmla="*/ 117493 h 5710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5177982" h="5710329">
                <a:moveTo>
                  <a:pt x="462730" y="0"/>
                </a:moveTo>
                <a:lnTo>
                  <a:pt x="5177982" y="1"/>
                </a:lnTo>
                <a:lnTo>
                  <a:pt x="5177982" y="4879049"/>
                </a:lnTo>
                <a:lnTo>
                  <a:pt x="5131335" y="4908244"/>
                </a:lnTo>
                <a:cubicBezTo>
                  <a:pt x="4760489" y="5131497"/>
                  <a:pt x="4380406" y="5307586"/>
                  <a:pt x="3983400" y="5443554"/>
                </a:cubicBezTo>
                <a:cubicBezTo>
                  <a:pt x="2197547" y="6055107"/>
                  <a:pt x="1504918" y="5657477"/>
                  <a:pt x="202217" y="3810471"/>
                </a:cubicBezTo>
                <a:lnTo>
                  <a:pt x="83260" y="3640177"/>
                </a:lnTo>
                <a:lnTo>
                  <a:pt x="83260" y="3640175"/>
                </a:lnTo>
                <a:lnTo>
                  <a:pt x="83258" y="3640172"/>
                </a:lnTo>
                <a:lnTo>
                  <a:pt x="65984" y="3490780"/>
                </a:lnTo>
                <a:cubicBezTo>
                  <a:pt x="35206" y="3199147"/>
                  <a:pt x="14849" y="2872837"/>
                  <a:pt x="59" y="2506663"/>
                </a:cubicBezTo>
                <a:cubicBezTo>
                  <a:pt x="-2993" y="1405192"/>
                  <a:pt x="113639" y="651025"/>
                  <a:pt x="393136" y="117493"/>
                </a:cubicBezTo>
                <a:close/>
              </a:path>
            </a:pathLst>
          </a:custGeom>
          <a:solidFill>
            <a:schemeClr val="bg2"/>
          </a:solidFill>
        </p:spPr>
        <p:txBody>
          <a:bodyPr wrap="square">
            <a:noAutofit/>
          </a:bodyPr>
          <a:lstStyle/>
          <a:p>
            <a:endParaRPr lang="en-US"/>
          </a:p>
        </p:txBody>
      </p:sp>
      <p:sp>
        <p:nvSpPr>
          <p:cNvPr id="2" name="TextBox 1">
            <a:extLst>
              <a:ext uri="{FF2B5EF4-FFF2-40B4-BE49-F238E27FC236}">
                <a16:creationId xmlns:a16="http://schemas.microsoft.com/office/drawing/2014/main" id="{3C7C1C45-9752-51FA-4B73-A460A255CBA4}"/>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4016108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4_Demo">
    <p:spTree>
      <p:nvGrpSpPr>
        <p:cNvPr id="1" name=""/>
        <p:cNvGrpSpPr/>
        <p:nvPr/>
      </p:nvGrpSpPr>
      <p:grpSpPr>
        <a:xfrm>
          <a:off x="0" y="0"/>
          <a:ext cx="0" cy="0"/>
          <a:chOff x="0" y="0"/>
          <a:chExt cx="0" cy="0"/>
        </a:xfrm>
      </p:grpSpPr>
      <p:sp>
        <p:nvSpPr>
          <p:cNvPr id="12" name="Subtitle 2">
            <a:extLst>
              <a:ext uri="{FF2B5EF4-FFF2-40B4-BE49-F238E27FC236}">
                <a16:creationId xmlns:a16="http://schemas.microsoft.com/office/drawing/2014/main" id="{90F4175A-B2F8-F7DC-A773-2FB99CD3C423}"/>
              </a:ext>
            </a:extLst>
          </p:cNvPr>
          <p:cNvSpPr>
            <a:spLocks noGrp="1"/>
          </p:cNvSpPr>
          <p:nvPr>
            <p:ph type="subTitle" idx="1" hasCustomPrompt="1"/>
          </p:nvPr>
        </p:nvSpPr>
        <p:spPr>
          <a:xfrm>
            <a:off x="603077" y="3875385"/>
            <a:ext cx="6318400" cy="784368"/>
          </a:xfrm>
          <a:prstGeom prst="rect">
            <a:avLst/>
          </a:prstGeom>
        </p:spPr>
        <p:txBody>
          <a:bodyPr lIns="0" anchor="t">
            <a:normAutofit/>
          </a:bodyPr>
          <a:lstStyle>
            <a:lvl1pPr marL="0" indent="0" algn="l">
              <a:buNone/>
              <a:defRPr sz="2800" b="0" i="0">
                <a:solidFill>
                  <a:schemeClr val="tx1"/>
                </a:solidFill>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Insert Subtitle</a:t>
            </a:r>
          </a:p>
        </p:txBody>
      </p:sp>
      <p:sp>
        <p:nvSpPr>
          <p:cNvPr id="13" name="Text Placeholder 14">
            <a:extLst>
              <a:ext uri="{FF2B5EF4-FFF2-40B4-BE49-F238E27FC236}">
                <a16:creationId xmlns:a16="http://schemas.microsoft.com/office/drawing/2014/main" id="{43532A51-1297-0BDC-7E2C-13801F20A6C7}"/>
              </a:ext>
            </a:extLst>
          </p:cNvPr>
          <p:cNvSpPr>
            <a:spLocks noGrp="1"/>
          </p:cNvSpPr>
          <p:nvPr>
            <p:ph type="body" sz="quarter" idx="10" hasCustomPrompt="1"/>
          </p:nvPr>
        </p:nvSpPr>
        <p:spPr>
          <a:xfrm>
            <a:off x="603077" y="2560320"/>
            <a:ext cx="6318250" cy="1257856"/>
          </a:xfrm>
        </p:spPr>
        <p:txBody>
          <a:bodyPr lIns="0" anchor="b"/>
          <a:lstStyle>
            <a:lvl1pPr>
              <a:defRPr sz="4800" b="1">
                <a:latin typeface="+mj-lt"/>
              </a:defRPr>
            </a:lvl1pPr>
          </a:lstStyle>
          <a:p>
            <a:pPr lvl="0"/>
            <a:r>
              <a:rPr lang="en-US"/>
              <a:t>Insert Demo Title</a:t>
            </a:r>
          </a:p>
        </p:txBody>
      </p:sp>
      <p:pic>
        <p:nvPicPr>
          <p:cNvPr id="5" name="Graphic 4">
            <a:extLst>
              <a:ext uri="{FF2B5EF4-FFF2-40B4-BE49-F238E27FC236}">
                <a16:creationId xmlns:a16="http://schemas.microsoft.com/office/drawing/2014/main" id="{4D44FC28-B181-E044-931D-1A06431A41DE}"/>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603077" y="1772958"/>
            <a:ext cx="616123" cy="555880"/>
          </a:xfrm>
          <a:prstGeom prst="rect">
            <a:avLst/>
          </a:prstGeom>
        </p:spPr>
      </p:pic>
      <p:grpSp>
        <p:nvGrpSpPr>
          <p:cNvPr id="19" name="Group 18">
            <a:extLst>
              <a:ext uri="{FF2B5EF4-FFF2-40B4-BE49-F238E27FC236}">
                <a16:creationId xmlns:a16="http://schemas.microsoft.com/office/drawing/2014/main" id="{4771154D-CE29-6CBD-318B-648A00500BE7}"/>
              </a:ext>
            </a:extLst>
          </p:cNvPr>
          <p:cNvGrpSpPr/>
          <p:nvPr userDrawn="1"/>
        </p:nvGrpSpPr>
        <p:grpSpPr>
          <a:xfrm>
            <a:off x="7588096" y="-1010310"/>
            <a:ext cx="5122415" cy="5736138"/>
            <a:chOff x="7588096" y="-1010310"/>
            <a:chExt cx="5122415" cy="5736138"/>
          </a:xfrm>
        </p:grpSpPr>
        <p:sp>
          <p:nvSpPr>
            <p:cNvPr id="18" name="Freeform 17">
              <a:extLst>
                <a:ext uri="{FF2B5EF4-FFF2-40B4-BE49-F238E27FC236}">
                  <a16:creationId xmlns:a16="http://schemas.microsoft.com/office/drawing/2014/main" id="{CDBB7CE5-0F87-C97F-A253-3FB335923DA3}"/>
                </a:ext>
              </a:extLst>
            </p:cNvPr>
            <p:cNvSpPr/>
            <p:nvPr userDrawn="1"/>
          </p:nvSpPr>
          <p:spPr>
            <a:xfrm>
              <a:off x="10652960" y="2019298"/>
              <a:ext cx="1552382" cy="2706530"/>
            </a:xfrm>
            <a:custGeom>
              <a:avLst/>
              <a:gdLst>
                <a:gd name="connsiteX0" fmla="*/ 1353265 w 1552382"/>
                <a:gd name="connsiteY0" fmla="*/ 0 h 2706530"/>
                <a:gd name="connsiteX1" fmla="*/ 1491628 w 1552382"/>
                <a:gd name="connsiteY1" fmla="*/ 6987 h 2706530"/>
                <a:gd name="connsiteX2" fmla="*/ 1552382 w 1552382"/>
                <a:gd name="connsiteY2" fmla="*/ 16259 h 2706530"/>
                <a:gd name="connsiteX3" fmla="*/ 1552382 w 1552382"/>
                <a:gd name="connsiteY3" fmla="*/ 2690271 h 2706530"/>
                <a:gd name="connsiteX4" fmla="*/ 1491628 w 1552382"/>
                <a:gd name="connsiteY4" fmla="*/ 2699544 h 2706530"/>
                <a:gd name="connsiteX5" fmla="*/ 1353265 w 1552382"/>
                <a:gd name="connsiteY5" fmla="*/ 2706530 h 2706530"/>
                <a:gd name="connsiteX6" fmla="*/ 0 w 1552382"/>
                <a:gd name="connsiteY6" fmla="*/ 1353265 h 2706530"/>
                <a:gd name="connsiteX7" fmla="*/ 1353265 w 1552382"/>
                <a:gd name="connsiteY7" fmla="*/ 0 h 2706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552382" h="2706530">
                  <a:moveTo>
                    <a:pt x="1353265" y="0"/>
                  </a:moveTo>
                  <a:cubicBezTo>
                    <a:pt x="1399977" y="0"/>
                    <a:pt x="1446136" y="2367"/>
                    <a:pt x="1491628" y="6987"/>
                  </a:cubicBezTo>
                  <a:lnTo>
                    <a:pt x="1552382" y="16259"/>
                  </a:lnTo>
                  <a:lnTo>
                    <a:pt x="1552382" y="2690271"/>
                  </a:lnTo>
                  <a:lnTo>
                    <a:pt x="1491628" y="2699544"/>
                  </a:lnTo>
                  <a:cubicBezTo>
                    <a:pt x="1446136" y="2704164"/>
                    <a:pt x="1399977" y="2706530"/>
                    <a:pt x="1353265" y="2706530"/>
                  </a:cubicBezTo>
                  <a:cubicBezTo>
                    <a:pt x="605877" y="2706530"/>
                    <a:pt x="0" y="2100653"/>
                    <a:pt x="0" y="1353265"/>
                  </a:cubicBezTo>
                  <a:cubicBezTo>
                    <a:pt x="0" y="605878"/>
                    <a:pt x="605877" y="0"/>
                    <a:pt x="135326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4" name="Graphic 13">
              <a:extLst>
                <a:ext uri="{FF2B5EF4-FFF2-40B4-BE49-F238E27FC236}">
                  <a16:creationId xmlns:a16="http://schemas.microsoft.com/office/drawing/2014/main" id="{29404932-0924-270F-E771-E81FAAA0AC2F}"/>
                </a:ext>
              </a:extLst>
            </p:cNvPr>
            <p:cNvPicPr>
              <a:picLocks noChangeAspect="1"/>
            </p:cNvPicPr>
            <p:nvPr userDrawn="1"/>
          </p:nvPicPr>
          <p:blipFill>
            <a:blip r:embed="rId4">
              <a:extLst>
                <a:ext uri="{96DAC541-7B7A-43D3-8B79-37D633B846F1}">
                  <asvg:svgBlip xmlns:asvg="http://schemas.microsoft.com/office/drawing/2016/SVG/main" r:embed="rId5"/>
                </a:ext>
              </a:extLst>
            </a:blip>
            <a:srcRect r="24950" b="5778"/>
            <a:stretch>
              <a:fillRect/>
            </a:stretch>
          </p:blipFill>
          <p:spPr>
            <a:xfrm rot="16200000">
              <a:off x="8180823" y="-455821"/>
              <a:ext cx="3568698" cy="4480340"/>
            </a:xfrm>
            <a:custGeom>
              <a:avLst/>
              <a:gdLst>
                <a:gd name="connsiteX0" fmla="*/ 3568698 w 3568698"/>
                <a:gd name="connsiteY0" fmla="*/ 0 h 4480340"/>
                <a:gd name="connsiteX1" fmla="*/ 3568698 w 3568698"/>
                <a:gd name="connsiteY1" fmla="*/ 4480340 h 4480340"/>
                <a:gd name="connsiteX2" fmla="*/ 0 w 3568698"/>
                <a:gd name="connsiteY2" fmla="*/ 4480340 h 4480340"/>
                <a:gd name="connsiteX3" fmla="*/ 0 w 3568698"/>
                <a:gd name="connsiteY3" fmla="*/ 0 h 4480340"/>
              </a:gdLst>
              <a:ahLst/>
              <a:cxnLst>
                <a:cxn ang="0">
                  <a:pos x="connsiteX0" y="connsiteY0"/>
                </a:cxn>
                <a:cxn ang="0">
                  <a:pos x="connsiteX1" y="connsiteY1"/>
                </a:cxn>
                <a:cxn ang="0">
                  <a:pos x="connsiteX2" y="connsiteY2"/>
                </a:cxn>
                <a:cxn ang="0">
                  <a:pos x="connsiteX3" y="connsiteY3"/>
                </a:cxn>
              </a:cxnLst>
              <a:rect l="l" t="t" r="r" b="b"/>
              <a:pathLst>
                <a:path w="3568698" h="4480340">
                  <a:moveTo>
                    <a:pt x="3568698" y="0"/>
                  </a:moveTo>
                  <a:lnTo>
                    <a:pt x="3568698" y="4480340"/>
                  </a:lnTo>
                  <a:lnTo>
                    <a:pt x="0" y="4480340"/>
                  </a:lnTo>
                  <a:lnTo>
                    <a:pt x="0" y="0"/>
                  </a:lnTo>
                  <a:close/>
                </a:path>
              </a:pathLst>
            </a:custGeom>
          </p:spPr>
        </p:pic>
        <p:pic>
          <p:nvPicPr>
            <p:cNvPr id="10" name="Graphic 9">
              <a:extLst>
                <a:ext uri="{FF2B5EF4-FFF2-40B4-BE49-F238E27FC236}">
                  <a16:creationId xmlns:a16="http://schemas.microsoft.com/office/drawing/2014/main" id="{4CDD6E4A-718F-8E1A-46D1-D9747B52A6F9}"/>
                </a:ext>
              </a:extLst>
            </p:cNvPr>
            <p:cNvPicPr>
              <a:picLocks noChangeAspect="1"/>
            </p:cNvPicPr>
            <p:nvPr userDrawn="1"/>
          </p:nvPicPr>
          <p:blipFill>
            <a:blip r:embed="rId6">
              <a:extLst>
                <a:ext uri="{96DAC541-7B7A-43D3-8B79-37D633B846F1}">
                  <asvg:svgBlip xmlns:asvg="http://schemas.microsoft.com/office/drawing/2016/SVG/main" r:embed="rId7"/>
                </a:ext>
              </a:extLst>
            </a:blip>
            <a:srcRect r="5208"/>
            <a:stretch>
              <a:fillRect/>
            </a:stretch>
          </p:blipFill>
          <p:spPr>
            <a:xfrm rot="18712001">
              <a:off x="7721494" y="-1143708"/>
              <a:ext cx="4855620" cy="5122415"/>
            </a:xfrm>
            <a:custGeom>
              <a:avLst/>
              <a:gdLst>
                <a:gd name="connsiteX0" fmla="*/ 2035907 w 4855620"/>
                <a:gd name="connsiteY0" fmla="*/ 0 h 5122415"/>
                <a:gd name="connsiteX1" fmla="*/ 4855620 w 4855620"/>
                <a:gd name="connsiteY1" fmla="*/ 3146301 h 5122415"/>
                <a:gd name="connsiteX2" fmla="*/ 2650626 w 4855620"/>
                <a:gd name="connsiteY2" fmla="*/ 5122415 h 5122415"/>
                <a:gd name="connsiteX3" fmla="*/ 0 w 4855620"/>
                <a:gd name="connsiteY3" fmla="*/ 5122415 h 5122415"/>
                <a:gd name="connsiteX4" fmla="*/ 0 w 4855620"/>
                <a:gd name="connsiteY4" fmla="*/ 0 h 51224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55620" h="5122415">
                  <a:moveTo>
                    <a:pt x="2035907" y="0"/>
                  </a:moveTo>
                  <a:lnTo>
                    <a:pt x="4855620" y="3146301"/>
                  </a:lnTo>
                  <a:lnTo>
                    <a:pt x="2650626" y="5122415"/>
                  </a:lnTo>
                  <a:lnTo>
                    <a:pt x="0" y="5122415"/>
                  </a:lnTo>
                  <a:lnTo>
                    <a:pt x="0" y="0"/>
                  </a:lnTo>
                  <a:close/>
                </a:path>
              </a:pathLst>
            </a:custGeom>
          </p:spPr>
        </p:pic>
        <p:sp>
          <p:nvSpPr>
            <p:cNvPr id="16" name="Freeform 15">
              <a:extLst>
                <a:ext uri="{FF2B5EF4-FFF2-40B4-BE49-F238E27FC236}">
                  <a16:creationId xmlns:a16="http://schemas.microsoft.com/office/drawing/2014/main" id="{5E7A943C-3F3B-F397-FFFA-4E3DEB497D18}"/>
                </a:ext>
              </a:extLst>
            </p:cNvPr>
            <p:cNvSpPr/>
            <p:nvPr userDrawn="1"/>
          </p:nvSpPr>
          <p:spPr>
            <a:xfrm>
              <a:off x="10652960" y="2019299"/>
              <a:ext cx="1552382" cy="1464740"/>
            </a:xfrm>
            <a:custGeom>
              <a:avLst/>
              <a:gdLst>
                <a:gd name="connsiteX0" fmla="*/ 1353265 w 1552382"/>
                <a:gd name="connsiteY0" fmla="*/ 0 h 1464740"/>
                <a:gd name="connsiteX1" fmla="*/ 1491628 w 1552382"/>
                <a:gd name="connsiteY1" fmla="*/ 6987 h 1464740"/>
                <a:gd name="connsiteX2" fmla="*/ 1552382 w 1552382"/>
                <a:gd name="connsiteY2" fmla="*/ 16260 h 1464740"/>
                <a:gd name="connsiteX3" fmla="*/ 1552382 w 1552382"/>
                <a:gd name="connsiteY3" fmla="*/ 632104 h 1464740"/>
                <a:gd name="connsiteX4" fmla="*/ 1471695 w 1552382"/>
                <a:gd name="connsiteY4" fmla="*/ 770427 h 1464740"/>
                <a:gd name="connsiteX5" fmla="*/ 686610 w 1552382"/>
                <a:gd name="connsiteY5" fmla="*/ 1309373 h 1464740"/>
                <a:gd name="connsiteX6" fmla="*/ 13971 w 1552382"/>
                <a:gd name="connsiteY6" fmla="*/ 1463649 h 1464740"/>
                <a:gd name="connsiteX7" fmla="*/ 5629 w 1552382"/>
                <a:gd name="connsiteY7" fmla="*/ 1464740 h 1464740"/>
                <a:gd name="connsiteX8" fmla="*/ 0 w 1552382"/>
                <a:gd name="connsiteY8" fmla="*/ 1353265 h 1464740"/>
                <a:gd name="connsiteX9" fmla="*/ 1353265 w 1552382"/>
                <a:gd name="connsiteY9" fmla="*/ 0 h 1464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552382" h="1464740">
                  <a:moveTo>
                    <a:pt x="1353265" y="0"/>
                  </a:moveTo>
                  <a:cubicBezTo>
                    <a:pt x="1399976" y="0"/>
                    <a:pt x="1446135" y="2367"/>
                    <a:pt x="1491628" y="6987"/>
                  </a:cubicBezTo>
                  <a:lnTo>
                    <a:pt x="1552382" y="16260"/>
                  </a:lnTo>
                  <a:lnTo>
                    <a:pt x="1552382" y="632104"/>
                  </a:lnTo>
                  <a:lnTo>
                    <a:pt x="1471695" y="770427"/>
                  </a:lnTo>
                  <a:cubicBezTo>
                    <a:pt x="1294601" y="1027787"/>
                    <a:pt x="1038677" y="1190504"/>
                    <a:pt x="686610" y="1309373"/>
                  </a:cubicBezTo>
                  <a:cubicBezTo>
                    <a:pt x="508690" y="1369447"/>
                    <a:pt x="275052" y="1424483"/>
                    <a:pt x="13971" y="1463649"/>
                  </a:cubicBezTo>
                  <a:lnTo>
                    <a:pt x="5629" y="1464740"/>
                  </a:lnTo>
                  <a:lnTo>
                    <a:pt x="0" y="1353265"/>
                  </a:lnTo>
                  <a:cubicBezTo>
                    <a:pt x="0" y="605878"/>
                    <a:pt x="605877" y="0"/>
                    <a:pt x="1353265"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8" name="Picture Placeholder 4">
            <a:extLst>
              <a:ext uri="{FF2B5EF4-FFF2-40B4-BE49-F238E27FC236}">
                <a16:creationId xmlns:a16="http://schemas.microsoft.com/office/drawing/2014/main" id="{5B6BA865-DAE0-11DB-52B3-C0DC2BCA7D4A}"/>
              </a:ext>
            </a:extLst>
          </p:cNvPr>
          <p:cNvSpPr>
            <a:spLocks noGrp="1"/>
          </p:cNvSpPr>
          <p:nvPr userDrawn="1">
            <p:ph type="pic" sz="quarter" idx="15" hasCustomPrompt="1"/>
          </p:nvPr>
        </p:nvSpPr>
        <p:spPr>
          <a:xfrm>
            <a:off x="7068718" y="904104"/>
            <a:ext cx="2569577" cy="5049792"/>
          </a:xfrm>
          <a:prstGeom prst="roundRect">
            <a:avLst>
              <a:gd name="adj" fmla="val 8636"/>
            </a:avLst>
          </a:prstGeom>
          <a:solidFill>
            <a:schemeClr val="bg2"/>
          </a:solidFill>
          <a:ln w="127000">
            <a:solidFill>
              <a:srgbClr val="F1F2F2"/>
            </a:solidFill>
          </a:ln>
          <a:effectLst>
            <a:outerShdw blurRad="183858" algn="ctr" rotWithShape="0">
              <a:prstClr val="black">
                <a:alpha val="21875"/>
              </a:prstClr>
            </a:outerShdw>
          </a:effectLst>
        </p:spPr>
        <p:txBody>
          <a:bodyPr anchor="ctr"/>
          <a:lstStyle>
            <a:lvl1pPr algn="ctr">
              <a:defRPr sz="1050" b="0"/>
            </a:lvl1pPr>
          </a:lstStyle>
          <a:p>
            <a:r>
              <a:rPr lang="en-US"/>
              <a:t>Click to insert screenshot</a:t>
            </a:r>
          </a:p>
        </p:txBody>
      </p:sp>
      <p:sp>
        <p:nvSpPr>
          <p:cNvPr id="2" name="TextBox 1">
            <a:extLst>
              <a:ext uri="{FF2B5EF4-FFF2-40B4-BE49-F238E27FC236}">
                <a16:creationId xmlns:a16="http://schemas.microsoft.com/office/drawing/2014/main" id="{29FEED22-1F20-E4EA-C02B-1695AF9796C0}"/>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24520373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5_Demo">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DC44BE29-9AD7-7DA0-1416-BF607F0F8B4C}"/>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rot="13716215">
            <a:off x="7628378" y="-163961"/>
            <a:ext cx="4080876" cy="4080876"/>
          </a:xfrm>
          <a:custGeom>
            <a:avLst/>
            <a:gdLst>
              <a:gd name="connsiteX0" fmla="*/ 4080876 w 4080876"/>
              <a:gd name="connsiteY0" fmla="*/ 2563430 h 4080876"/>
              <a:gd name="connsiteX1" fmla="*/ 2743237 w 4080876"/>
              <a:gd name="connsiteY1" fmla="*/ 4080875 h 4080876"/>
              <a:gd name="connsiteX2" fmla="*/ 519283 w 4080876"/>
              <a:gd name="connsiteY2" fmla="*/ 4080876 h 4080876"/>
              <a:gd name="connsiteX3" fmla="*/ 0 w 4080876"/>
              <a:gd name="connsiteY3" fmla="*/ 3623124 h 4080876"/>
              <a:gd name="connsiteX4" fmla="*/ 0 w 4080876"/>
              <a:gd name="connsiteY4" fmla="*/ 0 h 4080876"/>
              <a:gd name="connsiteX5" fmla="*/ 4080876 w 4080876"/>
              <a:gd name="connsiteY5" fmla="*/ 0 h 4080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80876" h="4080876">
                <a:moveTo>
                  <a:pt x="4080876" y="2563430"/>
                </a:moveTo>
                <a:lnTo>
                  <a:pt x="2743237" y="4080875"/>
                </a:lnTo>
                <a:lnTo>
                  <a:pt x="519283" y="4080876"/>
                </a:lnTo>
                <a:lnTo>
                  <a:pt x="0" y="3623124"/>
                </a:lnTo>
                <a:lnTo>
                  <a:pt x="0" y="0"/>
                </a:lnTo>
                <a:lnTo>
                  <a:pt x="4080876" y="0"/>
                </a:lnTo>
                <a:close/>
              </a:path>
            </a:pathLst>
          </a:custGeom>
        </p:spPr>
      </p:pic>
      <p:grpSp>
        <p:nvGrpSpPr>
          <p:cNvPr id="7" name="Group 6">
            <a:extLst>
              <a:ext uri="{FF2B5EF4-FFF2-40B4-BE49-F238E27FC236}">
                <a16:creationId xmlns:a16="http://schemas.microsoft.com/office/drawing/2014/main" id="{C4815D7F-FB30-96E8-7657-325FE71E9FD6}"/>
              </a:ext>
            </a:extLst>
          </p:cNvPr>
          <p:cNvGrpSpPr/>
          <p:nvPr userDrawn="1"/>
        </p:nvGrpSpPr>
        <p:grpSpPr>
          <a:xfrm>
            <a:off x="7661513" y="-98432"/>
            <a:ext cx="4611756" cy="3964589"/>
            <a:chOff x="7661513" y="-98432"/>
            <a:chExt cx="4611756" cy="3964589"/>
          </a:xfrm>
        </p:grpSpPr>
        <p:pic>
          <p:nvPicPr>
            <p:cNvPr id="22" name="Graphic 21">
              <a:extLst>
                <a:ext uri="{FF2B5EF4-FFF2-40B4-BE49-F238E27FC236}">
                  <a16:creationId xmlns:a16="http://schemas.microsoft.com/office/drawing/2014/main" id="{92DCFE68-75DB-EA8D-64A9-2A3AB5F1E874}"/>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rot="11204214">
              <a:off x="7661513" y="77906"/>
              <a:ext cx="3788251" cy="3788251"/>
            </a:xfrm>
            <a:prstGeom prst="rect">
              <a:avLst/>
            </a:prstGeom>
          </p:spPr>
        </p:pic>
        <p:sp>
          <p:nvSpPr>
            <p:cNvPr id="6" name="Freeform 5">
              <a:extLst>
                <a:ext uri="{FF2B5EF4-FFF2-40B4-BE49-F238E27FC236}">
                  <a16:creationId xmlns:a16="http://schemas.microsoft.com/office/drawing/2014/main" id="{8D811FD3-91BC-7178-A405-8B21DE15B4E7}"/>
                </a:ext>
              </a:extLst>
            </p:cNvPr>
            <p:cNvSpPr/>
            <p:nvPr userDrawn="1"/>
          </p:nvSpPr>
          <p:spPr>
            <a:xfrm rot="16604214">
              <a:off x="10402793" y="-138149"/>
              <a:ext cx="1830759" cy="1910193"/>
            </a:xfrm>
            <a:custGeom>
              <a:avLst/>
              <a:gdLst>
                <a:gd name="connsiteX0" fmla="*/ 1644608 w 1830759"/>
                <a:gd name="connsiteY0" fmla="*/ 164433 h 1910193"/>
                <a:gd name="connsiteX1" fmla="*/ 1830759 w 1830759"/>
                <a:gd name="connsiteY1" fmla="*/ 1740304 h 1910193"/>
                <a:gd name="connsiteX2" fmla="*/ 392555 w 1830759"/>
                <a:gd name="connsiteY2" fmla="*/ 1910193 h 1910193"/>
                <a:gd name="connsiteX3" fmla="*/ 392330 w 1830759"/>
                <a:gd name="connsiteY3" fmla="*/ 1910026 h 1910193"/>
                <a:gd name="connsiteX4" fmla="*/ 0 w 1830759"/>
                <a:gd name="connsiteY4" fmla="*/ 1078106 h 1910193"/>
                <a:gd name="connsiteX5" fmla="*/ 1078106 w 1830759"/>
                <a:gd name="connsiteY5" fmla="*/ 0 h 1910193"/>
                <a:gd name="connsiteX6" fmla="*/ 1497753 w 1830759"/>
                <a:gd name="connsiteY6" fmla="*/ 84723 h 19101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30759" h="1910193">
                  <a:moveTo>
                    <a:pt x="1644608" y="164433"/>
                  </a:moveTo>
                  <a:lnTo>
                    <a:pt x="1830759" y="1740304"/>
                  </a:lnTo>
                  <a:lnTo>
                    <a:pt x="392555" y="1910193"/>
                  </a:lnTo>
                  <a:lnTo>
                    <a:pt x="392330" y="1910026"/>
                  </a:lnTo>
                  <a:cubicBezTo>
                    <a:pt x="152724" y="1712285"/>
                    <a:pt x="0" y="1413031"/>
                    <a:pt x="0" y="1078106"/>
                  </a:cubicBezTo>
                  <a:cubicBezTo>
                    <a:pt x="0" y="482684"/>
                    <a:pt x="482684" y="0"/>
                    <a:pt x="1078106" y="0"/>
                  </a:cubicBezTo>
                  <a:cubicBezTo>
                    <a:pt x="1226961" y="0"/>
                    <a:pt x="1368771" y="30167"/>
                    <a:pt x="1497753" y="84723"/>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5" name="Freeform 24">
              <a:extLst>
                <a:ext uri="{FF2B5EF4-FFF2-40B4-BE49-F238E27FC236}">
                  <a16:creationId xmlns:a16="http://schemas.microsoft.com/office/drawing/2014/main" id="{0B25FC17-017E-96DD-A9B2-0941A09B103A}"/>
                </a:ext>
              </a:extLst>
            </p:cNvPr>
            <p:cNvSpPr/>
            <p:nvPr userDrawn="1"/>
          </p:nvSpPr>
          <p:spPr>
            <a:xfrm rot="16604214">
              <a:off x="10231390" y="412288"/>
              <a:ext cx="1382878" cy="1166915"/>
            </a:xfrm>
            <a:custGeom>
              <a:avLst/>
              <a:gdLst>
                <a:gd name="connsiteX0" fmla="*/ 1353265 w 1735822"/>
                <a:gd name="connsiteY0" fmla="*/ 0 h 1464740"/>
                <a:gd name="connsiteX1" fmla="*/ 1625995 w 1735822"/>
                <a:gd name="connsiteY1" fmla="*/ 27494 h 1464740"/>
                <a:gd name="connsiteX2" fmla="*/ 1735822 w 1735822"/>
                <a:gd name="connsiteY2" fmla="*/ 55733 h 1464740"/>
                <a:gd name="connsiteX3" fmla="*/ 1709070 w 1735822"/>
                <a:gd name="connsiteY3" fmla="*/ 193996 h 1464740"/>
                <a:gd name="connsiteX4" fmla="*/ 686610 w 1735822"/>
                <a:gd name="connsiteY4" fmla="*/ 1309373 h 1464740"/>
                <a:gd name="connsiteX5" fmla="*/ 13971 w 1735822"/>
                <a:gd name="connsiteY5" fmla="*/ 1463649 h 1464740"/>
                <a:gd name="connsiteX6" fmla="*/ 5629 w 1735822"/>
                <a:gd name="connsiteY6" fmla="*/ 1464740 h 1464740"/>
                <a:gd name="connsiteX7" fmla="*/ 0 w 1735822"/>
                <a:gd name="connsiteY7" fmla="*/ 1353265 h 1464740"/>
                <a:gd name="connsiteX8" fmla="*/ 1353265 w 1735822"/>
                <a:gd name="connsiteY8" fmla="*/ 0 h 1464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735822" h="1464740">
                  <a:moveTo>
                    <a:pt x="1353265" y="0"/>
                  </a:moveTo>
                  <a:cubicBezTo>
                    <a:pt x="1446688" y="0"/>
                    <a:pt x="1537901" y="9467"/>
                    <a:pt x="1625995" y="27494"/>
                  </a:cubicBezTo>
                  <a:lnTo>
                    <a:pt x="1735822" y="55733"/>
                  </a:lnTo>
                  <a:lnTo>
                    <a:pt x="1709070" y="193996"/>
                  </a:lnTo>
                  <a:cubicBezTo>
                    <a:pt x="1567097" y="816740"/>
                    <a:pt x="1249918" y="1119182"/>
                    <a:pt x="686610" y="1309373"/>
                  </a:cubicBezTo>
                  <a:cubicBezTo>
                    <a:pt x="508690" y="1369446"/>
                    <a:pt x="275052" y="1424483"/>
                    <a:pt x="13971" y="1463649"/>
                  </a:cubicBezTo>
                  <a:lnTo>
                    <a:pt x="5629" y="1464740"/>
                  </a:lnTo>
                  <a:lnTo>
                    <a:pt x="0" y="1353265"/>
                  </a:lnTo>
                  <a:cubicBezTo>
                    <a:pt x="0" y="605877"/>
                    <a:pt x="605877" y="0"/>
                    <a:pt x="1353265"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12" name="Subtitle 2">
            <a:extLst>
              <a:ext uri="{FF2B5EF4-FFF2-40B4-BE49-F238E27FC236}">
                <a16:creationId xmlns:a16="http://schemas.microsoft.com/office/drawing/2014/main" id="{90F4175A-B2F8-F7DC-A773-2FB99CD3C423}"/>
              </a:ext>
            </a:extLst>
          </p:cNvPr>
          <p:cNvSpPr>
            <a:spLocks noGrp="1"/>
          </p:cNvSpPr>
          <p:nvPr userDrawn="1">
            <p:ph type="subTitle" idx="1" hasCustomPrompt="1"/>
          </p:nvPr>
        </p:nvSpPr>
        <p:spPr>
          <a:xfrm>
            <a:off x="603077" y="4208374"/>
            <a:ext cx="3742914" cy="1204240"/>
          </a:xfrm>
          <a:prstGeom prst="rect">
            <a:avLst/>
          </a:prstGeom>
        </p:spPr>
        <p:txBody>
          <a:bodyPr lIns="0" anchor="t">
            <a:normAutofit/>
          </a:bodyPr>
          <a:lstStyle>
            <a:lvl1pPr marL="0" indent="0" algn="l">
              <a:buNone/>
              <a:defRPr sz="2800" b="0" i="0">
                <a:solidFill>
                  <a:schemeClr val="tx1"/>
                </a:solidFill>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Insert Subtitle</a:t>
            </a:r>
          </a:p>
        </p:txBody>
      </p:sp>
      <p:sp>
        <p:nvSpPr>
          <p:cNvPr id="13" name="Text Placeholder 14">
            <a:extLst>
              <a:ext uri="{FF2B5EF4-FFF2-40B4-BE49-F238E27FC236}">
                <a16:creationId xmlns:a16="http://schemas.microsoft.com/office/drawing/2014/main" id="{43532A51-1297-0BDC-7E2C-13801F20A6C7}"/>
              </a:ext>
            </a:extLst>
          </p:cNvPr>
          <p:cNvSpPr>
            <a:spLocks noGrp="1"/>
          </p:cNvSpPr>
          <p:nvPr userDrawn="1">
            <p:ph type="body" sz="quarter" idx="10" hasCustomPrompt="1"/>
          </p:nvPr>
        </p:nvSpPr>
        <p:spPr>
          <a:xfrm>
            <a:off x="603077" y="2654000"/>
            <a:ext cx="3742914" cy="1406820"/>
          </a:xfrm>
        </p:spPr>
        <p:txBody>
          <a:bodyPr lIns="0" anchor="t" anchorCtr="0"/>
          <a:lstStyle>
            <a:lvl1pPr>
              <a:defRPr sz="4800" b="1">
                <a:latin typeface="+mj-lt"/>
              </a:defRPr>
            </a:lvl1pPr>
          </a:lstStyle>
          <a:p>
            <a:pPr lvl="0"/>
            <a:r>
              <a:rPr lang="en-US"/>
              <a:t>Insert Demo Title</a:t>
            </a:r>
          </a:p>
        </p:txBody>
      </p:sp>
      <p:pic>
        <p:nvPicPr>
          <p:cNvPr id="5" name="Graphic 4">
            <a:extLst>
              <a:ext uri="{FF2B5EF4-FFF2-40B4-BE49-F238E27FC236}">
                <a16:creationId xmlns:a16="http://schemas.microsoft.com/office/drawing/2014/main" id="{4D44FC28-B181-E044-931D-1A06431A41DE}"/>
              </a:ext>
            </a:extLst>
          </p:cNvPr>
          <p:cNvPicPr>
            <a:picLocks noChangeAspect="1"/>
          </p:cNvPicPr>
          <p:nvPr userDrawn="1"/>
        </p:nvPicPr>
        <p:blipFill>
          <a:blip r:embed="rId6">
            <a:extLst>
              <a:ext uri="{96DAC541-7B7A-43D3-8B79-37D633B846F1}">
                <asvg:svgBlip xmlns:asvg="http://schemas.microsoft.com/office/drawing/2016/SVG/main" r:embed="rId7"/>
              </a:ext>
            </a:extLst>
          </a:blip>
          <a:srcRect/>
          <a:stretch/>
        </p:blipFill>
        <p:spPr>
          <a:xfrm>
            <a:off x="603077" y="1772958"/>
            <a:ext cx="616123" cy="555880"/>
          </a:xfrm>
          <a:prstGeom prst="rect">
            <a:avLst/>
          </a:prstGeom>
        </p:spPr>
      </p:pic>
      <p:sp>
        <p:nvSpPr>
          <p:cNvPr id="16" name="Picture Placeholder 5">
            <a:extLst>
              <a:ext uri="{FF2B5EF4-FFF2-40B4-BE49-F238E27FC236}">
                <a16:creationId xmlns:a16="http://schemas.microsoft.com/office/drawing/2014/main" id="{54389266-A5AD-BAD2-62FD-6B6FCEE26F4C}"/>
              </a:ext>
            </a:extLst>
          </p:cNvPr>
          <p:cNvSpPr>
            <a:spLocks noGrp="1"/>
          </p:cNvSpPr>
          <p:nvPr userDrawn="1">
            <p:ph type="pic" sz="quarter" idx="11"/>
          </p:nvPr>
        </p:nvSpPr>
        <p:spPr>
          <a:xfrm>
            <a:off x="5311920" y="1362284"/>
            <a:ext cx="5807061" cy="3796073"/>
          </a:xfrm>
          <a:prstGeom prst="roundRect">
            <a:avLst>
              <a:gd name="adj" fmla="val 3000"/>
            </a:avLst>
          </a:prstGeom>
          <a:solidFill>
            <a:schemeClr val="bg2"/>
          </a:solidFill>
          <a:ln w="127000">
            <a:solidFill>
              <a:srgbClr val="F1F2F2"/>
            </a:solidFill>
          </a:ln>
          <a:effectLst>
            <a:outerShdw blurRad="1778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lgn="ctr">
              <a:defRPr lang="en-US" sz="1050" b="0" i="0" kern="1200">
                <a:solidFill>
                  <a:schemeClr val="tx1"/>
                </a:solidFill>
                <a:latin typeface="+mn-lt"/>
                <a:ea typeface="+mn-ea"/>
                <a:cs typeface="+mn-cs"/>
              </a:defRPr>
            </a:lvl1pPr>
          </a:lstStyle>
          <a:p>
            <a:pPr marR="0" lvl="0" algn="ctr" defTabSz="412750" fontAlgn="auto" hangingPunct="0">
              <a:lnSpc>
                <a:spcPct val="100000"/>
              </a:lnSpc>
              <a:spcBef>
                <a:spcPts val="0"/>
              </a:spcBef>
              <a:spcAft>
                <a:spcPts val="0"/>
              </a:spcAft>
              <a:buClrTx/>
              <a:buSzTx/>
              <a:buFontTx/>
              <a:tabLst/>
            </a:pPr>
            <a:r>
              <a:rPr lang="en-US"/>
              <a:t>Click icon to add picture</a:t>
            </a:r>
          </a:p>
        </p:txBody>
      </p:sp>
      <p:sp>
        <p:nvSpPr>
          <p:cNvPr id="17" name="Picture Placeholder 4">
            <a:extLst>
              <a:ext uri="{FF2B5EF4-FFF2-40B4-BE49-F238E27FC236}">
                <a16:creationId xmlns:a16="http://schemas.microsoft.com/office/drawing/2014/main" id="{F2F2E04D-7B5F-55DA-646A-0F3402F9C5E9}"/>
              </a:ext>
            </a:extLst>
          </p:cNvPr>
          <p:cNvSpPr>
            <a:spLocks noGrp="1"/>
          </p:cNvSpPr>
          <p:nvPr userDrawn="1">
            <p:ph type="pic" sz="quarter" idx="15" hasCustomPrompt="1"/>
          </p:nvPr>
        </p:nvSpPr>
        <p:spPr>
          <a:xfrm>
            <a:off x="9773307" y="1981200"/>
            <a:ext cx="1806045" cy="3877454"/>
          </a:xfrm>
          <a:prstGeom prst="roundRect">
            <a:avLst>
              <a:gd name="adj" fmla="val 6153"/>
            </a:avLst>
          </a:prstGeom>
          <a:solidFill>
            <a:schemeClr val="bg2"/>
          </a:solidFill>
          <a:ln w="127000">
            <a:solidFill>
              <a:srgbClr val="F1F2F2"/>
            </a:solidFill>
          </a:ln>
          <a:effectLst>
            <a:outerShdw blurRad="177800" algn="ctr" rotWithShape="0">
              <a:prstClr val="black">
                <a:alpha val="22000"/>
              </a:prstClr>
            </a:outerShdw>
          </a:effectLst>
        </p:spPr>
        <p:txBody>
          <a:bodyPr anchor="ctr"/>
          <a:lstStyle>
            <a:lvl1pPr algn="ctr">
              <a:defRPr sz="1050" b="0"/>
            </a:lvl1pPr>
          </a:lstStyle>
          <a:p>
            <a:r>
              <a:rPr lang="en-US"/>
              <a:t>Click to insert screenshot</a:t>
            </a:r>
          </a:p>
        </p:txBody>
      </p:sp>
      <p:sp>
        <p:nvSpPr>
          <p:cNvPr id="2" name="TextBox 1">
            <a:extLst>
              <a:ext uri="{FF2B5EF4-FFF2-40B4-BE49-F238E27FC236}">
                <a16:creationId xmlns:a16="http://schemas.microsoft.com/office/drawing/2014/main" id="{B1C5FC1F-F06A-1D1F-3ACF-1E3F9CE520E8}"/>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885721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showMasterSp="0" preserve="1" userDrawn="1">
  <p:cSld name="1_Demo">
    <p:spTree>
      <p:nvGrpSpPr>
        <p:cNvPr id="1" name=""/>
        <p:cNvGrpSpPr/>
        <p:nvPr/>
      </p:nvGrpSpPr>
      <p:grpSpPr>
        <a:xfrm>
          <a:off x="0" y="0"/>
          <a:ext cx="0" cy="0"/>
          <a:chOff x="0" y="0"/>
          <a:chExt cx="0" cy="0"/>
        </a:xfrm>
      </p:grpSpPr>
      <p:sp>
        <p:nvSpPr>
          <p:cNvPr id="12" name="Subtitle 2">
            <a:extLst>
              <a:ext uri="{FF2B5EF4-FFF2-40B4-BE49-F238E27FC236}">
                <a16:creationId xmlns:a16="http://schemas.microsoft.com/office/drawing/2014/main" id="{90F4175A-B2F8-F7DC-A773-2FB99CD3C423}"/>
              </a:ext>
            </a:extLst>
          </p:cNvPr>
          <p:cNvSpPr>
            <a:spLocks noGrp="1"/>
          </p:cNvSpPr>
          <p:nvPr>
            <p:ph type="subTitle" idx="1" hasCustomPrompt="1"/>
          </p:nvPr>
        </p:nvSpPr>
        <p:spPr>
          <a:xfrm>
            <a:off x="603077" y="3875385"/>
            <a:ext cx="6318400" cy="784368"/>
          </a:xfrm>
          <a:prstGeom prst="rect">
            <a:avLst/>
          </a:prstGeom>
        </p:spPr>
        <p:txBody>
          <a:bodyPr lIns="0" anchor="t">
            <a:normAutofit/>
          </a:bodyPr>
          <a:lstStyle>
            <a:lvl1pPr marL="0" indent="0" algn="l">
              <a:buNone/>
              <a:defRPr sz="2800" b="0" i="0">
                <a:solidFill>
                  <a:schemeClr val="tx1"/>
                </a:solidFill>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Insert Subtitle</a:t>
            </a:r>
          </a:p>
        </p:txBody>
      </p:sp>
      <p:sp>
        <p:nvSpPr>
          <p:cNvPr id="13" name="Text Placeholder 14">
            <a:extLst>
              <a:ext uri="{FF2B5EF4-FFF2-40B4-BE49-F238E27FC236}">
                <a16:creationId xmlns:a16="http://schemas.microsoft.com/office/drawing/2014/main" id="{43532A51-1297-0BDC-7E2C-13801F20A6C7}"/>
              </a:ext>
            </a:extLst>
          </p:cNvPr>
          <p:cNvSpPr>
            <a:spLocks noGrp="1"/>
          </p:cNvSpPr>
          <p:nvPr>
            <p:ph type="body" sz="quarter" idx="10" hasCustomPrompt="1"/>
          </p:nvPr>
        </p:nvSpPr>
        <p:spPr>
          <a:xfrm>
            <a:off x="603077" y="2560320"/>
            <a:ext cx="6318250" cy="1257856"/>
          </a:xfrm>
        </p:spPr>
        <p:txBody>
          <a:bodyPr lIns="0" anchor="b"/>
          <a:lstStyle>
            <a:lvl1pPr>
              <a:defRPr sz="4800" b="1">
                <a:latin typeface="+mj-lt"/>
              </a:defRPr>
            </a:lvl1pPr>
          </a:lstStyle>
          <a:p>
            <a:pPr lvl="0"/>
            <a:r>
              <a:rPr lang="en-US"/>
              <a:t>Insert Demo Title</a:t>
            </a:r>
          </a:p>
        </p:txBody>
      </p:sp>
      <p:pic>
        <p:nvPicPr>
          <p:cNvPr id="5" name="Graphic 4">
            <a:extLst>
              <a:ext uri="{FF2B5EF4-FFF2-40B4-BE49-F238E27FC236}">
                <a16:creationId xmlns:a16="http://schemas.microsoft.com/office/drawing/2014/main" id="{4D44FC28-B181-E044-931D-1A06431A41DE}"/>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603077" y="1772958"/>
            <a:ext cx="616123" cy="555880"/>
          </a:xfrm>
          <a:prstGeom prst="rect">
            <a:avLst/>
          </a:prstGeom>
        </p:spPr>
      </p:pic>
      <p:pic>
        <p:nvPicPr>
          <p:cNvPr id="4" name="Graphic 3">
            <a:extLst>
              <a:ext uri="{FF2B5EF4-FFF2-40B4-BE49-F238E27FC236}">
                <a16:creationId xmlns:a16="http://schemas.microsoft.com/office/drawing/2014/main" id="{82CD787A-CF1D-18FC-096A-863C4E7E21AE}"/>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a:fillRect/>
          </a:stretch>
        </p:blipFill>
        <p:spPr>
          <a:xfrm rot="8237500">
            <a:off x="8533506" y="294542"/>
            <a:ext cx="4791272" cy="4791272"/>
          </a:xfrm>
          <a:custGeom>
            <a:avLst/>
            <a:gdLst>
              <a:gd name="connsiteX0" fmla="*/ 1024751 w 4791272"/>
              <a:gd name="connsiteY0" fmla="*/ 4791272 h 4791272"/>
              <a:gd name="connsiteX1" fmla="*/ 0 w 4791272"/>
              <a:gd name="connsiteY1" fmla="*/ 3845383 h 4791272"/>
              <a:gd name="connsiteX2" fmla="*/ 0 w 4791272"/>
              <a:gd name="connsiteY2" fmla="*/ 3109443 h 4791272"/>
              <a:gd name="connsiteX3" fmla="*/ 2870149 w 4791272"/>
              <a:gd name="connsiteY3" fmla="*/ 0 h 4791272"/>
              <a:gd name="connsiteX4" fmla="*/ 4791272 w 4791272"/>
              <a:gd name="connsiteY4" fmla="*/ 0 h 4791272"/>
              <a:gd name="connsiteX5" fmla="*/ 4791272 w 4791272"/>
              <a:gd name="connsiteY5" fmla="*/ 4791272 h 4791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91272" h="4791272">
                <a:moveTo>
                  <a:pt x="1024751" y="4791272"/>
                </a:moveTo>
                <a:lnTo>
                  <a:pt x="0" y="3845383"/>
                </a:lnTo>
                <a:lnTo>
                  <a:pt x="0" y="3109443"/>
                </a:lnTo>
                <a:lnTo>
                  <a:pt x="2870149" y="0"/>
                </a:lnTo>
                <a:lnTo>
                  <a:pt x="4791272" y="0"/>
                </a:lnTo>
                <a:lnTo>
                  <a:pt x="4791272" y="4791272"/>
                </a:lnTo>
                <a:close/>
              </a:path>
            </a:pathLst>
          </a:custGeom>
        </p:spPr>
      </p:pic>
      <p:grpSp>
        <p:nvGrpSpPr>
          <p:cNvPr id="16" name="Group 15">
            <a:extLst>
              <a:ext uri="{FF2B5EF4-FFF2-40B4-BE49-F238E27FC236}">
                <a16:creationId xmlns:a16="http://schemas.microsoft.com/office/drawing/2014/main" id="{75F5289D-9A7A-9357-873E-D8A6B251C2CD}"/>
              </a:ext>
            </a:extLst>
          </p:cNvPr>
          <p:cNvGrpSpPr/>
          <p:nvPr userDrawn="1"/>
        </p:nvGrpSpPr>
        <p:grpSpPr>
          <a:xfrm>
            <a:off x="8515059" y="1"/>
            <a:ext cx="4405926" cy="5209038"/>
            <a:chOff x="8515059" y="1"/>
            <a:chExt cx="4405926" cy="5209038"/>
          </a:xfrm>
        </p:grpSpPr>
        <p:pic>
          <p:nvPicPr>
            <p:cNvPr id="7" name="Graphic 6">
              <a:extLst>
                <a:ext uri="{FF2B5EF4-FFF2-40B4-BE49-F238E27FC236}">
                  <a16:creationId xmlns:a16="http://schemas.microsoft.com/office/drawing/2014/main" id="{827552B8-CE66-B952-4C78-F18A939CD6B1}"/>
                </a:ext>
              </a:extLst>
            </p:cNvPr>
            <p:cNvPicPr>
              <a:picLocks noChangeAspect="1"/>
            </p:cNvPicPr>
            <p:nvPr userDrawn="1"/>
          </p:nvPicPr>
          <p:blipFill>
            <a:blip r:embed="rId6">
              <a:extLst>
                <a:ext uri="{96DAC541-7B7A-43D3-8B79-37D633B846F1}">
                  <asvg:svgBlip xmlns:asvg="http://schemas.microsoft.com/office/drawing/2016/SVG/main" r:embed="rId7"/>
                </a:ext>
              </a:extLst>
            </a:blip>
            <a:srcRect b="6899"/>
            <a:stretch>
              <a:fillRect/>
            </a:stretch>
          </p:blipFill>
          <p:spPr>
            <a:xfrm rot="17182235">
              <a:off x="8597014" y="885069"/>
              <a:ext cx="4478453" cy="4169488"/>
            </a:xfrm>
            <a:custGeom>
              <a:avLst/>
              <a:gdLst>
                <a:gd name="connsiteX0" fmla="*/ 4478453 w 4478453"/>
                <a:gd name="connsiteY0" fmla="*/ 0 h 4169488"/>
                <a:gd name="connsiteX1" fmla="*/ 4478453 w 4478453"/>
                <a:gd name="connsiteY1" fmla="*/ 2853905 h 4169488"/>
                <a:gd name="connsiteX2" fmla="*/ 0 w 4478453"/>
                <a:gd name="connsiteY2" fmla="*/ 4169488 h 4169488"/>
                <a:gd name="connsiteX3" fmla="*/ 0 w 4478453"/>
                <a:gd name="connsiteY3" fmla="*/ 0 h 4169488"/>
              </a:gdLst>
              <a:ahLst/>
              <a:cxnLst>
                <a:cxn ang="0">
                  <a:pos x="connsiteX0" y="connsiteY0"/>
                </a:cxn>
                <a:cxn ang="0">
                  <a:pos x="connsiteX1" y="connsiteY1"/>
                </a:cxn>
                <a:cxn ang="0">
                  <a:pos x="connsiteX2" y="connsiteY2"/>
                </a:cxn>
                <a:cxn ang="0">
                  <a:pos x="connsiteX3" y="connsiteY3"/>
                </a:cxn>
              </a:cxnLst>
              <a:rect l="l" t="t" r="r" b="b"/>
              <a:pathLst>
                <a:path w="4478453" h="4169488">
                  <a:moveTo>
                    <a:pt x="4478453" y="0"/>
                  </a:moveTo>
                  <a:lnTo>
                    <a:pt x="4478453" y="2853905"/>
                  </a:lnTo>
                  <a:lnTo>
                    <a:pt x="0" y="4169488"/>
                  </a:lnTo>
                  <a:lnTo>
                    <a:pt x="0" y="0"/>
                  </a:lnTo>
                  <a:close/>
                </a:path>
              </a:pathLst>
            </a:custGeom>
          </p:spPr>
        </p:pic>
        <p:sp>
          <p:nvSpPr>
            <p:cNvPr id="15" name="Freeform 14">
              <a:extLst>
                <a:ext uri="{FF2B5EF4-FFF2-40B4-BE49-F238E27FC236}">
                  <a16:creationId xmlns:a16="http://schemas.microsoft.com/office/drawing/2014/main" id="{1DBF1273-65CF-C191-E93E-CC443E46AF41}"/>
                </a:ext>
              </a:extLst>
            </p:cNvPr>
            <p:cNvSpPr/>
            <p:nvPr userDrawn="1"/>
          </p:nvSpPr>
          <p:spPr>
            <a:xfrm>
              <a:off x="8515059" y="1"/>
              <a:ext cx="2479006" cy="1736487"/>
            </a:xfrm>
            <a:custGeom>
              <a:avLst/>
              <a:gdLst>
                <a:gd name="connsiteX0" fmla="*/ 105284 w 2479006"/>
                <a:gd name="connsiteY0" fmla="*/ 0 h 1736487"/>
                <a:gd name="connsiteX1" fmla="*/ 2373722 w 2479006"/>
                <a:gd name="connsiteY1" fmla="*/ 0 h 1736487"/>
                <a:gd name="connsiteX2" fmla="*/ 2381599 w 2479006"/>
                <a:gd name="connsiteY2" fmla="*/ 14514 h 1736487"/>
                <a:gd name="connsiteX3" fmla="*/ 2479006 w 2479006"/>
                <a:gd name="connsiteY3" fmla="*/ 496984 h 1736487"/>
                <a:gd name="connsiteX4" fmla="*/ 1239503 w 2479006"/>
                <a:gd name="connsiteY4" fmla="*/ 1736487 h 1736487"/>
                <a:gd name="connsiteX5" fmla="*/ 0 w 2479006"/>
                <a:gd name="connsiteY5" fmla="*/ 496984 h 1736487"/>
                <a:gd name="connsiteX6" fmla="*/ 97406 w 2479006"/>
                <a:gd name="connsiteY6" fmla="*/ 14514 h 1736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9006" h="1736487">
                  <a:moveTo>
                    <a:pt x="105284" y="0"/>
                  </a:moveTo>
                  <a:lnTo>
                    <a:pt x="2373722" y="0"/>
                  </a:lnTo>
                  <a:lnTo>
                    <a:pt x="2381599" y="14514"/>
                  </a:lnTo>
                  <a:cubicBezTo>
                    <a:pt x="2444322" y="162806"/>
                    <a:pt x="2479006" y="325845"/>
                    <a:pt x="2479006" y="496984"/>
                  </a:cubicBezTo>
                  <a:cubicBezTo>
                    <a:pt x="2479006" y="1181543"/>
                    <a:pt x="1924062" y="1736487"/>
                    <a:pt x="1239503" y="1736487"/>
                  </a:cubicBezTo>
                  <a:cubicBezTo>
                    <a:pt x="554944" y="1736487"/>
                    <a:pt x="0" y="1181543"/>
                    <a:pt x="0" y="496984"/>
                  </a:cubicBezTo>
                  <a:cubicBezTo>
                    <a:pt x="0" y="325845"/>
                    <a:pt x="34684" y="162806"/>
                    <a:pt x="97406" y="14514"/>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10">
              <a:extLst>
                <a:ext uri="{FF2B5EF4-FFF2-40B4-BE49-F238E27FC236}">
                  <a16:creationId xmlns:a16="http://schemas.microsoft.com/office/drawing/2014/main" id="{EAACA86B-F336-206B-8B3F-4B04C62A4746}"/>
                </a:ext>
              </a:extLst>
            </p:cNvPr>
            <p:cNvSpPr/>
            <p:nvPr/>
          </p:nvSpPr>
          <p:spPr>
            <a:xfrm rot="17182235">
              <a:off x="9399526" y="439405"/>
              <a:ext cx="1317847" cy="1504598"/>
            </a:xfrm>
            <a:custGeom>
              <a:avLst/>
              <a:gdLst>
                <a:gd name="connsiteX0" fmla="*/ 1195786 w 1317847"/>
                <a:gd name="connsiteY0" fmla="*/ 965880 h 1504598"/>
                <a:gd name="connsiteX1" fmla="*/ 1269304 w 1317847"/>
                <a:gd name="connsiteY1" fmla="*/ 1256999 h 1504598"/>
                <a:gd name="connsiteX2" fmla="*/ 1317847 w 1317847"/>
                <a:gd name="connsiteY2" fmla="*/ 1501260 h 1504598"/>
                <a:gd name="connsiteX3" fmla="*/ 1219827 w 1317847"/>
                <a:gd name="connsiteY3" fmla="*/ 1504598 h 1504598"/>
                <a:gd name="connsiteX4" fmla="*/ 50575 w 1317847"/>
                <a:gd name="connsiteY4" fmla="*/ 614279 h 1504598"/>
                <a:gd name="connsiteX5" fmla="*/ 27589 w 1317847"/>
                <a:gd name="connsiteY5" fmla="*/ 5246 h 1504598"/>
                <a:gd name="connsiteX6" fmla="*/ 28986 w 1317847"/>
                <a:gd name="connsiteY6" fmla="*/ 0 h 1504598"/>
                <a:gd name="connsiteX7" fmla="*/ 74428 w 1317847"/>
                <a:gd name="connsiteY7" fmla="*/ 6074 h 1504598"/>
                <a:gd name="connsiteX8" fmla="*/ 142902 w 1317847"/>
                <a:gd name="connsiteY8" fmla="*/ 16249 h 1504598"/>
                <a:gd name="connsiteX9" fmla="*/ 1195786 w 1317847"/>
                <a:gd name="connsiteY9" fmla="*/ 965880 h 150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7847" h="1504598">
                  <a:moveTo>
                    <a:pt x="1195786" y="965880"/>
                  </a:moveTo>
                  <a:cubicBezTo>
                    <a:pt x="1223322" y="1065046"/>
                    <a:pt x="1247815" y="1162014"/>
                    <a:pt x="1269304" y="1256999"/>
                  </a:cubicBezTo>
                  <a:lnTo>
                    <a:pt x="1317847" y="1501260"/>
                  </a:lnTo>
                  <a:lnTo>
                    <a:pt x="1219827" y="1504598"/>
                  </a:lnTo>
                  <a:cubicBezTo>
                    <a:pt x="691487" y="1496236"/>
                    <a:pt x="207341" y="1147934"/>
                    <a:pt x="50575" y="614279"/>
                  </a:cubicBezTo>
                  <a:cubicBezTo>
                    <a:pt x="-9719" y="409027"/>
                    <a:pt x="-14449" y="200645"/>
                    <a:pt x="27589" y="5246"/>
                  </a:cubicBezTo>
                  <a:lnTo>
                    <a:pt x="28986" y="0"/>
                  </a:lnTo>
                  <a:lnTo>
                    <a:pt x="74428" y="6074"/>
                  </a:lnTo>
                  <a:cubicBezTo>
                    <a:pt x="102915" y="10126"/>
                    <a:pt x="125962" y="13621"/>
                    <a:pt x="142902" y="16249"/>
                  </a:cubicBezTo>
                  <a:cubicBezTo>
                    <a:pt x="446541" y="69891"/>
                    <a:pt x="978133" y="182101"/>
                    <a:pt x="1195786" y="965880"/>
                  </a:cubicBezTo>
                  <a:close/>
                </a:path>
              </a:pathLst>
            </a:custGeom>
            <a:solidFill>
              <a:schemeClr val="accent1"/>
            </a:solidFill>
            <a:ln w="22988" cap="flat">
              <a:noFill/>
              <a:prstDash val="solid"/>
              <a:miter/>
            </a:ln>
          </p:spPr>
          <p:txBody>
            <a:bodyPr rtlCol="0" anchor="ctr"/>
            <a:lstStyle/>
            <a:p>
              <a:endParaRPr lang="en-US"/>
            </a:p>
          </p:txBody>
        </p:sp>
      </p:grpSp>
      <p:sp>
        <p:nvSpPr>
          <p:cNvPr id="2" name="TextBox 1">
            <a:extLst>
              <a:ext uri="{FF2B5EF4-FFF2-40B4-BE49-F238E27FC236}">
                <a16:creationId xmlns:a16="http://schemas.microsoft.com/office/drawing/2014/main" id="{48E9AEA2-B85E-4D17-2F92-790D2509C8EB}"/>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10255787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3_Demo">
    <p:spTree>
      <p:nvGrpSpPr>
        <p:cNvPr id="1" name=""/>
        <p:cNvGrpSpPr/>
        <p:nvPr/>
      </p:nvGrpSpPr>
      <p:grpSpPr>
        <a:xfrm>
          <a:off x="0" y="0"/>
          <a:ext cx="0" cy="0"/>
          <a:chOff x="0" y="0"/>
          <a:chExt cx="0" cy="0"/>
        </a:xfrm>
      </p:grpSpPr>
      <p:sp>
        <p:nvSpPr>
          <p:cNvPr id="12" name="Subtitle 2">
            <a:extLst>
              <a:ext uri="{FF2B5EF4-FFF2-40B4-BE49-F238E27FC236}">
                <a16:creationId xmlns:a16="http://schemas.microsoft.com/office/drawing/2014/main" id="{90F4175A-B2F8-F7DC-A773-2FB99CD3C423}"/>
              </a:ext>
            </a:extLst>
          </p:cNvPr>
          <p:cNvSpPr>
            <a:spLocks noGrp="1"/>
          </p:cNvSpPr>
          <p:nvPr>
            <p:ph type="subTitle" idx="1" hasCustomPrompt="1"/>
          </p:nvPr>
        </p:nvSpPr>
        <p:spPr>
          <a:xfrm>
            <a:off x="603077" y="3875385"/>
            <a:ext cx="6318400" cy="784368"/>
          </a:xfrm>
          <a:prstGeom prst="rect">
            <a:avLst/>
          </a:prstGeom>
        </p:spPr>
        <p:txBody>
          <a:bodyPr lIns="0" anchor="t">
            <a:normAutofit/>
          </a:bodyPr>
          <a:lstStyle>
            <a:lvl1pPr marL="0" indent="0" algn="l">
              <a:buNone/>
              <a:defRPr sz="2800" b="0" i="0">
                <a:solidFill>
                  <a:schemeClr val="tx1"/>
                </a:solidFill>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Insert Subtitle</a:t>
            </a:r>
          </a:p>
        </p:txBody>
      </p:sp>
      <p:sp>
        <p:nvSpPr>
          <p:cNvPr id="13" name="Text Placeholder 14">
            <a:extLst>
              <a:ext uri="{FF2B5EF4-FFF2-40B4-BE49-F238E27FC236}">
                <a16:creationId xmlns:a16="http://schemas.microsoft.com/office/drawing/2014/main" id="{43532A51-1297-0BDC-7E2C-13801F20A6C7}"/>
              </a:ext>
            </a:extLst>
          </p:cNvPr>
          <p:cNvSpPr>
            <a:spLocks noGrp="1"/>
          </p:cNvSpPr>
          <p:nvPr>
            <p:ph type="body" sz="quarter" idx="10" hasCustomPrompt="1"/>
          </p:nvPr>
        </p:nvSpPr>
        <p:spPr>
          <a:xfrm>
            <a:off x="603077" y="2560320"/>
            <a:ext cx="6318250" cy="1257856"/>
          </a:xfrm>
        </p:spPr>
        <p:txBody>
          <a:bodyPr lIns="0" anchor="b"/>
          <a:lstStyle>
            <a:lvl1pPr>
              <a:defRPr sz="4800" b="1">
                <a:latin typeface="+mj-lt"/>
              </a:defRPr>
            </a:lvl1pPr>
          </a:lstStyle>
          <a:p>
            <a:pPr lvl="0"/>
            <a:r>
              <a:rPr lang="en-US"/>
              <a:t>Insert Demo Title</a:t>
            </a:r>
          </a:p>
        </p:txBody>
      </p:sp>
      <p:pic>
        <p:nvPicPr>
          <p:cNvPr id="5" name="Graphic 4">
            <a:extLst>
              <a:ext uri="{FF2B5EF4-FFF2-40B4-BE49-F238E27FC236}">
                <a16:creationId xmlns:a16="http://schemas.microsoft.com/office/drawing/2014/main" id="{4D44FC28-B181-E044-931D-1A06431A41DE}"/>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603077" y="1772958"/>
            <a:ext cx="616123" cy="555880"/>
          </a:xfrm>
          <a:prstGeom prst="rect">
            <a:avLst/>
          </a:prstGeom>
        </p:spPr>
      </p:pic>
      <p:grpSp>
        <p:nvGrpSpPr>
          <p:cNvPr id="16" name="Group 15">
            <a:extLst>
              <a:ext uri="{FF2B5EF4-FFF2-40B4-BE49-F238E27FC236}">
                <a16:creationId xmlns:a16="http://schemas.microsoft.com/office/drawing/2014/main" id="{740ECD7A-4079-AC7D-4710-6ACBF3CFC102}"/>
              </a:ext>
            </a:extLst>
          </p:cNvPr>
          <p:cNvGrpSpPr/>
          <p:nvPr userDrawn="1"/>
        </p:nvGrpSpPr>
        <p:grpSpPr>
          <a:xfrm>
            <a:off x="8515059" y="1"/>
            <a:ext cx="4809719" cy="5209038"/>
            <a:chOff x="8515059" y="1"/>
            <a:chExt cx="4809719" cy="5209038"/>
          </a:xfrm>
        </p:grpSpPr>
        <p:pic>
          <p:nvPicPr>
            <p:cNvPr id="4" name="Graphic 3">
              <a:extLst>
                <a:ext uri="{FF2B5EF4-FFF2-40B4-BE49-F238E27FC236}">
                  <a16:creationId xmlns:a16="http://schemas.microsoft.com/office/drawing/2014/main" id="{EB8A2BB8-64B1-D597-CAB0-9128A6BD8625}"/>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a:fillRect/>
            </a:stretch>
          </p:blipFill>
          <p:spPr>
            <a:xfrm rot="8237500">
              <a:off x="8533506" y="294542"/>
              <a:ext cx="4791272" cy="4791272"/>
            </a:xfrm>
            <a:custGeom>
              <a:avLst/>
              <a:gdLst>
                <a:gd name="connsiteX0" fmla="*/ 1024751 w 4791272"/>
                <a:gd name="connsiteY0" fmla="*/ 4791272 h 4791272"/>
                <a:gd name="connsiteX1" fmla="*/ 0 w 4791272"/>
                <a:gd name="connsiteY1" fmla="*/ 3845383 h 4791272"/>
                <a:gd name="connsiteX2" fmla="*/ 0 w 4791272"/>
                <a:gd name="connsiteY2" fmla="*/ 3109443 h 4791272"/>
                <a:gd name="connsiteX3" fmla="*/ 2870149 w 4791272"/>
                <a:gd name="connsiteY3" fmla="*/ 0 h 4791272"/>
                <a:gd name="connsiteX4" fmla="*/ 4791272 w 4791272"/>
                <a:gd name="connsiteY4" fmla="*/ 0 h 4791272"/>
                <a:gd name="connsiteX5" fmla="*/ 4791272 w 4791272"/>
                <a:gd name="connsiteY5" fmla="*/ 4791272 h 4791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91272" h="4791272">
                  <a:moveTo>
                    <a:pt x="1024751" y="4791272"/>
                  </a:moveTo>
                  <a:lnTo>
                    <a:pt x="0" y="3845383"/>
                  </a:lnTo>
                  <a:lnTo>
                    <a:pt x="0" y="3109443"/>
                  </a:lnTo>
                  <a:lnTo>
                    <a:pt x="2870149" y="0"/>
                  </a:lnTo>
                  <a:lnTo>
                    <a:pt x="4791272" y="0"/>
                  </a:lnTo>
                  <a:lnTo>
                    <a:pt x="4791272" y="4791272"/>
                  </a:lnTo>
                  <a:close/>
                </a:path>
              </a:pathLst>
            </a:custGeom>
          </p:spPr>
        </p:pic>
        <p:pic>
          <p:nvPicPr>
            <p:cNvPr id="15" name="Graphic 14">
              <a:extLst>
                <a:ext uri="{FF2B5EF4-FFF2-40B4-BE49-F238E27FC236}">
                  <a16:creationId xmlns:a16="http://schemas.microsoft.com/office/drawing/2014/main" id="{6378E259-4D49-2699-240C-C68094D26064}"/>
                </a:ext>
              </a:extLst>
            </p:cNvPr>
            <p:cNvPicPr>
              <a:picLocks noChangeAspect="1"/>
            </p:cNvPicPr>
            <p:nvPr userDrawn="1"/>
          </p:nvPicPr>
          <p:blipFill>
            <a:blip r:embed="rId6">
              <a:extLst>
                <a:ext uri="{96DAC541-7B7A-43D3-8B79-37D633B846F1}">
                  <asvg:svgBlip xmlns:asvg="http://schemas.microsoft.com/office/drawing/2016/SVG/main" r:embed="rId7"/>
                </a:ext>
              </a:extLst>
            </a:blip>
            <a:srcRect b="6899"/>
            <a:stretch>
              <a:fillRect/>
            </a:stretch>
          </p:blipFill>
          <p:spPr>
            <a:xfrm rot="17182235">
              <a:off x="8597014" y="885069"/>
              <a:ext cx="4478453" cy="4169488"/>
            </a:xfrm>
            <a:custGeom>
              <a:avLst/>
              <a:gdLst>
                <a:gd name="connsiteX0" fmla="*/ 4478453 w 4478453"/>
                <a:gd name="connsiteY0" fmla="*/ 0 h 4169488"/>
                <a:gd name="connsiteX1" fmla="*/ 4478453 w 4478453"/>
                <a:gd name="connsiteY1" fmla="*/ 2853905 h 4169488"/>
                <a:gd name="connsiteX2" fmla="*/ 0 w 4478453"/>
                <a:gd name="connsiteY2" fmla="*/ 4169488 h 4169488"/>
                <a:gd name="connsiteX3" fmla="*/ 0 w 4478453"/>
                <a:gd name="connsiteY3" fmla="*/ 0 h 4169488"/>
              </a:gdLst>
              <a:ahLst/>
              <a:cxnLst>
                <a:cxn ang="0">
                  <a:pos x="connsiteX0" y="connsiteY0"/>
                </a:cxn>
                <a:cxn ang="0">
                  <a:pos x="connsiteX1" y="connsiteY1"/>
                </a:cxn>
                <a:cxn ang="0">
                  <a:pos x="connsiteX2" y="connsiteY2"/>
                </a:cxn>
                <a:cxn ang="0">
                  <a:pos x="connsiteX3" y="connsiteY3"/>
                </a:cxn>
              </a:cxnLst>
              <a:rect l="l" t="t" r="r" b="b"/>
              <a:pathLst>
                <a:path w="4478453" h="4169488">
                  <a:moveTo>
                    <a:pt x="4478453" y="0"/>
                  </a:moveTo>
                  <a:lnTo>
                    <a:pt x="4478453" y="2853905"/>
                  </a:lnTo>
                  <a:lnTo>
                    <a:pt x="0" y="4169488"/>
                  </a:lnTo>
                  <a:lnTo>
                    <a:pt x="0" y="0"/>
                  </a:lnTo>
                  <a:close/>
                </a:path>
              </a:pathLst>
            </a:custGeom>
          </p:spPr>
        </p:pic>
        <p:sp>
          <p:nvSpPr>
            <p:cNvPr id="7" name="Freeform 6">
              <a:extLst>
                <a:ext uri="{FF2B5EF4-FFF2-40B4-BE49-F238E27FC236}">
                  <a16:creationId xmlns:a16="http://schemas.microsoft.com/office/drawing/2014/main" id="{DB1FB949-A266-A725-F7EB-FADC089D5495}"/>
                </a:ext>
              </a:extLst>
            </p:cNvPr>
            <p:cNvSpPr/>
            <p:nvPr userDrawn="1"/>
          </p:nvSpPr>
          <p:spPr>
            <a:xfrm>
              <a:off x="8515059" y="1"/>
              <a:ext cx="2479006" cy="1736487"/>
            </a:xfrm>
            <a:custGeom>
              <a:avLst/>
              <a:gdLst>
                <a:gd name="connsiteX0" fmla="*/ 105284 w 2479006"/>
                <a:gd name="connsiteY0" fmla="*/ 0 h 1736487"/>
                <a:gd name="connsiteX1" fmla="*/ 2373722 w 2479006"/>
                <a:gd name="connsiteY1" fmla="*/ 0 h 1736487"/>
                <a:gd name="connsiteX2" fmla="*/ 2381599 w 2479006"/>
                <a:gd name="connsiteY2" fmla="*/ 14514 h 1736487"/>
                <a:gd name="connsiteX3" fmla="*/ 2479006 w 2479006"/>
                <a:gd name="connsiteY3" fmla="*/ 496984 h 1736487"/>
                <a:gd name="connsiteX4" fmla="*/ 1239503 w 2479006"/>
                <a:gd name="connsiteY4" fmla="*/ 1736487 h 1736487"/>
                <a:gd name="connsiteX5" fmla="*/ 0 w 2479006"/>
                <a:gd name="connsiteY5" fmla="*/ 496984 h 1736487"/>
                <a:gd name="connsiteX6" fmla="*/ 97406 w 2479006"/>
                <a:gd name="connsiteY6" fmla="*/ 14514 h 1736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9006" h="1736487">
                  <a:moveTo>
                    <a:pt x="105284" y="0"/>
                  </a:moveTo>
                  <a:lnTo>
                    <a:pt x="2373722" y="0"/>
                  </a:lnTo>
                  <a:lnTo>
                    <a:pt x="2381599" y="14514"/>
                  </a:lnTo>
                  <a:cubicBezTo>
                    <a:pt x="2444322" y="162806"/>
                    <a:pt x="2479006" y="325845"/>
                    <a:pt x="2479006" y="496984"/>
                  </a:cubicBezTo>
                  <a:cubicBezTo>
                    <a:pt x="2479006" y="1181543"/>
                    <a:pt x="1924062" y="1736487"/>
                    <a:pt x="1239503" y="1736487"/>
                  </a:cubicBezTo>
                  <a:cubicBezTo>
                    <a:pt x="554944" y="1736487"/>
                    <a:pt x="0" y="1181543"/>
                    <a:pt x="0" y="496984"/>
                  </a:cubicBezTo>
                  <a:cubicBezTo>
                    <a:pt x="0" y="325845"/>
                    <a:pt x="34684" y="162806"/>
                    <a:pt x="97406" y="14514"/>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10">
              <a:extLst>
                <a:ext uri="{FF2B5EF4-FFF2-40B4-BE49-F238E27FC236}">
                  <a16:creationId xmlns:a16="http://schemas.microsoft.com/office/drawing/2014/main" id="{EAACA86B-F336-206B-8B3F-4B04C62A4746}"/>
                </a:ext>
              </a:extLst>
            </p:cNvPr>
            <p:cNvSpPr/>
            <p:nvPr/>
          </p:nvSpPr>
          <p:spPr>
            <a:xfrm rot="17182235">
              <a:off x="9399526" y="439405"/>
              <a:ext cx="1317847" cy="1504598"/>
            </a:xfrm>
            <a:custGeom>
              <a:avLst/>
              <a:gdLst>
                <a:gd name="connsiteX0" fmla="*/ 1195786 w 1317847"/>
                <a:gd name="connsiteY0" fmla="*/ 965880 h 1504598"/>
                <a:gd name="connsiteX1" fmla="*/ 1269304 w 1317847"/>
                <a:gd name="connsiteY1" fmla="*/ 1256999 h 1504598"/>
                <a:gd name="connsiteX2" fmla="*/ 1317847 w 1317847"/>
                <a:gd name="connsiteY2" fmla="*/ 1501260 h 1504598"/>
                <a:gd name="connsiteX3" fmla="*/ 1219827 w 1317847"/>
                <a:gd name="connsiteY3" fmla="*/ 1504598 h 1504598"/>
                <a:gd name="connsiteX4" fmla="*/ 50575 w 1317847"/>
                <a:gd name="connsiteY4" fmla="*/ 614279 h 1504598"/>
                <a:gd name="connsiteX5" fmla="*/ 27589 w 1317847"/>
                <a:gd name="connsiteY5" fmla="*/ 5246 h 1504598"/>
                <a:gd name="connsiteX6" fmla="*/ 28986 w 1317847"/>
                <a:gd name="connsiteY6" fmla="*/ 0 h 1504598"/>
                <a:gd name="connsiteX7" fmla="*/ 74428 w 1317847"/>
                <a:gd name="connsiteY7" fmla="*/ 6074 h 1504598"/>
                <a:gd name="connsiteX8" fmla="*/ 142902 w 1317847"/>
                <a:gd name="connsiteY8" fmla="*/ 16249 h 1504598"/>
                <a:gd name="connsiteX9" fmla="*/ 1195786 w 1317847"/>
                <a:gd name="connsiteY9" fmla="*/ 965880 h 150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7847" h="1504598">
                  <a:moveTo>
                    <a:pt x="1195786" y="965880"/>
                  </a:moveTo>
                  <a:cubicBezTo>
                    <a:pt x="1223322" y="1065046"/>
                    <a:pt x="1247815" y="1162014"/>
                    <a:pt x="1269304" y="1256999"/>
                  </a:cubicBezTo>
                  <a:lnTo>
                    <a:pt x="1317847" y="1501260"/>
                  </a:lnTo>
                  <a:lnTo>
                    <a:pt x="1219827" y="1504598"/>
                  </a:lnTo>
                  <a:cubicBezTo>
                    <a:pt x="691487" y="1496236"/>
                    <a:pt x="207341" y="1147934"/>
                    <a:pt x="50575" y="614279"/>
                  </a:cubicBezTo>
                  <a:cubicBezTo>
                    <a:pt x="-9719" y="409027"/>
                    <a:pt x="-14449" y="200645"/>
                    <a:pt x="27589" y="5246"/>
                  </a:cubicBezTo>
                  <a:lnTo>
                    <a:pt x="28986" y="0"/>
                  </a:lnTo>
                  <a:lnTo>
                    <a:pt x="74428" y="6074"/>
                  </a:lnTo>
                  <a:cubicBezTo>
                    <a:pt x="102915" y="10126"/>
                    <a:pt x="125962" y="13621"/>
                    <a:pt x="142902" y="16249"/>
                  </a:cubicBezTo>
                  <a:cubicBezTo>
                    <a:pt x="446541" y="69891"/>
                    <a:pt x="978133" y="182101"/>
                    <a:pt x="1195786" y="965880"/>
                  </a:cubicBezTo>
                  <a:close/>
                </a:path>
              </a:pathLst>
            </a:custGeom>
            <a:solidFill>
              <a:schemeClr val="accent3"/>
            </a:solidFill>
            <a:ln w="22988" cap="flat">
              <a:noFill/>
              <a:prstDash val="solid"/>
              <a:miter/>
            </a:ln>
          </p:spPr>
          <p:txBody>
            <a:bodyPr rtlCol="0" anchor="ctr"/>
            <a:lstStyle/>
            <a:p>
              <a:endParaRPr lang="en-US"/>
            </a:p>
          </p:txBody>
        </p:sp>
      </p:grpSp>
      <p:sp>
        <p:nvSpPr>
          <p:cNvPr id="2" name="TextBox 1">
            <a:extLst>
              <a:ext uri="{FF2B5EF4-FFF2-40B4-BE49-F238E27FC236}">
                <a16:creationId xmlns:a16="http://schemas.microsoft.com/office/drawing/2014/main" id="{623464D0-89A9-3148-9D81-4B6571FC8F7B}"/>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1470292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showMasterSp="0" preserve="1" userDrawn="1">
  <p:cSld name="2_Demo">
    <p:spTree>
      <p:nvGrpSpPr>
        <p:cNvPr id="1" name=""/>
        <p:cNvGrpSpPr/>
        <p:nvPr/>
      </p:nvGrpSpPr>
      <p:grpSpPr>
        <a:xfrm>
          <a:off x="0" y="0"/>
          <a:ext cx="0" cy="0"/>
          <a:chOff x="0" y="0"/>
          <a:chExt cx="0" cy="0"/>
        </a:xfrm>
      </p:grpSpPr>
      <p:sp>
        <p:nvSpPr>
          <p:cNvPr id="12" name="Subtitle 2">
            <a:extLst>
              <a:ext uri="{FF2B5EF4-FFF2-40B4-BE49-F238E27FC236}">
                <a16:creationId xmlns:a16="http://schemas.microsoft.com/office/drawing/2014/main" id="{90F4175A-B2F8-F7DC-A773-2FB99CD3C423}"/>
              </a:ext>
            </a:extLst>
          </p:cNvPr>
          <p:cNvSpPr>
            <a:spLocks noGrp="1"/>
          </p:cNvSpPr>
          <p:nvPr>
            <p:ph type="subTitle" idx="1" hasCustomPrompt="1"/>
          </p:nvPr>
        </p:nvSpPr>
        <p:spPr>
          <a:xfrm>
            <a:off x="603077" y="3875385"/>
            <a:ext cx="6318400" cy="784368"/>
          </a:xfrm>
          <a:prstGeom prst="rect">
            <a:avLst/>
          </a:prstGeom>
        </p:spPr>
        <p:txBody>
          <a:bodyPr lIns="0" anchor="t">
            <a:normAutofit/>
          </a:bodyPr>
          <a:lstStyle>
            <a:lvl1pPr marL="0" indent="0" algn="l">
              <a:buNone/>
              <a:defRPr sz="2800" b="0" i="0">
                <a:solidFill>
                  <a:schemeClr val="tx1"/>
                </a:solidFill>
                <a:latin typeface="+mn-lt"/>
                <a:cs typeface="Arial" panose="020B0604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Insert Subtitle</a:t>
            </a:r>
          </a:p>
        </p:txBody>
      </p:sp>
      <p:sp>
        <p:nvSpPr>
          <p:cNvPr id="13" name="Text Placeholder 14">
            <a:extLst>
              <a:ext uri="{FF2B5EF4-FFF2-40B4-BE49-F238E27FC236}">
                <a16:creationId xmlns:a16="http://schemas.microsoft.com/office/drawing/2014/main" id="{43532A51-1297-0BDC-7E2C-13801F20A6C7}"/>
              </a:ext>
            </a:extLst>
          </p:cNvPr>
          <p:cNvSpPr>
            <a:spLocks noGrp="1"/>
          </p:cNvSpPr>
          <p:nvPr>
            <p:ph type="body" sz="quarter" idx="10" hasCustomPrompt="1"/>
          </p:nvPr>
        </p:nvSpPr>
        <p:spPr>
          <a:xfrm>
            <a:off x="603077" y="2560320"/>
            <a:ext cx="6318250" cy="1257856"/>
          </a:xfrm>
        </p:spPr>
        <p:txBody>
          <a:bodyPr lIns="0" anchor="b"/>
          <a:lstStyle>
            <a:lvl1pPr>
              <a:defRPr sz="4800" b="1">
                <a:latin typeface="+mj-lt"/>
              </a:defRPr>
            </a:lvl1pPr>
          </a:lstStyle>
          <a:p>
            <a:pPr lvl="0"/>
            <a:r>
              <a:rPr lang="en-US"/>
              <a:t>Insert Demo Title</a:t>
            </a:r>
          </a:p>
        </p:txBody>
      </p:sp>
      <p:pic>
        <p:nvPicPr>
          <p:cNvPr id="5" name="Graphic 4">
            <a:extLst>
              <a:ext uri="{FF2B5EF4-FFF2-40B4-BE49-F238E27FC236}">
                <a16:creationId xmlns:a16="http://schemas.microsoft.com/office/drawing/2014/main" id="{4D44FC28-B181-E044-931D-1A06431A41DE}"/>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p:blipFill>
        <p:spPr>
          <a:xfrm>
            <a:off x="603077" y="1772958"/>
            <a:ext cx="616123" cy="555880"/>
          </a:xfrm>
          <a:prstGeom prst="rect">
            <a:avLst/>
          </a:prstGeom>
        </p:spPr>
      </p:pic>
      <p:pic>
        <p:nvPicPr>
          <p:cNvPr id="4" name="Graphic 3">
            <a:extLst>
              <a:ext uri="{FF2B5EF4-FFF2-40B4-BE49-F238E27FC236}">
                <a16:creationId xmlns:a16="http://schemas.microsoft.com/office/drawing/2014/main" id="{94717FB8-E776-0BD5-8F3E-C601B1F7E0DE}"/>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a:fillRect/>
          </a:stretch>
        </p:blipFill>
        <p:spPr>
          <a:xfrm rot="8237500">
            <a:off x="8533506" y="294542"/>
            <a:ext cx="4791272" cy="4791272"/>
          </a:xfrm>
          <a:custGeom>
            <a:avLst/>
            <a:gdLst>
              <a:gd name="connsiteX0" fmla="*/ 1024751 w 4791272"/>
              <a:gd name="connsiteY0" fmla="*/ 4791272 h 4791272"/>
              <a:gd name="connsiteX1" fmla="*/ 0 w 4791272"/>
              <a:gd name="connsiteY1" fmla="*/ 3845383 h 4791272"/>
              <a:gd name="connsiteX2" fmla="*/ 0 w 4791272"/>
              <a:gd name="connsiteY2" fmla="*/ 3109443 h 4791272"/>
              <a:gd name="connsiteX3" fmla="*/ 2870149 w 4791272"/>
              <a:gd name="connsiteY3" fmla="*/ 0 h 4791272"/>
              <a:gd name="connsiteX4" fmla="*/ 4791272 w 4791272"/>
              <a:gd name="connsiteY4" fmla="*/ 0 h 4791272"/>
              <a:gd name="connsiteX5" fmla="*/ 4791272 w 4791272"/>
              <a:gd name="connsiteY5" fmla="*/ 4791272 h 4791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91272" h="4791272">
                <a:moveTo>
                  <a:pt x="1024751" y="4791272"/>
                </a:moveTo>
                <a:lnTo>
                  <a:pt x="0" y="3845383"/>
                </a:lnTo>
                <a:lnTo>
                  <a:pt x="0" y="3109443"/>
                </a:lnTo>
                <a:lnTo>
                  <a:pt x="2870149" y="0"/>
                </a:lnTo>
                <a:lnTo>
                  <a:pt x="4791272" y="0"/>
                </a:lnTo>
                <a:lnTo>
                  <a:pt x="4791272" y="4791272"/>
                </a:lnTo>
                <a:close/>
              </a:path>
            </a:pathLst>
          </a:custGeom>
        </p:spPr>
      </p:pic>
      <p:grpSp>
        <p:nvGrpSpPr>
          <p:cNvPr id="16" name="Group 15">
            <a:extLst>
              <a:ext uri="{FF2B5EF4-FFF2-40B4-BE49-F238E27FC236}">
                <a16:creationId xmlns:a16="http://schemas.microsoft.com/office/drawing/2014/main" id="{D0533300-ED37-3CF3-22D4-6E1564CD719A}"/>
              </a:ext>
            </a:extLst>
          </p:cNvPr>
          <p:cNvGrpSpPr/>
          <p:nvPr userDrawn="1"/>
        </p:nvGrpSpPr>
        <p:grpSpPr>
          <a:xfrm>
            <a:off x="8515059" y="1"/>
            <a:ext cx="4405926" cy="5209038"/>
            <a:chOff x="8515059" y="1"/>
            <a:chExt cx="4405926" cy="5209038"/>
          </a:xfrm>
        </p:grpSpPr>
        <p:pic>
          <p:nvPicPr>
            <p:cNvPr id="7" name="Graphic 6">
              <a:extLst>
                <a:ext uri="{FF2B5EF4-FFF2-40B4-BE49-F238E27FC236}">
                  <a16:creationId xmlns:a16="http://schemas.microsoft.com/office/drawing/2014/main" id="{9E4A1376-FF38-C069-6867-B5833AAEB8FF}"/>
                </a:ext>
              </a:extLst>
            </p:cNvPr>
            <p:cNvPicPr>
              <a:picLocks noChangeAspect="1"/>
            </p:cNvPicPr>
            <p:nvPr userDrawn="1"/>
          </p:nvPicPr>
          <p:blipFill>
            <a:blip r:embed="rId6">
              <a:extLst>
                <a:ext uri="{96DAC541-7B7A-43D3-8B79-37D633B846F1}">
                  <asvg:svgBlip xmlns:asvg="http://schemas.microsoft.com/office/drawing/2016/SVG/main" r:embed="rId7"/>
                </a:ext>
              </a:extLst>
            </a:blip>
            <a:srcRect b="6899"/>
            <a:stretch>
              <a:fillRect/>
            </a:stretch>
          </p:blipFill>
          <p:spPr>
            <a:xfrm rot="17182235">
              <a:off x="8597014" y="885069"/>
              <a:ext cx="4478453" cy="4169488"/>
            </a:xfrm>
            <a:custGeom>
              <a:avLst/>
              <a:gdLst>
                <a:gd name="connsiteX0" fmla="*/ 4478453 w 4478453"/>
                <a:gd name="connsiteY0" fmla="*/ 0 h 4169488"/>
                <a:gd name="connsiteX1" fmla="*/ 4478453 w 4478453"/>
                <a:gd name="connsiteY1" fmla="*/ 2853905 h 4169488"/>
                <a:gd name="connsiteX2" fmla="*/ 0 w 4478453"/>
                <a:gd name="connsiteY2" fmla="*/ 4169488 h 4169488"/>
                <a:gd name="connsiteX3" fmla="*/ 0 w 4478453"/>
                <a:gd name="connsiteY3" fmla="*/ 0 h 4169488"/>
              </a:gdLst>
              <a:ahLst/>
              <a:cxnLst>
                <a:cxn ang="0">
                  <a:pos x="connsiteX0" y="connsiteY0"/>
                </a:cxn>
                <a:cxn ang="0">
                  <a:pos x="connsiteX1" y="connsiteY1"/>
                </a:cxn>
                <a:cxn ang="0">
                  <a:pos x="connsiteX2" y="connsiteY2"/>
                </a:cxn>
                <a:cxn ang="0">
                  <a:pos x="connsiteX3" y="connsiteY3"/>
                </a:cxn>
              </a:cxnLst>
              <a:rect l="l" t="t" r="r" b="b"/>
              <a:pathLst>
                <a:path w="4478453" h="4169488">
                  <a:moveTo>
                    <a:pt x="4478453" y="0"/>
                  </a:moveTo>
                  <a:lnTo>
                    <a:pt x="4478453" y="2853905"/>
                  </a:lnTo>
                  <a:lnTo>
                    <a:pt x="0" y="4169488"/>
                  </a:lnTo>
                  <a:lnTo>
                    <a:pt x="0" y="0"/>
                  </a:lnTo>
                  <a:close/>
                </a:path>
              </a:pathLst>
            </a:custGeom>
          </p:spPr>
        </p:pic>
        <p:sp>
          <p:nvSpPr>
            <p:cNvPr id="15" name="Freeform 14">
              <a:extLst>
                <a:ext uri="{FF2B5EF4-FFF2-40B4-BE49-F238E27FC236}">
                  <a16:creationId xmlns:a16="http://schemas.microsoft.com/office/drawing/2014/main" id="{8F0FF456-0FAB-FB61-9C64-C5E9DB0A338D}"/>
                </a:ext>
              </a:extLst>
            </p:cNvPr>
            <p:cNvSpPr/>
            <p:nvPr userDrawn="1"/>
          </p:nvSpPr>
          <p:spPr>
            <a:xfrm>
              <a:off x="8515059" y="1"/>
              <a:ext cx="2479006" cy="1736487"/>
            </a:xfrm>
            <a:custGeom>
              <a:avLst/>
              <a:gdLst>
                <a:gd name="connsiteX0" fmla="*/ 105284 w 2479006"/>
                <a:gd name="connsiteY0" fmla="*/ 0 h 1736487"/>
                <a:gd name="connsiteX1" fmla="*/ 2373722 w 2479006"/>
                <a:gd name="connsiteY1" fmla="*/ 0 h 1736487"/>
                <a:gd name="connsiteX2" fmla="*/ 2381599 w 2479006"/>
                <a:gd name="connsiteY2" fmla="*/ 14514 h 1736487"/>
                <a:gd name="connsiteX3" fmla="*/ 2479006 w 2479006"/>
                <a:gd name="connsiteY3" fmla="*/ 496984 h 1736487"/>
                <a:gd name="connsiteX4" fmla="*/ 1239503 w 2479006"/>
                <a:gd name="connsiteY4" fmla="*/ 1736487 h 1736487"/>
                <a:gd name="connsiteX5" fmla="*/ 0 w 2479006"/>
                <a:gd name="connsiteY5" fmla="*/ 496984 h 1736487"/>
                <a:gd name="connsiteX6" fmla="*/ 97406 w 2479006"/>
                <a:gd name="connsiteY6" fmla="*/ 14514 h 17364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479006" h="1736487">
                  <a:moveTo>
                    <a:pt x="105284" y="0"/>
                  </a:moveTo>
                  <a:lnTo>
                    <a:pt x="2373722" y="0"/>
                  </a:lnTo>
                  <a:lnTo>
                    <a:pt x="2381599" y="14514"/>
                  </a:lnTo>
                  <a:cubicBezTo>
                    <a:pt x="2444322" y="162806"/>
                    <a:pt x="2479006" y="325845"/>
                    <a:pt x="2479006" y="496984"/>
                  </a:cubicBezTo>
                  <a:cubicBezTo>
                    <a:pt x="2479006" y="1181543"/>
                    <a:pt x="1924062" y="1736487"/>
                    <a:pt x="1239503" y="1736487"/>
                  </a:cubicBezTo>
                  <a:cubicBezTo>
                    <a:pt x="554944" y="1736487"/>
                    <a:pt x="0" y="1181543"/>
                    <a:pt x="0" y="496984"/>
                  </a:cubicBezTo>
                  <a:cubicBezTo>
                    <a:pt x="0" y="325845"/>
                    <a:pt x="34684" y="162806"/>
                    <a:pt x="97406" y="14514"/>
                  </a:cubicBezTo>
                  <a:close/>
                </a:path>
              </a:pathLst>
            </a:cu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1" name="Freeform 10">
              <a:extLst>
                <a:ext uri="{FF2B5EF4-FFF2-40B4-BE49-F238E27FC236}">
                  <a16:creationId xmlns:a16="http://schemas.microsoft.com/office/drawing/2014/main" id="{EAACA86B-F336-206B-8B3F-4B04C62A4746}"/>
                </a:ext>
              </a:extLst>
            </p:cNvPr>
            <p:cNvSpPr/>
            <p:nvPr/>
          </p:nvSpPr>
          <p:spPr>
            <a:xfrm rot="17182235">
              <a:off x="9399526" y="439405"/>
              <a:ext cx="1317847" cy="1504598"/>
            </a:xfrm>
            <a:custGeom>
              <a:avLst/>
              <a:gdLst>
                <a:gd name="connsiteX0" fmla="*/ 1195786 w 1317847"/>
                <a:gd name="connsiteY0" fmla="*/ 965880 h 1504598"/>
                <a:gd name="connsiteX1" fmla="*/ 1269304 w 1317847"/>
                <a:gd name="connsiteY1" fmla="*/ 1256999 h 1504598"/>
                <a:gd name="connsiteX2" fmla="*/ 1317847 w 1317847"/>
                <a:gd name="connsiteY2" fmla="*/ 1501260 h 1504598"/>
                <a:gd name="connsiteX3" fmla="*/ 1219827 w 1317847"/>
                <a:gd name="connsiteY3" fmla="*/ 1504598 h 1504598"/>
                <a:gd name="connsiteX4" fmla="*/ 50575 w 1317847"/>
                <a:gd name="connsiteY4" fmla="*/ 614279 h 1504598"/>
                <a:gd name="connsiteX5" fmla="*/ 27589 w 1317847"/>
                <a:gd name="connsiteY5" fmla="*/ 5246 h 1504598"/>
                <a:gd name="connsiteX6" fmla="*/ 28986 w 1317847"/>
                <a:gd name="connsiteY6" fmla="*/ 0 h 1504598"/>
                <a:gd name="connsiteX7" fmla="*/ 74428 w 1317847"/>
                <a:gd name="connsiteY7" fmla="*/ 6074 h 1504598"/>
                <a:gd name="connsiteX8" fmla="*/ 142902 w 1317847"/>
                <a:gd name="connsiteY8" fmla="*/ 16249 h 1504598"/>
                <a:gd name="connsiteX9" fmla="*/ 1195786 w 1317847"/>
                <a:gd name="connsiteY9" fmla="*/ 965880 h 15045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317847" h="1504598">
                  <a:moveTo>
                    <a:pt x="1195786" y="965880"/>
                  </a:moveTo>
                  <a:cubicBezTo>
                    <a:pt x="1223322" y="1065046"/>
                    <a:pt x="1247815" y="1162014"/>
                    <a:pt x="1269304" y="1256999"/>
                  </a:cubicBezTo>
                  <a:lnTo>
                    <a:pt x="1317847" y="1501260"/>
                  </a:lnTo>
                  <a:lnTo>
                    <a:pt x="1219827" y="1504598"/>
                  </a:lnTo>
                  <a:cubicBezTo>
                    <a:pt x="691487" y="1496236"/>
                    <a:pt x="207341" y="1147934"/>
                    <a:pt x="50575" y="614279"/>
                  </a:cubicBezTo>
                  <a:cubicBezTo>
                    <a:pt x="-9719" y="409027"/>
                    <a:pt x="-14449" y="200645"/>
                    <a:pt x="27589" y="5246"/>
                  </a:cubicBezTo>
                  <a:lnTo>
                    <a:pt x="28986" y="0"/>
                  </a:lnTo>
                  <a:lnTo>
                    <a:pt x="74428" y="6074"/>
                  </a:lnTo>
                  <a:cubicBezTo>
                    <a:pt x="102915" y="10126"/>
                    <a:pt x="125962" y="13621"/>
                    <a:pt x="142902" y="16249"/>
                  </a:cubicBezTo>
                  <a:cubicBezTo>
                    <a:pt x="446541" y="69891"/>
                    <a:pt x="978133" y="182101"/>
                    <a:pt x="1195786" y="965880"/>
                  </a:cubicBezTo>
                  <a:close/>
                </a:path>
              </a:pathLst>
            </a:custGeom>
            <a:solidFill>
              <a:schemeClr val="accent4"/>
            </a:solidFill>
            <a:ln w="22988" cap="flat">
              <a:noFill/>
              <a:prstDash val="solid"/>
              <a:miter/>
            </a:ln>
          </p:spPr>
          <p:txBody>
            <a:bodyPr rtlCol="0" anchor="ctr"/>
            <a:lstStyle/>
            <a:p>
              <a:endParaRPr lang="en-US"/>
            </a:p>
          </p:txBody>
        </p:sp>
      </p:grpSp>
      <p:sp>
        <p:nvSpPr>
          <p:cNvPr id="2" name="TextBox 1">
            <a:extLst>
              <a:ext uri="{FF2B5EF4-FFF2-40B4-BE49-F238E27FC236}">
                <a16:creationId xmlns:a16="http://schemas.microsoft.com/office/drawing/2014/main" id="{3B33EF8D-1185-8B0B-6258-0C4DFEA2C5C1}"/>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23648019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showMasterSp="0" preserve="1" userDrawn="1">
  <p:cSld name="Device_Mobile_1">
    <p:spTree>
      <p:nvGrpSpPr>
        <p:cNvPr id="1" name=""/>
        <p:cNvGrpSpPr/>
        <p:nvPr/>
      </p:nvGrpSpPr>
      <p:grpSpPr>
        <a:xfrm>
          <a:off x="0" y="0"/>
          <a:ext cx="0" cy="0"/>
          <a:chOff x="0" y="0"/>
          <a:chExt cx="0" cy="0"/>
        </a:xfrm>
      </p:grpSpPr>
      <p:grpSp>
        <p:nvGrpSpPr>
          <p:cNvPr id="16" name="Group 15">
            <a:extLst>
              <a:ext uri="{FF2B5EF4-FFF2-40B4-BE49-F238E27FC236}">
                <a16:creationId xmlns:a16="http://schemas.microsoft.com/office/drawing/2014/main" id="{B85B8BB7-D480-18A7-4524-910219015E2B}"/>
              </a:ext>
            </a:extLst>
          </p:cNvPr>
          <p:cNvGrpSpPr/>
          <p:nvPr userDrawn="1"/>
        </p:nvGrpSpPr>
        <p:grpSpPr>
          <a:xfrm>
            <a:off x="7536094" y="-1049261"/>
            <a:ext cx="5122415" cy="5775089"/>
            <a:chOff x="7536094" y="-1049261"/>
            <a:chExt cx="5122415" cy="5775089"/>
          </a:xfrm>
        </p:grpSpPr>
        <p:sp>
          <p:nvSpPr>
            <p:cNvPr id="15" name="Freeform 14">
              <a:extLst>
                <a:ext uri="{FF2B5EF4-FFF2-40B4-BE49-F238E27FC236}">
                  <a16:creationId xmlns:a16="http://schemas.microsoft.com/office/drawing/2014/main" id="{4DF681F8-9999-F2D8-AEC3-F794F45D3695}"/>
                </a:ext>
              </a:extLst>
            </p:cNvPr>
            <p:cNvSpPr/>
            <p:nvPr userDrawn="1"/>
          </p:nvSpPr>
          <p:spPr>
            <a:xfrm>
              <a:off x="10586058" y="2019298"/>
              <a:ext cx="1619284" cy="2706530"/>
            </a:xfrm>
            <a:custGeom>
              <a:avLst/>
              <a:gdLst>
                <a:gd name="connsiteX0" fmla="*/ 1353265 w 1619284"/>
                <a:gd name="connsiteY0" fmla="*/ 0 h 2706530"/>
                <a:gd name="connsiteX1" fmla="*/ 1491629 w 1619284"/>
                <a:gd name="connsiteY1" fmla="*/ 6987 h 2706530"/>
                <a:gd name="connsiteX2" fmla="*/ 1619284 w 1619284"/>
                <a:gd name="connsiteY2" fmla="*/ 26470 h 2706530"/>
                <a:gd name="connsiteX3" fmla="*/ 1619284 w 1619284"/>
                <a:gd name="connsiteY3" fmla="*/ 2680061 h 2706530"/>
                <a:gd name="connsiteX4" fmla="*/ 1491629 w 1619284"/>
                <a:gd name="connsiteY4" fmla="*/ 2699544 h 2706530"/>
                <a:gd name="connsiteX5" fmla="*/ 1353265 w 1619284"/>
                <a:gd name="connsiteY5" fmla="*/ 2706530 h 2706530"/>
                <a:gd name="connsiteX6" fmla="*/ 0 w 1619284"/>
                <a:gd name="connsiteY6" fmla="*/ 1353265 h 2706530"/>
                <a:gd name="connsiteX7" fmla="*/ 1353265 w 1619284"/>
                <a:gd name="connsiteY7" fmla="*/ 0 h 2706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9284" h="2706530">
                  <a:moveTo>
                    <a:pt x="1353265" y="0"/>
                  </a:moveTo>
                  <a:cubicBezTo>
                    <a:pt x="1399977" y="0"/>
                    <a:pt x="1446136" y="2367"/>
                    <a:pt x="1491629" y="6987"/>
                  </a:cubicBezTo>
                  <a:lnTo>
                    <a:pt x="1619284" y="26470"/>
                  </a:lnTo>
                  <a:lnTo>
                    <a:pt x="1619284" y="2680061"/>
                  </a:lnTo>
                  <a:lnTo>
                    <a:pt x="1491629" y="2699544"/>
                  </a:lnTo>
                  <a:cubicBezTo>
                    <a:pt x="1446136" y="2704164"/>
                    <a:pt x="1399977" y="2706530"/>
                    <a:pt x="1353265" y="2706530"/>
                  </a:cubicBezTo>
                  <a:cubicBezTo>
                    <a:pt x="605877" y="2706530"/>
                    <a:pt x="0" y="2100653"/>
                    <a:pt x="0" y="1353265"/>
                  </a:cubicBezTo>
                  <a:cubicBezTo>
                    <a:pt x="0" y="605878"/>
                    <a:pt x="605877" y="0"/>
                    <a:pt x="135326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1" name="Graphic 10">
              <a:extLst>
                <a:ext uri="{FF2B5EF4-FFF2-40B4-BE49-F238E27FC236}">
                  <a16:creationId xmlns:a16="http://schemas.microsoft.com/office/drawing/2014/main" id="{60424C30-1F71-0AA5-C88D-E651562A7CD2}"/>
                </a:ext>
              </a:extLst>
            </p:cNvPr>
            <p:cNvPicPr>
              <a:picLocks noChangeAspect="1"/>
            </p:cNvPicPr>
            <p:nvPr userDrawn="1"/>
          </p:nvPicPr>
          <p:blipFill>
            <a:blip r:embed="rId2">
              <a:extLst>
                <a:ext uri="{96DAC541-7B7A-43D3-8B79-37D633B846F1}">
                  <asvg:svgBlip xmlns:asvg="http://schemas.microsoft.com/office/drawing/2016/SVG/main" r:embed="rId3"/>
                </a:ext>
              </a:extLst>
            </a:blip>
            <a:srcRect r="24950" b="4371"/>
            <a:stretch>
              <a:fillRect/>
            </a:stretch>
          </p:blipFill>
          <p:spPr>
            <a:xfrm rot="16200000">
              <a:off x="8147372" y="-489272"/>
              <a:ext cx="3568698" cy="4547242"/>
            </a:xfrm>
            <a:custGeom>
              <a:avLst/>
              <a:gdLst>
                <a:gd name="connsiteX0" fmla="*/ 3568698 w 3568698"/>
                <a:gd name="connsiteY0" fmla="*/ 0 h 4547242"/>
                <a:gd name="connsiteX1" fmla="*/ 3568698 w 3568698"/>
                <a:gd name="connsiteY1" fmla="*/ 4547242 h 4547242"/>
                <a:gd name="connsiteX2" fmla="*/ 0 w 3568698"/>
                <a:gd name="connsiteY2" fmla="*/ 4547242 h 4547242"/>
                <a:gd name="connsiteX3" fmla="*/ 0 w 3568698"/>
                <a:gd name="connsiteY3" fmla="*/ 0 h 4547242"/>
              </a:gdLst>
              <a:ahLst/>
              <a:cxnLst>
                <a:cxn ang="0">
                  <a:pos x="connsiteX0" y="connsiteY0"/>
                </a:cxn>
                <a:cxn ang="0">
                  <a:pos x="connsiteX1" y="connsiteY1"/>
                </a:cxn>
                <a:cxn ang="0">
                  <a:pos x="connsiteX2" y="connsiteY2"/>
                </a:cxn>
                <a:cxn ang="0">
                  <a:pos x="connsiteX3" y="connsiteY3"/>
                </a:cxn>
              </a:cxnLst>
              <a:rect l="l" t="t" r="r" b="b"/>
              <a:pathLst>
                <a:path w="3568698" h="4547242">
                  <a:moveTo>
                    <a:pt x="3568698" y="0"/>
                  </a:moveTo>
                  <a:lnTo>
                    <a:pt x="3568698" y="4547242"/>
                  </a:lnTo>
                  <a:lnTo>
                    <a:pt x="0" y="4547242"/>
                  </a:lnTo>
                  <a:lnTo>
                    <a:pt x="0" y="0"/>
                  </a:lnTo>
                  <a:close/>
                </a:path>
              </a:pathLst>
            </a:custGeom>
          </p:spPr>
        </p:pic>
        <p:pic>
          <p:nvPicPr>
            <p:cNvPr id="8" name="Graphic 7">
              <a:extLst>
                <a:ext uri="{FF2B5EF4-FFF2-40B4-BE49-F238E27FC236}">
                  <a16:creationId xmlns:a16="http://schemas.microsoft.com/office/drawing/2014/main" id="{5E0223E8-FBA5-6D3B-CE6F-AB863963B2E9}"/>
                </a:ext>
              </a:extLst>
            </p:cNvPr>
            <p:cNvPicPr>
              <a:picLocks noChangeAspect="1"/>
            </p:cNvPicPr>
            <p:nvPr userDrawn="1"/>
          </p:nvPicPr>
          <p:blipFill>
            <a:blip r:embed="rId4">
              <a:extLst>
                <a:ext uri="{96DAC541-7B7A-43D3-8B79-37D633B846F1}">
                  <asvg:svgBlip xmlns:asvg="http://schemas.microsoft.com/office/drawing/2016/SVG/main" r:embed="rId5"/>
                </a:ext>
              </a:extLst>
            </a:blip>
            <a:srcRect r="4337"/>
            <a:stretch>
              <a:fillRect/>
            </a:stretch>
          </p:blipFill>
          <p:spPr>
            <a:xfrm rot="18712001">
              <a:off x="7647167" y="-1160334"/>
              <a:ext cx="4900270" cy="5122415"/>
            </a:xfrm>
            <a:custGeom>
              <a:avLst/>
              <a:gdLst>
                <a:gd name="connsiteX0" fmla="*/ 2035907 w 4900270"/>
                <a:gd name="connsiteY0" fmla="*/ 0 h 5122415"/>
                <a:gd name="connsiteX1" fmla="*/ 4900270 w 4900270"/>
                <a:gd name="connsiteY1" fmla="*/ 3196122 h 5122415"/>
                <a:gd name="connsiteX2" fmla="*/ 2750869 w 4900270"/>
                <a:gd name="connsiteY2" fmla="*/ 5122415 h 5122415"/>
                <a:gd name="connsiteX3" fmla="*/ 0 w 4900270"/>
                <a:gd name="connsiteY3" fmla="*/ 5122415 h 5122415"/>
                <a:gd name="connsiteX4" fmla="*/ 0 w 4900270"/>
                <a:gd name="connsiteY4" fmla="*/ 0 h 51224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00270" h="5122415">
                  <a:moveTo>
                    <a:pt x="2035907" y="0"/>
                  </a:moveTo>
                  <a:lnTo>
                    <a:pt x="4900270" y="3196122"/>
                  </a:lnTo>
                  <a:lnTo>
                    <a:pt x="2750869" y="5122415"/>
                  </a:lnTo>
                  <a:lnTo>
                    <a:pt x="0" y="5122415"/>
                  </a:lnTo>
                  <a:lnTo>
                    <a:pt x="0" y="0"/>
                  </a:lnTo>
                  <a:close/>
                </a:path>
              </a:pathLst>
            </a:custGeom>
          </p:spPr>
        </p:pic>
        <p:sp>
          <p:nvSpPr>
            <p:cNvPr id="13" name="Freeform 12">
              <a:extLst>
                <a:ext uri="{FF2B5EF4-FFF2-40B4-BE49-F238E27FC236}">
                  <a16:creationId xmlns:a16="http://schemas.microsoft.com/office/drawing/2014/main" id="{A679037E-10E7-1469-756B-8BE9E8BE9743}"/>
                </a:ext>
              </a:extLst>
            </p:cNvPr>
            <p:cNvSpPr/>
            <p:nvPr userDrawn="1"/>
          </p:nvSpPr>
          <p:spPr>
            <a:xfrm>
              <a:off x="10586058" y="2019299"/>
              <a:ext cx="1619284" cy="1464740"/>
            </a:xfrm>
            <a:custGeom>
              <a:avLst/>
              <a:gdLst>
                <a:gd name="connsiteX0" fmla="*/ 1353265 w 1619284"/>
                <a:gd name="connsiteY0" fmla="*/ 0 h 1464740"/>
                <a:gd name="connsiteX1" fmla="*/ 1491629 w 1619284"/>
                <a:gd name="connsiteY1" fmla="*/ 6987 h 1464740"/>
                <a:gd name="connsiteX2" fmla="*/ 1619284 w 1619284"/>
                <a:gd name="connsiteY2" fmla="*/ 26470 h 1464740"/>
                <a:gd name="connsiteX3" fmla="*/ 1619284 w 1619284"/>
                <a:gd name="connsiteY3" fmla="*/ 481335 h 1464740"/>
                <a:gd name="connsiteX4" fmla="*/ 1568631 w 1619284"/>
                <a:gd name="connsiteY4" fmla="*/ 604249 h 1464740"/>
                <a:gd name="connsiteX5" fmla="*/ 686610 w 1619284"/>
                <a:gd name="connsiteY5" fmla="*/ 1309373 h 1464740"/>
                <a:gd name="connsiteX6" fmla="*/ 13971 w 1619284"/>
                <a:gd name="connsiteY6" fmla="*/ 1463649 h 1464740"/>
                <a:gd name="connsiteX7" fmla="*/ 5629 w 1619284"/>
                <a:gd name="connsiteY7" fmla="*/ 1464740 h 1464740"/>
                <a:gd name="connsiteX8" fmla="*/ 0 w 1619284"/>
                <a:gd name="connsiteY8" fmla="*/ 1353265 h 1464740"/>
                <a:gd name="connsiteX9" fmla="*/ 1353265 w 1619284"/>
                <a:gd name="connsiteY9" fmla="*/ 0 h 1464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9284" h="1464740">
                  <a:moveTo>
                    <a:pt x="1353265" y="0"/>
                  </a:moveTo>
                  <a:cubicBezTo>
                    <a:pt x="1399977" y="0"/>
                    <a:pt x="1446136" y="2367"/>
                    <a:pt x="1491629" y="6987"/>
                  </a:cubicBezTo>
                  <a:lnTo>
                    <a:pt x="1619284" y="26470"/>
                  </a:lnTo>
                  <a:lnTo>
                    <a:pt x="1619284" y="481335"/>
                  </a:lnTo>
                  <a:lnTo>
                    <a:pt x="1568631" y="604249"/>
                  </a:lnTo>
                  <a:cubicBezTo>
                    <a:pt x="1393124" y="960946"/>
                    <a:pt x="1109091" y="1166730"/>
                    <a:pt x="686610" y="1309373"/>
                  </a:cubicBezTo>
                  <a:cubicBezTo>
                    <a:pt x="508690" y="1369447"/>
                    <a:pt x="275052" y="1424483"/>
                    <a:pt x="13971" y="1463649"/>
                  </a:cubicBezTo>
                  <a:lnTo>
                    <a:pt x="5629" y="1464740"/>
                  </a:lnTo>
                  <a:lnTo>
                    <a:pt x="0" y="1353265"/>
                  </a:lnTo>
                  <a:cubicBezTo>
                    <a:pt x="0" y="605878"/>
                    <a:pt x="605877" y="0"/>
                    <a:pt x="1353265"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3" name="Title 2">
            <a:extLst>
              <a:ext uri="{FF2B5EF4-FFF2-40B4-BE49-F238E27FC236}">
                <a16:creationId xmlns:a16="http://schemas.microsoft.com/office/drawing/2014/main" id="{7D2E0E76-57A2-5740-95BA-F89AB0DC2F39}"/>
              </a:ext>
            </a:extLst>
          </p:cNvPr>
          <p:cNvSpPr>
            <a:spLocks noGrp="1"/>
          </p:cNvSpPr>
          <p:nvPr userDrawn="1">
            <p:ph type="title"/>
          </p:nvPr>
        </p:nvSpPr>
        <p:spPr>
          <a:xfrm>
            <a:off x="616419" y="606998"/>
            <a:ext cx="4573766" cy="1224499"/>
          </a:xfrm>
        </p:spPr>
        <p:txBody>
          <a:bodyPr/>
          <a:lstStyle>
            <a:lvl1pPr algn="l">
              <a:defRPr>
                <a:latin typeface="+mj-lt"/>
              </a:defRPr>
            </a:lvl1pPr>
          </a:lstStyle>
          <a:p>
            <a:r>
              <a:rPr lang="en-US"/>
              <a:t>Click to edit Master title style</a:t>
            </a:r>
          </a:p>
        </p:txBody>
      </p:sp>
      <p:sp>
        <p:nvSpPr>
          <p:cNvPr id="10" name="Picture Placeholder 4">
            <a:extLst>
              <a:ext uri="{FF2B5EF4-FFF2-40B4-BE49-F238E27FC236}">
                <a16:creationId xmlns:a16="http://schemas.microsoft.com/office/drawing/2014/main" id="{C54DEB38-40C0-64B1-0969-7C63A0FF58DA}"/>
              </a:ext>
            </a:extLst>
          </p:cNvPr>
          <p:cNvSpPr>
            <a:spLocks noGrp="1"/>
          </p:cNvSpPr>
          <p:nvPr userDrawn="1">
            <p:ph type="pic" sz="quarter" idx="15" hasCustomPrompt="1"/>
          </p:nvPr>
        </p:nvSpPr>
        <p:spPr>
          <a:xfrm>
            <a:off x="7001816" y="904104"/>
            <a:ext cx="2569577" cy="5049792"/>
          </a:xfrm>
          <a:prstGeom prst="roundRect">
            <a:avLst>
              <a:gd name="adj" fmla="val 8636"/>
            </a:avLst>
          </a:prstGeom>
          <a:solidFill>
            <a:schemeClr val="bg2"/>
          </a:solidFill>
          <a:ln w="127000">
            <a:solidFill>
              <a:srgbClr val="F1F2F2"/>
            </a:solidFill>
          </a:ln>
          <a:effectLst>
            <a:outerShdw blurRad="183858" algn="ctr" rotWithShape="0">
              <a:prstClr val="black">
                <a:alpha val="21875"/>
              </a:prstClr>
            </a:outerShdw>
          </a:effectLst>
        </p:spPr>
        <p:txBody>
          <a:bodyPr anchor="ctr"/>
          <a:lstStyle>
            <a:lvl1pPr algn="ctr">
              <a:defRPr sz="1050" b="0"/>
            </a:lvl1pPr>
          </a:lstStyle>
          <a:p>
            <a:r>
              <a:rPr lang="en-US"/>
              <a:t>Click to insert screenshot</a:t>
            </a:r>
          </a:p>
        </p:txBody>
      </p:sp>
      <p:sp>
        <p:nvSpPr>
          <p:cNvPr id="5" name="Content Placeholder 2">
            <a:extLst>
              <a:ext uri="{FF2B5EF4-FFF2-40B4-BE49-F238E27FC236}">
                <a16:creationId xmlns:a16="http://schemas.microsoft.com/office/drawing/2014/main" id="{C7DC504A-4956-DBC1-140C-7A72955A865E}"/>
              </a:ext>
            </a:extLst>
          </p:cNvPr>
          <p:cNvSpPr>
            <a:spLocks noGrp="1"/>
          </p:cNvSpPr>
          <p:nvPr userDrawn="1">
            <p:ph sz="half" idx="36"/>
          </p:nvPr>
        </p:nvSpPr>
        <p:spPr>
          <a:xfrm>
            <a:off x="612648" y="1981200"/>
            <a:ext cx="4520826" cy="3667978"/>
          </a:xfrm>
        </p:spPr>
        <p:txBody>
          <a:bodyPr/>
          <a:lstStyle>
            <a:lvl1pPr>
              <a:lnSpc>
                <a:spcPct val="120000"/>
              </a:lnSpc>
              <a:defRPr sz="2400" b="0" i="0">
                <a:solidFill>
                  <a:schemeClr val="tx1"/>
                </a:solidFill>
                <a:latin typeface="+mn-lt"/>
              </a:defRPr>
            </a:lvl1pPr>
            <a:lvl2pPr>
              <a:lnSpc>
                <a:spcPct val="120000"/>
              </a:lnSpc>
              <a:defRPr sz="2000" b="0" i="0">
                <a:solidFill>
                  <a:schemeClr val="tx1"/>
                </a:solidFill>
                <a:latin typeface="+mn-lt"/>
              </a:defRPr>
            </a:lvl2pPr>
            <a:lvl3pPr>
              <a:lnSpc>
                <a:spcPct val="120000"/>
              </a:lnSpc>
              <a:defRPr sz="1800" b="0" i="0">
                <a:solidFill>
                  <a:schemeClr val="tx1"/>
                </a:solidFill>
                <a:latin typeface="+mn-lt"/>
              </a:defRPr>
            </a:lvl3pPr>
            <a:lvl4pPr>
              <a:lnSpc>
                <a:spcPct val="120000"/>
              </a:lnSpc>
              <a:defRPr sz="1600" b="0" i="0">
                <a:solidFill>
                  <a:schemeClr val="tx1"/>
                </a:solidFill>
                <a:latin typeface="+mn-lt"/>
              </a:defRPr>
            </a:lvl4pPr>
            <a:lvl5pPr>
              <a:lnSpc>
                <a:spcPct val="120000"/>
              </a:lnSpc>
              <a:defRPr sz="1600" b="0" i="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Box 1">
            <a:extLst>
              <a:ext uri="{FF2B5EF4-FFF2-40B4-BE49-F238E27FC236}">
                <a16:creationId xmlns:a16="http://schemas.microsoft.com/office/drawing/2014/main" id="{D19D77D5-A893-85A1-3905-E3B33D4202A6}"/>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4317310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1_Device_Mobile_1">
    <p:spTree>
      <p:nvGrpSpPr>
        <p:cNvPr id="1" name=""/>
        <p:cNvGrpSpPr/>
        <p:nvPr/>
      </p:nvGrpSpPr>
      <p:grpSpPr>
        <a:xfrm>
          <a:off x="0" y="0"/>
          <a:ext cx="0" cy="0"/>
          <a:chOff x="0" y="0"/>
          <a:chExt cx="0" cy="0"/>
        </a:xfrm>
      </p:grpSpPr>
      <p:sp>
        <p:nvSpPr>
          <p:cNvPr id="25" name="Freeform 24">
            <a:extLst>
              <a:ext uri="{FF2B5EF4-FFF2-40B4-BE49-F238E27FC236}">
                <a16:creationId xmlns:a16="http://schemas.microsoft.com/office/drawing/2014/main" id="{772376DA-44EF-B168-92AB-6F74C6D449F0}"/>
              </a:ext>
            </a:extLst>
          </p:cNvPr>
          <p:cNvSpPr/>
          <p:nvPr userDrawn="1"/>
        </p:nvSpPr>
        <p:spPr>
          <a:xfrm rot="5400000">
            <a:off x="6996756" y="1662760"/>
            <a:ext cx="6858000" cy="3532483"/>
          </a:xfrm>
          <a:custGeom>
            <a:avLst/>
            <a:gdLst>
              <a:gd name="connsiteX0" fmla="*/ 0 w 6858000"/>
              <a:gd name="connsiteY0" fmla="*/ 3057391 h 3532483"/>
              <a:gd name="connsiteX1" fmla="*/ 0 w 6858000"/>
              <a:gd name="connsiteY1" fmla="*/ 0 h 3532483"/>
              <a:gd name="connsiteX2" fmla="*/ 6858000 w 6858000"/>
              <a:gd name="connsiteY2" fmla="*/ 0 h 3532483"/>
              <a:gd name="connsiteX3" fmla="*/ 6858000 w 6858000"/>
              <a:gd name="connsiteY3" fmla="*/ 2741176 h 3532483"/>
              <a:gd name="connsiteX4" fmla="*/ 6831922 w 6858000"/>
              <a:gd name="connsiteY4" fmla="*/ 2761408 h 3532483"/>
              <a:gd name="connsiteX5" fmla="*/ 4830860 w 6858000"/>
              <a:gd name="connsiteY5" fmla="*/ 3411425 h 3532483"/>
              <a:gd name="connsiteX6" fmla="*/ 4800556 w 6858000"/>
              <a:gd name="connsiteY6" fmla="*/ 3414927 h 3532483"/>
              <a:gd name="connsiteX7" fmla="*/ 4800554 w 6858000"/>
              <a:gd name="connsiteY7" fmla="*/ 3414929 h 3532483"/>
              <a:gd name="connsiteX8" fmla="*/ 4589618 w 6858000"/>
              <a:gd name="connsiteY8" fmla="*/ 3439319 h 3532483"/>
              <a:gd name="connsiteX9" fmla="*/ 3200103 w 6858000"/>
              <a:gd name="connsiteY9" fmla="*/ 3532401 h 3532483"/>
              <a:gd name="connsiteX10" fmla="*/ 124188 w 6858000"/>
              <a:gd name="connsiteY10" fmla="*/ 3114729 h 3532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58000" h="3532483">
                <a:moveTo>
                  <a:pt x="0" y="3057391"/>
                </a:moveTo>
                <a:lnTo>
                  <a:pt x="0" y="0"/>
                </a:lnTo>
                <a:lnTo>
                  <a:pt x="6858000" y="0"/>
                </a:lnTo>
                <a:lnTo>
                  <a:pt x="6858000" y="2741176"/>
                </a:lnTo>
                <a:lnTo>
                  <a:pt x="6831922" y="2761408"/>
                </a:lnTo>
                <a:cubicBezTo>
                  <a:pt x="6347593" y="3109387"/>
                  <a:pt x="5707795" y="3300562"/>
                  <a:pt x="4830860" y="3411425"/>
                </a:cubicBezTo>
                <a:lnTo>
                  <a:pt x="4800556" y="3414927"/>
                </a:lnTo>
                <a:lnTo>
                  <a:pt x="4800554" y="3414929"/>
                </a:lnTo>
                <a:lnTo>
                  <a:pt x="4589618" y="3439319"/>
                </a:lnTo>
                <a:cubicBezTo>
                  <a:pt x="4177849" y="3482777"/>
                  <a:pt x="3717118" y="3511518"/>
                  <a:pt x="3200103" y="3532401"/>
                </a:cubicBezTo>
                <a:cubicBezTo>
                  <a:pt x="1839295" y="3536172"/>
                  <a:pt x="853928" y="3410562"/>
                  <a:pt x="124188" y="3114729"/>
                </a:cubicBezTo>
                <a:close/>
              </a:path>
            </a:pathLst>
          </a:custGeom>
          <a:solidFill>
            <a:schemeClr val="accent3"/>
          </a:solidFill>
          <a:ln w="41377" cap="flat">
            <a:noFill/>
            <a:prstDash val="solid"/>
            <a:miter/>
          </a:ln>
        </p:spPr>
        <p:txBody>
          <a:bodyPr wrap="square" rtlCol="0" anchor="ctr">
            <a:noAutofit/>
          </a:bodyPr>
          <a:lstStyle/>
          <a:p>
            <a:endParaRPr lang="en-US"/>
          </a:p>
        </p:txBody>
      </p:sp>
      <p:sp>
        <p:nvSpPr>
          <p:cNvPr id="23" name="Freeform 22">
            <a:extLst>
              <a:ext uri="{FF2B5EF4-FFF2-40B4-BE49-F238E27FC236}">
                <a16:creationId xmlns:a16="http://schemas.microsoft.com/office/drawing/2014/main" id="{25197112-676E-2EE6-7EA6-464DC1D3A788}"/>
              </a:ext>
            </a:extLst>
          </p:cNvPr>
          <p:cNvSpPr/>
          <p:nvPr userDrawn="1"/>
        </p:nvSpPr>
        <p:spPr>
          <a:xfrm rot="5400000">
            <a:off x="6348663" y="1014666"/>
            <a:ext cx="6858000" cy="4828670"/>
          </a:xfrm>
          <a:custGeom>
            <a:avLst/>
            <a:gdLst>
              <a:gd name="connsiteX0" fmla="*/ 0 w 6858000"/>
              <a:gd name="connsiteY0" fmla="*/ 4532348 h 4828670"/>
              <a:gd name="connsiteX1" fmla="*/ 0 w 6858000"/>
              <a:gd name="connsiteY1" fmla="*/ 0 h 4828670"/>
              <a:gd name="connsiteX2" fmla="*/ 6858000 w 6858000"/>
              <a:gd name="connsiteY2" fmla="*/ 0 h 4828670"/>
              <a:gd name="connsiteX3" fmla="*/ 6858000 w 6858000"/>
              <a:gd name="connsiteY3" fmla="*/ 1751623 h 4828670"/>
              <a:gd name="connsiteX4" fmla="*/ 6756300 w 6858000"/>
              <a:gd name="connsiteY4" fmla="*/ 1859521 h 4828670"/>
              <a:gd name="connsiteX5" fmla="*/ 5041002 w 6858000"/>
              <a:gd name="connsiteY5" fmla="*/ 3246969 h 4828670"/>
              <a:gd name="connsiteX6" fmla="*/ 4800558 w 6858000"/>
              <a:gd name="connsiteY6" fmla="*/ 3414929 h 4828670"/>
              <a:gd name="connsiteX7" fmla="*/ 4800554 w 6858000"/>
              <a:gd name="connsiteY7" fmla="*/ 3414929 h 4828670"/>
              <a:gd name="connsiteX8" fmla="*/ 4782219 w 6858000"/>
              <a:gd name="connsiteY8" fmla="*/ 3427737 h 4828670"/>
              <a:gd name="connsiteX9" fmla="*/ 277793 w 6858000"/>
              <a:gd name="connsiteY9" fmla="*/ 4651816 h 48286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58000" h="4828670">
                <a:moveTo>
                  <a:pt x="0" y="4532348"/>
                </a:moveTo>
                <a:lnTo>
                  <a:pt x="0" y="0"/>
                </a:lnTo>
                <a:lnTo>
                  <a:pt x="6858000" y="0"/>
                </a:lnTo>
                <a:lnTo>
                  <a:pt x="6858000" y="1751623"/>
                </a:lnTo>
                <a:lnTo>
                  <a:pt x="6756300" y="1859521"/>
                </a:lnTo>
                <a:cubicBezTo>
                  <a:pt x="6334122" y="2289845"/>
                  <a:pt x="5766822" y="2735044"/>
                  <a:pt x="5041002" y="3246969"/>
                </a:cubicBezTo>
                <a:lnTo>
                  <a:pt x="4800558" y="3414929"/>
                </a:lnTo>
                <a:lnTo>
                  <a:pt x="4800554" y="3414929"/>
                </a:lnTo>
                <a:lnTo>
                  <a:pt x="4782219" y="3427737"/>
                </a:lnTo>
                <a:cubicBezTo>
                  <a:pt x="2738942" y="4731586"/>
                  <a:pt x="1452175" y="5087828"/>
                  <a:pt x="277793" y="4651816"/>
                </a:cubicBezTo>
                <a:close/>
              </a:path>
            </a:pathLst>
          </a:custGeom>
          <a:solidFill>
            <a:schemeClr val="accent1"/>
          </a:solidFill>
          <a:ln w="41377" cap="flat">
            <a:noFill/>
            <a:prstDash val="solid"/>
            <a:miter/>
          </a:ln>
        </p:spPr>
        <p:txBody>
          <a:bodyPr wrap="square" rtlCol="0" anchor="ctr">
            <a:noAutofit/>
          </a:bodyPr>
          <a:lstStyle/>
          <a:p>
            <a:endParaRPr lang="en-US"/>
          </a:p>
        </p:txBody>
      </p:sp>
      <p:sp>
        <p:nvSpPr>
          <p:cNvPr id="21" name="Freeform 20">
            <a:extLst>
              <a:ext uri="{FF2B5EF4-FFF2-40B4-BE49-F238E27FC236}">
                <a16:creationId xmlns:a16="http://schemas.microsoft.com/office/drawing/2014/main" id="{FCCBF857-E4D1-EEAF-0C91-058B34B97FB9}"/>
              </a:ext>
            </a:extLst>
          </p:cNvPr>
          <p:cNvSpPr/>
          <p:nvPr userDrawn="1"/>
        </p:nvSpPr>
        <p:spPr>
          <a:xfrm rot="5400000">
            <a:off x="6996756" y="1662760"/>
            <a:ext cx="6858000" cy="3532483"/>
          </a:xfrm>
          <a:custGeom>
            <a:avLst/>
            <a:gdLst>
              <a:gd name="connsiteX0" fmla="*/ 0 w 6858000"/>
              <a:gd name="connsiteY0" fmla="*/ 3057391 h 3532483"/>
              <a:gd name="connsiteX1" fmla="*/ 0 w 6858000"/>
              <a:gd name="connsiteY1" fmla="*/ 0 h 3532483"/>
              <a:gd name="connsiteX2" fmla="*/ 6858000 w 6858000"/>
              <a:gd name="connsiteY2" fmla="*/ 0 h 3532483"/>
              <a:gd name="connsiteX3" fmla="*/ 6858000 w 6858000"/>
              <a:gd name="connsiteY3" fmla="*/ 1751623 h 3532483"/>
              <a:gd name="connsiteX4" fmla="*/ 6756299 w 6858000"/>
              <a:gd name="connsiteY4" fmla="*/ 1859522 h 3532483"/>
              <a:gd name="connsiteX5" fmla="*/ 5041001 w 6858000"/>
              <a:gd name="connsiteY5" fmla="*/ 3246969 h 3532483"/>
              <a:gd name="connsiteX6" fmla="*/ 4800557 w 6858000"/>
              <a:gd name="connsiteY6" fmla="*/ 3414929 h 3532483"/>
              <a:gd name="connsiteX7" fmla="*/ 4589619 w 6858000"/>
              <a:gd name="connsiteY7" fmla="*/ 3439319 h 3532483"/>
              <a:gd name="connsiteX8" fmla="*/ 3200107 w 6858000"/>
              <a:gd name="connsiteY8" fmla="*/ 3532401 h 3532483"/>
              <a:gd name="connsiteX9" fmla="*/ 124189 w 6858000"/>
              <a:gd name="connsiteY9" fmla="*/ 3114729 h 3532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58000" h="3532483">
                <a:moveTo>
                  <a:pt x="0" y="3057391"/>
                </a:moveTo>
                <a:lnTo>
                  <a:pt x="0" y="0"/>
                </a:lnTo>
                <a:lnTo>
                  <a:pt x="6858000" y="0"/>
                </a:lnTo>
                <a:lnTo>
                  <a:pt x="6858000" y="1751623"/>
                </a:lnTo>
                <a:lnTo>
                  <a:pt x="6756299" y="1859522"/>
                </a:lnTo>
                <a:cubicBezTo>
                  <a:pt x="6334121" y="2289846"/>
                  <a:pt x="5766821" y="2735045"/>
                  <a:pt x="5041001" y="3246969"/>
                </a:cubicBezTo>
                <a:lnTo>
                  <a:pt x="4800557" y="3414929"/>
                </a:lnTo>
                <a:lnTo>
                  <a:pt x="4589619" y="3439319"/>
                </a:lnTo>
                <a:cubicBezTo>
                  <a:pt x="4177852" y="3482777"/>
                  <a:pt x="3717122" y="3511518"/>
                  <a:pt x="3200107" y="3532401"/>
                </a:cubicBezTo>
                <a:cubicBezTo>
                  <a:pt x="1839296" y="3536172"/>
                  <a:pt x="853929" y="3410562"/>
                  <a:pt x="124189" y="3114729"/>
                </a:cubicBezTo>
                <a:close/>
              </a:path>
            </a:pathLst>
          </a:custGeom>
          <a:solidFill>
            <a:schemeClr val="tx2"/>
          </a:solidFill>
          <a:ln w="41377" cap="flat">
            <a:noFill/>
            <a:prstDash val="solid"/>
            <a:miter/>
          </a:ln>
        </p:spPr>
        <p:txBody>
          <a:bodyPr wrap="square" rtlCol="0" anchor="ctr">
            <a:noAutofit/>
          </a:bodyPr>
          <a:lstStyle/>
          <a:p>
            <a:endParaRPr lang="en-US"/>
          </a:p>
        </p:txBody>
      </p:sp>
      <p:sp>
        <p:nvSpPr>
          <p:cNvPr id="3" name="Title 2">
            <a:extLst>
              <a:ext uri="{FF2B5EF4-FFF2-40B4-BE49-F238E27FC236}">
                <a16:creationId xmlns:a16="http://schemas.microsoft.com/office/drawing/2014/main" id="{7D2E0E76-57A2-5740-95BA-F89AB0DC2F39}"/>
              </a:ext>
            </a:extLst>
          </p:cNvPr>
          <p:cNvSpPr>
            <a:spLocks noGrp="1"/>
          </p:cNvSpPr>
          <p:nvPr userDrawn="1">
            <p:ph type="title"/>
          </p:nvPr>
        </p:nvSpPr>
        <p:spPr>
          <a:xfrm>
            <a:off x="616418" y="606998"/>
            <a:ext cx="5479581" cy="1224499"/>
          </a:xfrm>
        </p:spPr>
        <p:txBody>
          <a:bodyPr/>
          <a:lstStyle>
            <a:lvl1pPr algn="l">
              <a:defRPr>
                <a:latin typeface="+mj-lt"/>
              </a:defRPr>
            </a:lvl1pPr>
          </a:lstStyle>
          <a:p>
            <a:r>
              <a:rPr lang="en-US"/>
              <a:t>Click to edit Master title style</a:t>
            </a:r>
          </a:p>
        </p:txBody>
      </p:sp>
      <p:sp>
        <p:nvSpPr>
          <p:cNvPr id="10" name="Picture Placeholder 4">
            <a:extLst>
              <a:ext uri="{FF2B5EF4-FFF2-40B4-BE49-F238E27FC236}">
                <a16:creationId xmlns:a16="http://schemas.microsoft.com/office/drawing/2014/main" id="{C54DEB38-40C0-64B1-0969-7C63A0FF58DA}"/>
              </a:ext>
            </a:extLst>
          </p:cNvPr>
          <p:cNvSpPr>
            <a:spLocks noGrp="1"/>
          </p:cNvSpPr>
          <p:nvPr userDrawn="1">
            <p:ph type="pic" sz="quarter" idx="15" hasCustomPrompt="1"/>
          </p:nvPr>
        </p:nvSpPr>
        <p:spPr>
          <a:xfrm>
            <a:off x="7859327" y="904104"/>
            <a:ext cx="2569577" cy="5049792"/>
          </a:xfrm>
          <a:prstGeom prst="roundRect">
            <a:avLst>
              <a:gd name="adj" fmla="val 8636"/>
            </a:avLst>
          </a:prstGeom>
          <a:solidFill>
            <a:schemeClr val="bg2"/>
          </a:solidFill>
          <a:ln w="127000">
            <a:solidFill>
              <a:srgbClr val="F1F2F2"/>
            </a:solidFill>
          </a:ln>
          <a:effectLst>
            <a:outerShdw blurRad="183858" algn="ctr" rotWithShape="0">
              <a:prstClr val="black">
                <a:alpha val="21875"/>
              </a:prstClr>
            </a:outerShdw>
          </a:effectLst>
        </p:spPr>
        <p:txBody>
          <a:bodyPr anchor="ctr"/>
          <a:lstStyle>
            <a:lvl1pPr algn="ctr">
              <a:defRPr sz="1050" b="0"/>
            </a:lvl1pPr>
          </a:lstStyle>
          <a:p>
            <a:r>
              <a:rPr lang="en-US"/>
              <a:t>Click to insert screenshot</a:t>
            </a:r>
          </a:p>
        </p:txBody>
      </p:sp>
      <p:sp>
        <p:nvSpPr>
          <p:cNvPr id="5" name="Content Placeholder 2">
            <a:extLst>
              <a:ext uri="{FF2B5EF4-FFF2-40B4-BE49-F238E27FC236}">
                <a16:creationId xmlns:a16="http://schemas.microsoft.com/office/drawing/2014/main" id="{C7DC504A-4956-DBC1-140C-7A72955A865E}"/>
              </a:ext>
            </a:extLst>
          </p:cNvPr>
          <p:cNvSpPr>
            <a:spLocks noGrp="1"/>
          </p:cNvSpPr>
          <p:nvPr userDrawn="1">
            <p:ph sz="half" idx="36"/>
          </p:nvPr>
        </p:nvSpPr>
        <p:spPr>
          <a:xfrm>
            <a:off x="612648" y="1981200"/>
            <a:ext cx="5483352" cy="3667978"/>
          </a:xfrm>
        </p:spPr>
        <p:txBody>
          <a:bodyPr/>
          <a:lstStyle>
            <a:lvl1pPr>
              <a:lnSpc>
                <a:spcPct val="120000"/>
              </a:lnSpc>
              <a:defRPr sz="2400" b="0" i="0">
                <a:solidFill>
                  <a:schemeClr val="tx1"/>
                </a:solidFill>
                <a:latin typeface="+mn-lt"/>
              </a:defRPr>
            </a:lvl1pPr>
            <a:lvl2pPr>
              <a:lnSpc>
                <a:spcPct val="120000"/>
              </a:lnSpc>
              <a:defRPr sz="2000" b="0" i="0">
                <a:solidFill>
                  <a:schemeClr val="tx1"/>
                </a:solidFill>
                <a:latin typeface="+mn-lt"/>
              </a:defRPr>
            </a:lvl2pPr>
            <a:lvl3pPr>
              <a:lnSpc>
                <a:spcPct val="120000"/>
              </a:lnSpc>
              <a:defRPr sz="1800" b="0" i="0">
                <a:solidFill>
                  <a:schemeClr val="tx1"/>
                </a:solidFill>
                <a:latin typeface="+mn-lt"/>
              </a:defRPr>
            </a:lvl3pPr>
            <a:lvl4pPr>
              <a:lnSpc>
                <a:spcPct val="120000"/>
              </a:lnSpc>
              <a:defRPr sz="1600" b="0" i="0">
                <a:solidFill>
                  <a:schemeClr val="tx1"/>
                </a:solidFill>
                <a:latin typeface="+mn-lt"/>
              </a:defRPr>
            </a:lvl4pPr>
            <a:lvl5pPr>
              <a:lnSpc>
                <a:spcPct val="120000"/>
              </a:lnSpc>
              <a:defRPr sz="1600" b="0" i="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Box 1">
            <a:extLst>
              <a:ext uri="{FF2B5EF4-FFF2-40B4-BE49-F238E27FC236}">
                <a16:creationId xmlns:a16="http://schemas.microsoft.com/office/drawing/2014/main" id="{F81D5D06-ACD0-F7F2-C3A2-FC93814CA8C7}"/>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1"/>
                </a:solidFill>
                <a:latin typeface="Clarika Grotesque" pitchFamily="2" charset="77"/>
              </a:rPr>
              <a:t>© Dayforce</a:t>
            </a:r>
          </a:p>
        </p:txBody>
      </p:sp>
    </p:spTree>
    <p:extLst>
      <p:ext uri="{BB962C8B-B14F-4D97-AF65-F5344CB8AC3E}">
        <p14:creationId xmlns:p14="http://schemas.microsoft.com/office/powerpoint/2010/main" val="475506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1_Device_Laptop&amp;Mobile_1">
    <p:spTree>
      <p:nvGrpSpPr>
        <p:cNvPr id="1" name=""/>
        <p:cNvGrpSpPr/>
        <p:nvPr/>
      </p:nvGrpSpPr>
      <p:grpSpPr>
        <a:xfrm>
          <a:off x="0" y="0"/>
          <a:ext cx="0" cy="0"/>
          <a:chOff x="0" y="0"/>
          <a:chExt cx="0" cy="0"/>
        </a:xfrm>
      </p:grpSpPr>
      <p:sp>
        <p:nvSpPr>
          <p:cNvPr id="40" name="Freeform 39">
            <a:extLst>
              <a:ext uri="{FF2B5EF4-FFF2-40B4-BE49-F238E27FC236}">
                <a16:creationId xmlns:a16="http://schemas.microsoft.com/office/drawing/2014/main" id="{50BA391C-F895-B5CC-38A4-DEE527A7FDEB}"/>
              </a:ext>
            </a:extLst>
          </p:cNvPr>
          <p:cNvSpPr/>
          <p:nvPr userDrawn="1"/>
        </p:nvSpPr>
        <p:spPr>
          <a:xfrm rot="5400000">
            <a:off x="6444262" y="1110265"/>
            <a:ext cx="6858000" cy="4637472"/>
          </a:xfrm>
          <a:custGeom>
            <a:avLst/>
            <a:gdLst>
              <a:gd name="connsiteX0" fmla="*/ 0 w 6858000"/>
              <a:gd name="connsiteY0" fmla="*/ 4162380 h 4637472"/>
              <a:gd name="connsiteX1" fmla="*/ 0 w 6858000"/>
              <a:gd name="connsiteY1" fmla="*/ 0 h 4637472"/>
              <a:gd name="connsiteX2" fmla="*/ 6858000 w 6858000"/>
              <a:gd name="connsiteY2" fmla="*/ 0 h 4637472"/>
              <a:gd name="connsiteX3" fmla="*/ 6858000 w 6858000"/>
              <a:gd name="connsiteY3" fmla="*/ 3846165 h 4637472"/>
              <a:gd name="connsiteX4" fmla="*/ 6831922 w 6858000"/>
              <a:gd name="connsiteY4" fmla="*/ 3866397 h 4637472"/>
              <a:gd name="connsiteX5" fmla="*/ 4830860 w 6858000"/>
              <a:gd name="connsiteY5" fmla="*/ 4516414 h 4637472"/>
              <a:gd name="connsiteX6" fmla="*/ 4800556 w 6858000"/>
              <a:gd name="connsiteY6" fmla="*/ 4519916 h 4637472"/>
              <a:gd name="connsiteX7" fmla="*/ 4800554 w 6858000"/>
              <a:gd name="connsiteY7" fmla="*/ 4519918 h 4637472"/>
              <a:gd name="connsiteX8" fmla="*/ 4589618 w 6858000"/>
              <a:gd name="connsiteY8" fmla="*/ 4544308 h 4637472"/>
              <a:gd name="connsiteX9" fmla="*/ 3200103 w 6858000"/>
              <a:gd name="connsiteY9" fmla="*/ 4637390 h 4637472"/>
              <a:gd name="connsiteX10" fmla="*/ 124188 w 6858000"/>
              <a:gd name="connsiteY10" fmla="*/ 4219717 h 4637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6858000" h="4637472">
                <a:moveTo>
                  <a:pt x="0" y="4162380"/>
                </a:moveTo>
                <a:lnTo>
                  <a:pt x="0" y="0"/>
                </a:lnTo>
                <a:lnTo>
                  <a:pt x="6858000" y="0"/>
                </a:lnTo>
                <a:lnTo>
                  <a:pt x="6858000" y="3846165"/>
                </a:lnTo>
                <a:lnTo>
                  <a:pt x="6831922" y="3866397"/>
                </a:lnTo>
                <a:cubicBezTo>
                  <a:pt x="6347593" y="4214376"/>
                  <a:pt x="5707795" y="4405551"/>
                  <a:pt x="4830860" y="4516414"/>
                </a:cubicBezTo>
                <a:lnTo>
                  <a:pt x="4800556" y="4519916"/>
                </a:lnTo>
                <a:lnTo>
                  <a:pt x="4800554" y="4519918"/>
                </a:lnTo>
                <a:lnTo>
                  <a:pt x="4589618" y="4544308"/>
                </a:lnTo>
                <a:cubicBezTo>
                  <a:pt x="4177849" y="4587765"/>
                  <a:pt x="3717118" y="4616507"/>
                  <a:pt x="3200103" y="4637390"/>
                </a:cubicBezTo>
                <a:cubicBezTo>
                  <a:pt x="1839295" y="4641161"/>
                  <a:pt x="853928" y="4515551"/>
                  <a:pt x="124188" y="4219717"/>
                </a:cubicBezTo>
                <a:close/>
              </a:path>
            </a:pathLst>
          </a:custGeom>
          <a:solidFill>
            <a:schemeClr val="accent3"/>
          </a:solidFill>
          <a:ln w="41377" cap="flat">
            <a:noFill/>
            <a:prstDash val="solid"/>
            <a:miter/>
          </a:ln>
        </p:spPr>
        <p:txBody>
          <a:bodyPr wrap="square" rtlCol="0" anchor="ctr">
            <a:noAutofit/>
          </a:bodyPr>
          <a:lstStyle/>
          <a:p>
            <a:endParaRPr lang="en-US"/>
          </a:p>
        </p:txBody>
      </p:sp>
      <p:sp>
        <p:nvSpPr>
          <p:cNvPr id="38" name="Freeform 37">
            <a:extLst>
              <a:ext uri="{FF2B5EF4-FFF2-40B4-BE49-F238E27FC236}">
                <a16:creationId xmlns:a16="http://schemas.microsoft.com/office/drawing/2014/main" id="{2126544F-7EE6-A299-646A-0E3BD2EBD409}"/>
              </a:ext>
            </a:extLst>
          </p:cNvPr>
          <p:cNvSpPr/>
          <p:nvPr userDrawn="1"/>
        </p:nvSpPr>
        <p:spPr>
          <a:xfrm rot="5400000">
            <a:off x="5796168" y="462172"/>
            <a:ext cx="6858000" cy="5933659"/>
          </a:xfrm>
          <a:custGeom>
            <a:avLst/>
            <a:gdLst>
              <a:gd name="connsiteX0" fmla="*/ 0 w 6858000"/>
              <a:gd name="connsiteY0" fmla="*/ 5637337 h 5933659"/>
              <a:gd name="connsiteX1" fmla="*/ 0 w 6858000"/>
              <a:gd name="connsiteY1" fmla="*/ 0 h 5933659"/>
              <a:gd name="connsiteX2" fmla="*/ 6858000 w 6858000"/>
              <a:gd name="connsiteY2" fmla="*/ 0 h 5933659"/>
              <a:gd name="connsiteX3" fmla="*/ 6858000 w 6858000"/>
              <a:gd name="connsiteY3" fmla="*/ 2856612 h 5933659"/>
              <a:gd name="connsiteX4" fmla="*/ 6756300 w 6858000"/>
              <a:gd name="connsiteY4" fmla="*/ 2964510 h 5933659"/>
              <a:gd name="connsiteX5" fmla="*/ 5041002 w 6858000"/>
              <a:gd name="connsiteY5" fmla="*/ 4351958 h 5933659"/>
              <a:gd name="connsiteX6" fmla="*/ 4800558 w 6858000"/>
              <a:gd name="connsiteY6" fmla="*/ 4519918 h 5933659"/>
              <a:gd name="connsiteX7" fmla="*/ 4800554 w 6858000"/>
              <a:gd name="connsiteY7" fmla="*/ 4519918 h 5933659"/>
              <a:gd name="connsiteX8" fmla="*/ 4782219 w 6858000"/>
              <a:gd name="connsiteY8" fmla="*/ 4532726 h 5933659"/>
              <a:gd name="connsiteX9" fmla="*/ 277793 w 6858000"/>
              <a:gd name="connsiteY9" fmla="*/ 5756805 h 593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58000" h="5933659">
                <a:moveTo>
                  <a:pt x="0" y="5637337"/>
                </a:moveTo>
                <a:lnTo>
                  <a:pt x="0" y="0"/>
                </a:lnTo>
                <a:lnTo>
                  <a:pt x="6858000" y="0"/>
                </a:lnTo>
                <a:lnTo>
                  <a:pt x="6858000" y="2856612"/>
                </a:lnTo>
                <a:lnTo>
                  <a:pt x="6756300" y="2964510"/>
                </a:lnTo>
                <a:cubicBezTo>
                  <a:pt x="6334122" y="3394834"/>
                  <a:pt x="5766822" y="3840033"/>
                  <a:pt x="5041002" y="4351958"/>
                </a:cubicBezTo>
                <a:lnTo>
                  <a:pt x="4800558" y="4519918"/>
                </a:lnTo>
                <a:lnTo>
                  <a:pt x="4800554" y="4519918"/>
                </a:lnTo>
                <a:lnTo>
                  <a:pt x="4782219" y="4532726"/>
                </a:lnTo>
                <a:cubicBezTo>
                  <a:pt x="2738942" y="5836575"/>
                  <a:pt x="1452175" y="6192817"/>
                  <a:pt x="277793" y="5756805"/>
                </a:cubicBezTo>
                <a:close/>
              </a:path>
            </a:pathLst>
          </a:custGeom>
          <a:solidFill>
            <a:schemeClr val="accent1"/>
          </a:solidFill>
          <a:ln w="41377" cap="flat">
            <a:noFill/>
            <a:prstDash val="solid"/>
            <a:miter/>
          </a:ln>
        </p:spPr>
        <p:txBody>
          <a:bodyPr wrap="square" rtlCol="0" anchor="ctr">
            <a:noAutofit/>
          </a:bodyPr>
          <a:lstStyle/>
          <a:p>
            <a:endParaRPr lang="en-US"/>
          </a:p>
        </p:txBody>
      </p:sp>
      <p:sp>
        <p:nvSpPr>
          <p:cNvPr id="36" name="Freeform 35">
            <a:extLst>
              <a:ext uri="{FF2B5EF4-FFF2-40B4-BE49-F238E27FC236}">
                <a16:creationId xmlns:a16="http://schemas.microsoft.com/office/drawing/2014/main" id="{BDD0542A-6C2B-96D6-49E0-890C241BB814}"/>
              </a:ext>
            </a:extLst>
          </p:cNvPr>
          <p:cNvSpPr/>
          <p:nvPr userDrawn="1"/>
        </p:nvSpPr>
        <p:spPr>
          <a:xfrm rot="5400000">
            <a:off x="6444262" y="1110265"/>
            <a:ext cx="6858000" cy="4637472"/>
          </a:xfrm>
          <a:custGeom>
            <a:avLst/>
            <a:gdLst>
              <a:gd name="connsiteX0" fmla="*/ 0 w 6858000"/>
              <a:gd name="connsiteY0" fmla="*/ 4162380 h 4637472"/>
              <a:gd name="connsiteX1" fmla="*/ 0 w 6858000"/>
              <a:gd name="connsiteY1" fmla="*/ 0 h 4637472"/>
              <a:gd name="connsiteX2" fmla="*/ 6858000 w 6858000"/>
              <a:gd name="connsiteY2" fmla="*/ 0 h 4637472"/>
              <a:gd name="connsiteX3" fmla="*/ 6858000 w 6858000"/>
              <a:gd name="connsiteY3" fmla="*/ 2856612 h 4637472"/>
              <a:gd name="connsiteX4" fmla="*/ 6756299 w 6858000"/>
              <a:gd name="connsiteY4" fmla="*/ 2964510 h 4637472"/>
              <a:gd name="connsiteX5" fmla="*/ 5041001 w 6858000"/>
              <a:gd name="connsiteY5" fmla="*/ 4351958 h 4637472"/>
              <a:gd name="connsiteX6" fmla="*/ 4800557 w 6858000"/>
              <a:gd name="connsiteY6" fmla="*/ 4519918 h 4637472"/>
              <a:gd name="connsiteX7" fmla="*/ 4589619 w 6858000"/>
              <a:gd name="connsiteY7" fmla="*/ 4544308 h 4637472"/>
              <a:gd name="connsiteX8" fmla="*/ 3200107 w 6858000"/>
              <a:gd name="connsiteY8" fmla="*/ 4637390 h 4637472"/>
              <a:gd name="connsiteX9" fmla="*/ 124189 w 6858000"/>
              <a:gd name="connsiteY9" fmla="*/ 4219717 h 46374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858000" h="4637472">
                <a:moveTo>
                  <a:pt x="0" y="4162380"/>
                </a:moveTo>
                <a:lnTo>
                  <a:pt x="0" y="0"/>
                </a:lnTo>
                <a:lnTo>
                  <a:pt x="6858000" y="0"/>
                </a:lnTo>
                <a:lnTo>
                  <a:pt x="6858000" y="2856612"/>
                </a:lnTo>
                <a:lnTo>
                  <a:pt x="6756299" y="2964510"/>
                </a:lnTo>
                <a:cubicBezTo>
                  <a:pt x="6334121" y="3394834"/>
                  <a:pt x="5766821" y="3840033"/>
                  <a:pt x="5041001" y="4351958"/>
                </a:cubicBezTo>
                <a:lnTo>
                  <a:pt x="4800557" y="4519918"/>
                </a:lnTo>
                <a:lnTo>
                  <a:pt x="4589619" y="4544308"/>
                </a:lnTo>
                <a:cubicBezTo>
                  <a:pt x="4177852" y="4587765"/>
                  <a:pt x="3717122" y="4616507"/>
                  <a:pt x="3200107" y="4637390"/>
                </a:cubicBezTo>
                <a:cubicBezTo>
                  <a:pt x="1839296" y="4641161"/>
                  <a:pt x="853929" y="4515551"/>
                  <a:pt x="124189" y="4219717"/>
                </a:cubicBezTo>
                <a:close/>
              </a:path>
            </a:pathLst>
          </a:custGeom>
          <a:solidFill>
            <a:schemeClr val="tx2"/>
          </a:solidFill>
          <a:ln w="41377" cap="flat">
            <a:noFill/>
            <a:prstDash val="solid"/>
            <a:miter/>
          </a:ln>
        </p:spPr>
        <p:txBody>
          <a:bodyPr wrap="square" rtlCol="0" anchor="ctr">
            <a:noAutofit/>
          </a:bodyPr>
          <a:lstStyle/>
          <a:p>
            <a:endParaRPr lang="en-US"/>
          </a:p>
        </p:txBody>
      </p:sp>
      <p:sp>
        <p:nvSpPr>
          <p:cNvPr id="3" name="Title 2">
            <a:extLst>
              <a:ext uri="{FF2B5EF4-FFF2-40B4-BE49-F238E27FC236}">
                <a16:creationId xmlns:a16="http://schemas.microsoft.com/office/drawing/2014/main" id="{7D2E0E76-57A2-5740-95BA-F89AB0DC2F39}"/>
              </a:ext>
            </a:extLst>
          </p:cNvPr>
          <p:cNvSpPr>
            <a:spLocks noGrp="1"/>
          </p:cNvSpPr>
          <p:nvPr userDrawn="1">
            <p:ph type="title"/>
          </p:nvPr>
        </p:nvSpPr>
        <p:spPr>
          <a:xfrm>
            <a:off x="606568" y="613612"/>
            <a:ext cx="4092180" cy="1157169"/>
          </a:xfrm>
        </p:spPr>
        <p:txBody>
          <a:bodyPr anchor="t" anchorCtr="0"/>
          <a:lstStyle>
            <a:lvl1pPr algn="l">
              <a:defRPr>
                <a:latin typeface="+mj-lt"/>
              </a:defRPr>
            </a:lvl1pPr>
          </a:lstStyle>
          <a:p>
            <a:r>
              <a:rPr lang="en-US"/>
              <a:t>Click to edit Master title style</a:t>
            </a:r>
          </a:p>
        </p:txBody>
      </p:sp>
      <p:sp>
        <p:nvSpPr>
          <p:cNvPr id="4" name="Picture Placeholder 5">
            <a:extLst>
              <a:ext uri="{FF2B5EF4-FFF2-40B4-BE49-F238E27FC236}">
                <a16:creationId xmlns:a16="http://schemas.microsoft.com/office/drawing/2014/main" id="{A79C08D5-32FA-B890-AC1E-5938E79534C1}"/>
              </a:ext>
            </a:extLst>
          </p:cNvPr>
          <p:cNvSpPr>
            <a:spLocks noGrp="1"/>
          </p:cNvSpPr>
          <p:nvPr userDrawn="1">
            <p:ph type="pic" sz="quarter" idx="10"/>
          </p:nvPr>
        </p:nvSpPr>
        <p:spPr>
          <a:xfrm>
            <a:off x="5311920" y="1362284"/>
            <a:ext cx="5807061" cy="3796073"/>
          </a:xfrm>
          <a:prstGeom prst="roundRect">
            <a:avLst>
              <a:gd name="adj" fmla="val 3000"/>
            </a:avLst>
          </a:prstGeom>
          <a:solidFill>
            <a:schemeClr val="bg2"/>
          </a:solidFill>
          <a:ln w="127000">
            <a:solidFill>
              <a:srgbClr val="F1F2F2"/>
            </a:solidFill>
          </a:ln>
          <a:effectLst>
            <a:outerShdw blurRad="177800" algn="ctr" rotWithShape="0">
              <a:prstClr val="black">
                <a:alpha val="22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lvl1pPr algn="ctr">
              <a:defRPr lang="en-US" sz="1050" b="0" i="0" kern="1200">
                <a:solidFill>
                  <a:schemeClr val="tx1"/>
                </a:solidFill>
                <a:latin typeface="+mn-lt"/>
                <a:ea typeface="+mn-ea"/>
                <a:cs typeface="+mn-cs"/>
              </a:defRPr>
            </a:lvl1pPr>
          </a:lstStyle>
          <a:p>
            <a:pPr marR="0" lvl="0" algn="ctr" defTabSz="412750" fontAlgn="auto" hangingPunct="0">
              <a:lnSpc>
                <a:spcPct val="100000"/>
              </a:lnSpc>
              <a:spcBef>
                <a:spcPts val="0"/>
              </a:spcBef>
              <a:spcAft>
                <a:spcPts val="0"/>
              </a:spcAft>
              <a:buClrTx/>
              <a:buSzTx/>
              <a:buFontTx/>
              <a:tabLst/>
            </a:pPr>
            <a:r>
              <a:rPr lang="en-US"/>
              <a:t>Click icon to add picture</a:t>
            </a:r>
          </a:p>
        </p:txBody>
      </p:sp>
      <p:sp>
        <p:nvSpPr>
          <p:cNvPr id="7" name="Picture Placeholder 4">
            <a:extLst>
              <a:ext uri="{FF2B5EF4-FFF2-40B4-BE49-F238E27FC236}">
                <a16:creationId xmlns:a16="http://schemas.microsoft.com/office/drawing/2014/main" id="{C2E93EFB-F461-B9E5-C332-9638CF2F88DB}"/>
              </a:ext>
            </a:extLst>
          </p:cNvPr>
          <p:cNvSpPr>
            <a:spLocks noGrp="1"/>
          </p:cNvSpPr>
          <p:nvPr userDrawn="1">
            <p:ph type="pic" sz="quarter" idx="15" hasCustomPrompt="1"/>
          </p:nvPr>
        </p:nvSpPr>
        <p:spPr>
          <a:xfrm>
            <a:off x="9773307" y="1981200"/>
            <a:ext cx="1806045" cy="3877454"/>
          </a:xfrm>
          <a:prstGeom prst="roundRect">
            <a:avLst>
              <a:gd name="adj" fmla="val 6153"/>
            </a:avLst>
          </a:prstGeom>
          <a:solidFill>
            <a:schemeClr val="bg2"/>
          </a:solidFill>
          <a:ln w="127000">
            <a:solidFill>
              <a:srgbClr val="F1F2F2"/>
            </a:solidFill>
          </a:ln>
          <a:effectLst>
            <a:outerShdw blurRad="177800" algn="ctr" rotWithShape="0">
              <a:prstClr val="black">
                <a:alpha val="22000"/>
              </a:prstClr>
            </a:outerShdw>
          </a:effectLst>
        </p:spPr>
        <p:txBody>
          <a:bodyPr anchor="ctr"/>
          <a:lstStyle>
            <a:lvl1pPr algn="ctr">
              <a:defRPr sz="1050" b="0"/>
            </a:lvl1pPr>
          </a:lstStyle>
          <a:p>
            <a:r>
              <a:rPr lang="en-US"/>
              <a:t>Click to insert screenshot</a:t>
            </a:r>
          </a:p>
        </p:txBody>
      </p:sp>
      <p:sp>
        <p:nvSpPr>
          <p:cNvPr id="8" name="Content Placeholder 2">
            <a:extLst>
              <a:ext uri="{FF2B5EF4-FFF2-40B4-BE49-F238E27FC236}">
                <a16:creationId xmlns:a16="http://schemas.microsoft.com/office/drawing/2014/main" id="{4B468D6F-A02E-CCA3-321E-22627B0407A3}"/>
              </a:ext>
            </a:extLst>
          </p:cNvPr>
          <p:cNvSpPr>
            <a:spLocks noGrp="1"/>
          </p:cNvSpPr>
          <p:nvPr userDrawn="1">
            <p:ph sz="half" idx="36"/>
          </p:nvPr>
        </p:nvSpPr>
        <p:spPr>
          <a:xfrm>
            <a:off x="612648" y="1981200"/>
            <a:ext cx="4086626" cy="3667978"/>
          </a:xfrm>
        </p:spPr>
        <p:txBody>
          <a:bodyPr/>
          <a:lstStyle>
            <a:lvl1pPr>
              <a:lnSpc>
                <a:spcPct val="120000"/>
              </a:lnSpc>
              <a:defRPr sz="2400" b="0" i="0">
                <a:solidFill>
                  <a:schemeClr val="tx1"/>
                </a:solidFill>
                <a:latin typeface="+mn-lt"/>
              </a:defRPr>
            </a:lvl1pPr>
            <a:lvl2pPr>
              <a:lnSpc>
                <a:spcPct val="120000"/>
              </a:lnSpc>
              <a:defRPr sz="2000" b="0" i="0">
                <a:solidFill>
                  <a:schemeClr val="tx1"/>
                </a:solidFill>
                <a:latin typeface="+mn-lt"/>
              </a:defRPr>
            </a:lvl2pPr>
            <a:lvl3pPr>
              <a:lnSpc>
                <a:spcPct val="120000"/>
              </a:lnSpc>
              <a:defRPr sz="1800" b="0" i="0">
                <a:solidFill>
                  <a:schemeClr val="tx1"/>
                </a:solidFill>
                <a:latin typeface="+mn-lt"/>
              </a:defRPr>
            </a:lvl3pPr>
            <a:lvl4pPr>
              <a:lnSpc>
                <a:spcPct val="120000"/>
              </a:lnSpc>
              <a:defRPr sz="1600" b="0" i="0">
                <a:solidFill>
                  <a:schemeClr val="tx1"/>
                </a:solidFill>
                <a:latin typeface="+mn-lt"/>
              </a:defRPr>
            </a:lvl4pPr>
            <a:lvl5pPr>
              <a:lnSpc>
                <a:spcPct val="120000"/>
              </a:lnSpc>
              <a:defRPr sz="1600" b="0" i="0">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Box 1">
            <a:extLst>
              <a:ext uri="{FF2B5EF4-FFF2-40B4-BE49-F238E27FC236}">
                <a16:creationId xmlns:a16="http://schemas.microsoft.com/office/drawing/2014/main" id="{FF73ECFB-ADC0-E4A8-78F4-F5C7BAB7C874}"/>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1"/>
                </a:solidFill>
                <a:latin typeface="Clarika Grotesque" pitchFamily="2" charset="77"/>
              </a:rPr>
              <a:t>© Dayforce</a:t>
            </a:r>
          </a:p>
        </p:txBody>
      </p:sp>
    </p:spTree>
    <p:extLst>
      <p:ext uri="{BB962C8B-B14F-4D97-AF65-F5344CB8AC3E}">
        <p14:creationId xmlns:p14="http://schemas.microsoft.com/office/powerpoint/2010/main" val="42411465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1_Device_Laptop_Centre_1">
    <p:bg>
      <p:bgPr>
        <a:solidFill>
          <a:srgbClr val="DEF3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074FDE-4394-EA43-88F3-01FA07C65CBD}"/>
              </a:ext>
            </a:extLst>
          </p:cNvPr>
          <p:cNvSpPr>
            <a:spLocks noGrp="1"/>
          </p:cNvSpPr>
          <p:nvPr>
            <p:ph type="title"/>
          </p:nvPr>
        </p:nvSpPr>
        <p:spPr>
          <a:xfrm>
            <a:off x="603077" y="610314"/>
            <a:ext cx="11255485" cy="784800"/>
          </a:xfrm>
        </p:spPr>
        <p:txBody>
          <a:bodyPr/>
          <a:lstStyle>
            <a:lvl1pPr algn="l">
              <a:defRPr>
                <a:solidFill>
                  <a:schemeClr val="tx1"/>
                </a:solidFill>
                <a:latin typeface="+mj-lt"/>
              </a:defRPr>
            </a:lvl1pPr>
          </a:lstStyle>
          <a:p>
            <a:r>
              <a:rPr lang="en-US"/>
              <a:t>Click to edit Master title style</a:t>
            </a:r>
          </a:p>
        </p:txBody>
      </p:sp>
      <p:cxnSp>
        <p:nvCxnSpPr>
          <p:cNvPr id="3" name="Straight Connector 2">
            <a:extLst>
              <a:ext uri="{FF2B5EF4-FFF2-40B4-BE49-F238E27FC236}">
                <a16:creationId xmlns:a16="http://schemas.microsoft.com/office/drawing/2014/main" id="{348AFCE1-FA18-A394-C675-A4000E689902}"/>
              </a:ext>
              <a:ext uri="{C183D7F6-B498-43B3-948B-1728B52AA6E4}">
                <adec:decorative xmlns:adec="http://schemas.microsoft.com/office/drawing/2017/decorative" val="1"/>
              </a:ext>
            </a:extLst>
          </p:cNvPr>
          <p:cNvCxnSpPr>
            <a:cxnSpLocks/>
          </p:cNvCxnSpPr>
          <p:nvPr userDrawn="1"/>
        </p:nvCxnSpPr>
        <p:spPr>
          <a:xfrm>
            <a:off x="-13855" y="3865530"/>
            <a:ext cx="12205855" cy="0"/>
          </a:xfrm>
          <a:prstGeom prst="line">
            <a:avLst/>
          </a:prstGeom>
          <a:ln w="38100">
            <a:solidFill>
              <a:srgbClr val="C7E5FF"/>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843E531-1959-DA46-B125-6664FF6CB53B}"/>
              </a:ext>
              <a:ext uri="{C183D7F6-B498-43B3-948B-1728B52AA6E4}">
                <adec:decorative xmlns:adec="http://schemas.microsoft.com/office/drawing/2017/decorative" val="1"/>
              </a:ext>
            </a:extLst>
          </p:cNvPr>
          <p:cNvCxnSpPr>
            <a:cxnSpLocks/>
          </p:cNvCxnSpPr>
          <p:nvPr/>
        </p:nvCxnSpPr>
        <p:spPr>
          <a:xfrm>
            <a:off x="980534" y="4209847"/>
            <a:ext cx="0" cy="579701"/>
          </a:xfrm>
          <a:prstGeom prst="line">
            <a:avLst/>
          </a:prstGeom>
          <a:ln w="12700">
            <a:solidFill>
              <a:schemeClr val="tx1"/>
            </a:solidFill>
            <a:tailEnd type="oval"/>
          </a:ln>
        </p:spPr>
        <p:style>
          <a:lnRef idx="1">
            <a:schemeClr val="accent1"/>
          </a:lnRef>
          <a:fillRef idx="0">
            <a:schemeClr val="accent1"/>
          </a:fillRef>
          <a:effectRef idx="0">
            <a:schemeClr val="accent1"/>
          </a:effectRef>
          <a:fontRef idx="minor">
            <a:schemeClr val="tx1"/>
          </a:fontRef>
        </p:style>
      </p:cxnSp>
      <p:sp>
        <p:nvSpPr>
          <p:cNvPr id="38" name="Oval 37">
            <a:extLst>
              <a:ext uri="{FF2B5EF4-FFF2-40B4-BE49-F238E27FC236}">
                <a16:creationId xmlns:a16="http://schemas.microsoft.com/office/drawing/2014/main" id="{30B92037-E668-59E8-D4D0-595A1ED41724}"/>
              </a:ext>
            </a:extLst>
          </p:cNvPr>
          <p:cNvSpPr/>
          <p:nvPr userDrawn="1"/>
        </p:nvSpPr>
        <p:spPr>
          <a:xfrm>
            <a:off x="603077" y="3464293"/>
            <a:ext cx="773321" cy="773321"/>
          </a:xfrm>
          <a:prstGeom prst="ellipse">
            <a:avLst/>
          </a:prstGeom>
          <a:solidFill>
            <a:schemeClr val="bg2"/>
          </a:solidFill>
          <a:ln w="254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Text Placeholder 15">
            <a:extLst>
              <a:ext uri="{FF2B5EF4-FFF2-40B4-BE49-F238E27FC236}">
                <a16:creationId xmlns:a16="http://schemas.microsoft.com/office/drawing/2014/main" id="{C7850B40-1289-90DA-A604-B5A0B09D49C8}"/>
              </a:ext>
            </a:extLst>
          </p:cNvPr>
          <p:cNvSpPr>
            <a:spLocks noGrp="1"/>
          </p:cNvSpPr>
          <p:nvPr>
            <p:ph type="body" sz="quarter" idx="10" hasCustomPrompt="1"/>
          </p:nvPr>
        </p:nvSpPr>
        <p:spPr>
          <a:xfrm>
            <a:off x="949921" y="4928388"/>
            <a:ext cx="1672305" cy="310453"/>
          </a:xfrm>
        </p:spPr>
        <p:txBody>
          <a:bodyPr/>
          <a:lstStyle>
            <a:lvl1pPr algn="l">
              <a:defRPr sz="1600">
                <a:latin typeface="+mj-lt"/>
              </a:defRPr>
            </a:lvl1pPr>
          </a:lstStyle>
          <a:p>
            <a:pPr lvl="0"/>
            <a:r>
              <a:rPr lang="en-US"/>
              <a:t>Insert date</a:t>
            </a:r>
          </a:p>
        </p:txBody>
      </p:sp>
      <p:sp>
        <p:nvSpPr>
          <p:cNvPr id="42" name="Text Placeholder 15">
            <a:extLst>
              <a:ext uri="{FF2B5EF4-FFF2-40B4-BE49-F238E27FC236}">
                <a16:creationId xmlns:a16="http://schemas.microsoft.com/office/drawing/2014/main" id="{17C19948-674E-0A44-4489-FC4A88F4BE47}"/>
              </a:ext>
            </a:extLst>
          </p:cNvPr>
          <p:cNvSpPr>
            <a:spLocks noGrp="1"/>
          </p:cNvSpPr>
          <p:nvPr>
            <p:ph type="body" sz="quarter" idx="11" hasCustomPrompt="1"/>
          </p:nvPr>
        </p:nvSpPr>
        <p:spPr>
          <a:xfrm>
            <a:off x="949921" y="5217834"/>
            <a:ext cx="1672305" cy="711782"/>
          </a:xfrm>
        </p:spPr>
        <p:txBody>
          <a:bodyPr/>
          <a:lstStyle>
            <a:lvl1pPr algn="l">
              <a:defRPr sz="1400">
                <a:latin typeface="+mn-lt"/>
              </a:defRPr>
            </a:lvl1pPr>
          </a:lstStyle>
          <a:p>
            <a:pPr lvl="0"/>
            <a:r>
              <a:rPr lang="en-US"/>
              <a:t>Lorem ipsum dolor sit </a:t>
            </a:r>
            <a:r>
              <a:rPr lang="en-US" err="1"/>
              <a:t>amet</a:t>
            </a:r>
            <a:r>
              <a:rPr lang="en-US"/>
              <a:t>, </a:t>
            </a:r>
            <a:r>
              <a:rPr lang="en-US" err="1"/>
              <a:t>consectetuer</a:t>
            </a:r>
            <a:r>
              <a:rPr lang="en-US"/>
              <a:t> </a:t>
            </a:r>
            <a:r>
              <a:rPr lang="en-US" err="1"/>
              <a:t>adipiscing</a:t>
            </a:r>
            <a:endParaRPr lang="en-US"/>
          </a:p>
        </p:txBody>
      </p:sp>
      <p:sp>
        <p:nvSpPr>
          <p:cNvPr id="45" name="Picture Placeholder 44">
            <a:extLst>
              <a:ext uri="{FF2B5EF4-FFF2-40B4-BE49-F238E27FC236}">
                <a16:creationId xmlns:a16="http://schemas.microsoft.com/office/drawing/2014/main" id="{1D1C543F-A11E-62C4-804A-97FAD9F031AE}"/>
              </a:ext>
            </a:extLst>
          </p:cNvPr>
          <p:cNvSpPr>
            <a:spLocks noGrp="1"/>
          </p:cNvSpPr>
          <p:nvPr>
            <p:ph type="pic" sz="quarter" idx="12"/>
          </p:nvPr>
        </p:nvSpPr>
        <p:spPr>
          <a:xfrm>
            <a:off x="756521" y="3616796"/>
            <a:ext cx="468313" cy="468313"/>
          </a:xfrm>
        </p:spPr>
        <p:txBody>
          <a:bodyPr/>
          <a:lstStyle/>
          <a:p>
            <a:endParaRPr lang="en-US"/>
          </a:p>
        </p:txBody>
      </p:sp>
      <p:cxnSp>
        <p:nvCxnSpPr>
          <p:cNvPr id="46" name="Straight Connector 45">
            <a:extLst>
              <a:ext uri="{FF2B5EF4-FFF2-40B4-BE49-F238E27FC236}">
                <a16:creationId xmlns:a16="http://schemas.microsoft.com/office/drawing/2014/main" id="{62E33C4D-8441-756B-3023-711BC8A1BAD5}"/>
              </a:ext>
              <a:ext uri="{C183D7F6-B498-43B3-948B-1728B52AA6E4}">
                <adec:decorative xmlns:adec="http://schemas.microsoft.com/office/drawing/2017/decorative" val="1"/>
              </a:ext>
            </a:extLst>
          </p:cNvPr>
          <p:cNvCxnSpPr>
            <a:cxnSpLocks/>
          </p:cNvCxnSpPr>
          <p:nvPr userDrawn="1"/>
        </p:nvCxnSpPr>
        <p:spPr>
          <a:xfrm flipV="1">
            <a:off x="2803669" y="2884592"/>
            <a:ext cx="0" cy="579701"/>
          </a:xfrm>
          <a:prstGeom prst="line">
            <a:avLst/>
          </a:prstGeom>
          <a:ln w="12700">
            <a:solidFill>
              <a:schemeClr val="tx1"/>
            </a:solidFill>
            <a:tailEnd type="oval"/>
          </a:ln>
        </p:spPr>
        <p:style>
          <a:lnRef idx="1">
            <a:schemeClr val="accent1"/>
          </a:lnRef>
          <a:fillRef idx="0">
            <a:schemeClr val="accent1"/>
          </a:fillRef>
          <a:effectRef idx="0">
            <a:schemeClr val="accent1"/>
          </a:effectRef>
          <a:fontRef idx="minor">
            <a:schemeClr val="tx1"/>
          </a:fontRef>
        </p:style>
      </p:cxnSp>
      <p:sp>
        <p:nvSpPr>
          <p:cNvPr id="47" name="Oval 46">
            <a:extLst>
              <a:ext uri="{FF2B5EF4-FFF2-40B4-BE49-F238E27FC236}">
                <a16:creationId xmlns:a16="http://schemas.microsoft.com/office/drawing/2014/main" id="{A1922EBA-BDF4-4BA5-9CD1-A692DD873195}"/>
              </a:ext>
            </a:extLst>
          </p:cNvPr>
          <p:cNvSpPr/>
          <p:nvPr userDrawn="1"/>
        </p:nvSpPr>
        <p:spPr>
          <a:xfrm>
            <a:off x="2426212" y="3464293"/>
            <a:ext cx="773321" cy="773321"/>
          </a:xfrm>
          <a:prstGeom prst="ellipse">
            <a:avLst/>
          </a:prstGeom>
          <a:solidFill>
            <a:schemeClr val="bg2"/>
          </a:solidFill>
          <a:ln w="254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8" name="Text Placeholder 15">
            <a:extLst>
              <a:ext uri="{FF2B5EF4-FFF2-40B4-BE49-F238E27FC236}">
                <a16:creationId xmlns:a16="http://schemas.microsoft.com/office/drawing/2014/main" id="{88AA6B8E-FE6F-A9D3-C32E-FE1A150FB4C5}"/>
              </a:ext>
            </a:extLst>
          </p:cNvPr>
          <p:cNvSpPr>
            <a:spLocks noGrp="1"/>
          </p:cNvSpPr>
          <p:nvPr>
            <p:ph type="body" sz="quarter" idx="13" hasCustomPrompt="1"/>
          </p:nvPr>
        </p:nvSpPr>
        <p:spPr>
          <a:xfrm>
            <a:off x="2773056" y="2458765"/>
            <a:ext cx="1672305" cy="310453"/>
          </a:xfrm>
        </p:spPr>
        <p:txBody>
          <a:bodyPr anchor="b" anchorCtr="0"/>
          <a:lstStyle>
            <a:lvl1pPr algn="l">
              <a:defRPr sz="1600">
                <a:latin typeface="+mj-lt"/>
              </a:defRPr>
            </a:lvl1pPr>
          </a:lstStyle>
          <a:p>
            <a:pPr lvl="0"/>
            <a:r>
              <a:rPr lang="en-US"/>
              <a:t>Insert date</a:t>
            </a:r>
          </a:p>
        </p:txBody>
      </p:sp>
      <p:sp>
        <p:nvSpPr>
          <p:cNvPr id="49" name="Text Placeholder 15">
            <a:extLst>
              <a:ext uri="{FF2B5EF4-FFF2-40B4-BE49-F238E27FC236}">
                <a16:creationId xmlns:a16="http://schemas.microsoft.com/office/drawing/2014/main" id="{45B647A2-B311-D2F5-1B74-84E5B4C5C8C5}"/>
              </a:ext>
            </a:extLst>
          </p:cNvPr>
          <p:cNvSpPr>
            <a:spLocks noGrp="1"/>
          </p:cNvSpPr>
          <p:nvPr>
            <p:ph type="body" sz="quarter" idx="14" hasCustomPrompt="1"/>
          </p:nvPr>
        </p:nvSpPr>
        <p:spPr>
          <a:xfrm>
            <a:off x="2773056" y="1740098"/>
            <a:ext cx="1672305" cy="711782"/>
          </a:xfrm>
        </p:spPr>
        <p:txBody>
          <a:bodyPr anchor="b" anchorCtr="0"/>
          <a:lstStyle>
            <a:lvl1pPr algn="l">
              <a:defRPr sz="1400">
                <a:latin typeface="+mn-lt"/>
              </a:defRPr>
            </a:lvl1pPr>
          </a:lstStyle>
          <a:p>
            <a:pPr lvl="0"/>
            <a:r>
              <a:rPr lang="en-US"/>
              <a:t>Lorem ipsum dolor sit </a:t>
            </a:r>
            <a:r>
              <a:rPr lang="en-US" err="1"/>
              <a:t>amet</a:t>
            </a:r>
            <a:r>
              <a:rPr lang="en-US"/>
              <a:t>, </a:t>
            </a:r>
            <a:r>
              <a:rPr lang="en-US" err="1"/>
              <a:t>consectetuer</a:t>
            </a:r>
            <a:r>
              <a:rPr lang="en-US"/>
              <a:t> </a:t>
            </a:r>
            <a:r>
              <a:rPr lang="en-US" err="1"/>
              <a:t>adipiscing</a:t>
            </a:r>
            <a:endParaRPr lang="en-US"/>
          </a:p>
        </p:txBody>
      </p:sp>
      <p:sp>
        <p:nvSpPr>
          <p:cNvPr id="50" name="Picture Placeholder 44">
            <a:extLst>
              <a:ext uri="{FF2B5EF4-FFF2-40B4-BE49-F238E27FC236}">
                <a16:creationId xmlns:a16="http://schemas.microsoft.com/office/drawing/2014/main" id="{626AF03C-E72A-D083-0C3F-DE6A636E173C}"/>
              </a:ext>
            </a:extLst>
          </p:cNvPr>
          <p:cNvSpPr>
            <a:spLocks noGrp="1"/>
          </p:cNvSpPr>
          <p:nvPr>
            <p:ph type="pic" sz="quarter" idx="15"/>
          </p:nvPr>
        </p:nvSpPr>
        <p:spPr>
          <a:xfrm>
            <a:off x="2579656" y="3616796"/>
            <a:ext cx="468313" cy="468313"/>
          </a:xfrm>
        </p:spPr>
        <p:txBody>
          <a:bodyPr/>
          <a:lstStyle/>
          <a:p>
            <a:endParaRPr lang="en-US"/>
          </a:p>
        </p:txBody>
      </p:sp>
      <p:cxnSp>
        <p:nvCxnSpPr>
          <p:cNvPr id="51" name="Straight Connector 50">
            <a:extLst>
              <a:ext uri="{FF2B5EF4-FFF2-40B4-BE49-F238E27FC236}">
                <a16:creationId xmlns:a16="http://schemas.microsoft.com/office/drawing/2014/main" id="{7A7E7C11-166C-74EE-0CB0-98408CE350D3}"/>
              </a:ext>
              <a:ext uri="{C183D7F6-B498-43B3-948B-1728B52AA6E4}">
                <adec:decorative xmlns:adec="http://schemas.microsoft.com/office/drawing/2017/decorative" val="1"/>
              </a:ext>
            </a:extLst>
          </p:cNvPr>
          <p:cNvCxnSpPr>
            <a:cxnSpLocks/>
          </p:cNvCxnSpPr>
          <p:nvPr userDrawn="1"/>
        </p:nvCxnSpPr>
        <p:spPr>
          <a:xfrm>
            <a:off x="4626804" y="4205173"/>
            <a:ext cx="0" cy="579701"/>
          </a:xfrm>
          <a:prstGeom prst="line">
            <a:avLst/>
          </a:prstGeom>
          <a:ln w="12700">
            <a:solidFill>
              <a:schemeClr val="tx1"/>
            </a:solidFill>
            <a:tailEnd type="oval"/>
          </a:ln>
        </p:spPr>
        <p:style>
          <a:lnRef idx="1">
            <a:schemeClr val="accent1"/>
          </a:lnRef>
          <a:fillRef idx="0">
            <a:schemeClr val="accent1"/>
          </a:fillRef>
          <a:effectRef idx="0">
            <a:schemeClr val="accent1"/>
          </a:effectRef>
          <a:fontRef idx="minor">
            <a:schemeClr val="tx1"/>
          </a:fontRef>
        </p:style>
      </p:cxnSp>
      <p:sp>
        <p:nvSpPr>
          <p:cNvPr id="52" name="Oval 51">
            <a:extLst>
              <a:ext uri="{FF2B5EF4-FFF2-40B4-BE49-F238E27FC236}">
                <a16:creationId xmlns:a16="http://schemas.microsoft.com/office/drawing/2014/main" id="{1A7B6251-F58D-5F61-354E-6AAC0F6954C5}"/>
              </a:ext>
            </a:extLst>
          </p:cNvPr>
          <p:cNvSpPr/>
          <p:nvPr userDrawn="1"/>
        </p:nvSpPr>
        <p:spPr>
          <a:xfrm>
            <a:off x="4249347" y="3459619"/>
            <a:ext cx="773321" cy="773321"/>
          </a:xfrm>
          <a:prstGeom prst="ellipse">
            <a:avLst/>
          </a:prstGeom>
          <a:solidFill>
            <a:schemeClr val="bg2"/>
          </a:solidFill>
          <a:ln w="254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3" name="Text Placeholder 15">
            <a:extLst>
              <a:ext uri="{FF2B5EF4-FFF2-40B4-BE49-F238E27FC236}">
                <a16:creationId xmlns:a16="http://schemas.microsoft.com/office/drawing/2014/main" id="{F195C014-F8C6-61DB-33D6-38D5F60D319D}"/>
              </a:ext>
            </a:extLst>
          </p:cNvPr>
          <p:cNvSpPr>
            <a:spLocks noGrp="1"/>
          </p:cNvSpPr>
          <p:nvPr>
            <p:ph type="body" sz="quarter" idx="16" hasCustomPrompt="1"/>
          </p:nvPr>
        </p:nvSpPr>
        <p:spPr>
          <a:xfrm>
            <a:off x="4596191" y="4923714"/>
            <a:ext cx="1672305" cy="310453"/>
          </a:xfrm>
        </p:spPr>
        <p:txBody>
          <a:bodyPr/>
          <a:lstStyle>
            <a:lvl1pPr algn="l">
              <a:defRPr sz="1600">
                <a:latin typeface="+mj-lt"/>
              </a:defRPr>
            </a:lvl1pPr>
          </a:lstStyle>
          <a:p>
            <a:pPr lvl="0"/>
            <a:r>
              <a:rPr lang="en-US"/>
              <a:t>Insert date</a:t>
            </a:r>
          </a:p>
        </p:txBody>
      </p:sp>
      <p:sp>
        <p:nvSpPr>
          <p:cNvPr id="54" name="Text Placeholder 15">
            <a:extLst>
              <a:ext uri="{FF2B5EF4-FFF2-40B4-BE49-F238E27FC236}">
                <a16:creationId xmlns:a16="http://schemas.microsoft.com/office/drawing/2014/main" id="{168AFBC0-6F0A-A1AD-F7A9-47F15C19A251}"/>
              </a:ext>
            </a:extLst>
          </p:cNvPr>
          <p:cNvSpPr>
            <a:spLocks noGrp="1"/>
          </p:cNvSpPr>
          <p:nvPr>
            <p:ph type="body" sz="quarter" idx="17" hasCustomPrompt="1"/>
          </p:nvPr>
        </p:nvSpPr>
        <p:spPr>
          <a:xfrm>
            <a:off x="4596191" y="5213160"/>
            <a:ext cx="1672305" cy="711782"/>
          </a:xfrm>
        </p:spPr>
        <p:txBody>
          <a:bodyPr/>
          <a:lstStyle>
            <a:lvl1pPr algn="l">
              <a:defRPr sz="1400">
                <a:latin typeface="+mn-lt"/>
              </a:defRPr>
            </a:lvl1pPr>
          </a:lstStyle>
          <a:p>
            <a:pPr lvl="0"/>
            <a:r>
              <a:rPr lang="en-US"/>
              <a:t>Lorem ipsum dolor sit </a:t>
            </a:r>
            <a:r>
              <a:rPr lang="en-US" err="1"/>
              <a:t>amet</a:t>
            </a:r>
            <a:r>
              <a:rPr lang="en-US"/>
              <a:t>, </a:t>
            </a:r>
            <a:r>
              <a:rPr lang="en-US" err="1"/>
              <a:t>consectetuer</a:t>
            </a:r>
            <a:r>
              <a:rPr lang="en-US"/>
              <a:t> </a:t>
            </a:r>
            <a:r>
              <a:rPr lang="en-US" err="1"/>
              <a:t>adipiscing</a:t>
            </a:r>
            <a:endParaRPr lang="en-US"/>
          </a:p>
        </p:txBody>
      </p:sp>
      <p:sp>
        <p:nvSpPr>
          <p:cNvPr id="55" name="Picture Placeholder 44">
            <a:extLst>
              <a:ext uri="{FF2B5EF4-FFF2-40B4-BE49-F238E27FC236}">
                <a16:creationId xmlns:a16="http://schemas.microsoft.com/office/drawing/2014/main" id="{747E1339-20F8-4EFA-27B1-CC664E287380}"/>
              </a:ext>
            </a:extLst>
          </p:cNvPr>
          <p:cNvSpPr>
            <a:spLocks noGrp="1"/>
          </p:cNvSpPr>
          <p:nvPr>
            <p:ph type="pic" sz="quarter" idx="18"/>
          </p:nvPr>
        </p:nvSpPr>
        <p:spPr>
          <a:xfrm>
            <a:off x="4402791" y="3612122"/>
            <a:ext cx="468313" cy="468313"/>
          </a:xfrm>
        </p:spPr>
        <p:txBody>
          <a:bodyPr/>
          <a:lstStyle/>
          <a:p>
            <a:endParaRPr lang="en-US"/>
          </a:p>
        </p:txBody>
      </p:sp>
      <p:cxnSp>
        <p:nvCxnSpPr>
          <p:cNvPr id="56" name="Straight Connector 55">
            <a:extLst>
              <a:ext uri="{FF2B5EF4-FFF2-40B4-BE49-F238E27FC236}">
                <a16:creationId xmlns:a16="http://schemas.microsoft.com/office/drawing/2014/main" id="{38138DF9-7EF1-77D8-B55C-39A5BFD6D68F}"/>
              </a:ext>
              <a:ext uri="{C183D7F6-B498-43B3-948B-1728B52AA6E4}">
                <adec:decorative xmlns:adec="http://schemas.microsoft.com/office/drawing/2017/decorative" val="1"/>
              </a:ext>
            </a:extLst>
          </p:cNvPr>
          <p:cNvCxnSpPr>
            <a:cxnSpLocks/>
          </p:cNvCxnSpPr>
          <p:nvPr userDrawn="1"/>
        </p:nvCxnSpPr>
        <p:spPr>
          <a:xfrm flipV="1">
            <a:off x="6449939" y="2879918"/>
            <a:ext cx="0" cy="579701"/>
          </a:xfrm>
          <a:prstGeom prst="line">
            <a:avLst/>
          </a:prstGeom>
          <a:ln w="12700">
            <a:solidFill>
              <a:schemeClr val="tx1"/>
            </a:solidFill>
            <a:tailEnd type="oval"/>
          </a:ln>
        </p:spPr>
        <p:style>
          <a:lnRef idx="1">
            <a:schemeClr val="accent1"/>
          </a:lnRef>
          <a:fillRef idx="0">
            <a:schemeClr val="accent1"/>
          </a:fillRef>
          <a:effectRef idx="0">
            <a:schemeClr val="accent1"/>
          </a:effectRef>
          <a:fontRef idx="minor">
            <a:schemeClr val="tx1"/>
          </a:fontRef>
        </p:style>
      </p:cxnSp>
      <p:sp>
        <p:nvSpPr>
          <p:cNvPr id="57" name="Oval 56">
            <a:extLst>
              <a:ext uri="{FF2B5EF4-FFF2-40B4-BE49-F238E27FC236}">
                <a16:creationId xmlns:a16="http://schemas.microsoft.com/office/drawing/2014/main" id="{7851DDAE-99D0-EBF6-B15B-DC2CD67C46F9}"/>
              </a:ext>
            </a:extLst>
          </p:cNvPr>
          <p:cNvSpPr/>
          <p:nvPr userDrawn="1"/>
        </p:nvSpPr>
        <p:spPr>
          <a:xfrm>
            <a:off x="6072482" y="3459619"/>
            <a:ext cx="773321" cy="773321"/>
          </a:xfrm>
          <a:prstGeom prst="ellipse">
            <a:avLst/>
          </a:prstGeom>
          <a:solidFill>
            <a:schemeClr val="bg2"/>
          </a:solidFill>
          <a:ln w="254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Text Placeholder 15">
            <a:extLst>
              <a:ext uri="{FF2B5EF4-FFF2-40B4-BE49-F238E27FC236}">
                <a16:creationId xmlns:a16="http://schemas.microsoft.com/office/drawing/2014/main" id="{C8FB13DA-7F4E-E0FA-5D0C-BD2D489DB310}"/>
              </a:ext>
            </a:extLst>
          </p:cNvPr>
          <p:cNvSpPr>
            <a:spLocks noGrp="1"/>
          </p:cNvSpPr>
          <p:nvPr>
            <p:ph type="body" sz="quarter" idx="19" hasCustomPrompt="1"/>
          </p:nvPr>
        </p:nvSpPr>
        <p:spPr>
          <a:xfrm>
            <a:off x="6419326" y="2454091"/>
            <a:ext cx="1672305" cy="310453"/>
          </a:xfrm>
        </p:spPr>
        <p:txBody>
          <a:bodyPr anchor="b" anchorCtr="0"/>
          <a:lstStyle>
            <a:lvl1pPr algn="l">
              <a:defRPr sz="1600">
                <a:latin typeface="+mj-lt"/>
              </a:defRPr>
            </a:lvl1pPr>
          </a:lstStyle>
          <a:p>
            <a:pPr lvl="0"/>
            <a:r>
              <a:rPr lang="en-US"/>
              <a:t>Insert date</a:t>
            </a:r>
          </a:p>
        </p:txBody>
      </p:sp>
      <p:sp>
        <p:nvSpPr>
          <p:cNvPr id="59" name="Text Placeholder 15">
            <a:extLst>
              <a:ext uri="{FF2B5EF4-FFF2-40B4-BE49-F238E27FC236}">
                <a16:creationId xmlns:a16="http://schemas.microsoft.com/office/drawing/2014/main" id="{DA1B3EAF-BCCE-A77B-61E3-78CAFAE2161B}"/>
              </a:ext>
            </a:extLst>
          </p:cNvPr>
          <p:cNvSpPr>
            <a:spLocks noGrp="1"/>
          </p:cNvSpPr>
          <p:nvPr>
            <p:ph type="body" sz="quarter" idx="20" hasCustomPrompt="1"/>
          </p:nvPr>
        </p:nvSpPr>
        <p:spPr>
          <a:xfrm>
            <a:off x="6419326" y="1735424"/>
            <a:ext cx="1672305" cy="711782"/>
          </a:xfrm>
        </p:spPr>
        <p:txBody>
          <a:bodyPr anchor="b" anchorCtr="0"/>
          <a:lstStyle>
            <a:lvl1pPr algn="l">
              <a:defRPr sz="1400">
                <a:latin typeface="+mn-lt"/>
              </a:defRPr>
            </a:lvl1pPr>
          </a:lstStyle>
          <a:p>
            <a:pPr lvl="0"/>
            <a:r>
              <a:rPr lang="en-US"/>
              <a:t>Lorem ipsum dolor sit </a:t>
            </a:r>
            <a:r>
              <a:rPr lang="en-US" err="1"/>
              <a:t>amet</a:t>
            </a:r>
            <a:r>
              <a:rPr lang="en-US"/>
              <a:t>, </a:t>
            </a:r>
            <a:r>
              <a:rPr lang="en-US" err="1"/>
              <a:t>consectetuer</a:t>
            </a:r>
            <a:r>
              <a:rPr lang="en-US"/>
              <a:t> </a:t>
            </a:r>
            <a:r>
              <a:rPr lang="en-US" err="1"/>
              <a:t>adipiscing</a:t>
            </a:r>
            <a:endParaRPr lang="en-US"/>
          </a:p>
        </p:txBody>
      </p:sp>
      <p:sp>
        <p:nvSpPr>
          <p:cNvPr id="60" name="Picture Placeholder 44">
            <a:extLst>
              <a:ext uri="{FF2B5EF4-FFF2-40B4-BE49-F238E27FC236}">
                <a16:creationId xmlns:a16="http://schemas.microsoft.com/office/drawing/2014/main" id="{E8E6E02A-4AA7-F9C0-6EA8-37EDC17872CD}"/>
              </a:ext>
            </a:extLst>
          </p:cNvPr>
          <p:cNvSpPr>
            <a:spLocks noGrp="1"/>
          </p:cNvSpPr>
          <p:nvPr>
            <p:ph type="pic" sz="quarter" idx="21"/>
          </p:nvPr>
        </p:nvSpPr>
        <p:spPr>
          <a:xfrm>
            <a:off x="6225926" y="3612122"/>
            <a:ext cx="468313" cy="468313"/>
          </a:xfrm>
        </p:spPr>
        <p:txBody>
          <a:bodyPr/>
          <a:lstStyle/>
          <a:p>
            <a:endParaRPr lang="en-US"/>
          </a:p>
        </p:txBody>
      </p:sp>
      <p:cxnSp>
        <p:nvCxnSpPr>
          <p:cNvPr id="62" name="Straight Connector 61">
            <a:extLst>
              <a:ext uri="{FF2B5EF4-FFF2-40B4-BE49-F238E27FC236}">
                <a16:creationId xmlns:a16="http://schemas.microsoft.com/office/drawing/2014/main" id="{BBE31EDC-B2D3-E325-E271-F78F772A8841}"/>
              </a:ext>
              <a:ext uri="{C183D7F6-B498-43B3-948B-1728B52AA6E4}">
                <adec:decorative xmlns:adec="http://schemas.microsoft.com/office/drawing/2017/decorative" val="1"/>
              </a:ext>
            </a:extLst>
          </p:cNvPr>
          <p:cNvCxnSpPr>
            <a:cxnSpLocks/>
          </p:cNvCxnSpPr>
          <p:nvPr userDrawn="1"/>
        </p:nvCxnSpPr>
        <p:spPr>
          <a:xfrm>
            <a:off x="8273074" y="4204800"/>
            <a:ext cx="0" cy="579701"/>
          </a:xfrm>
          <a:prstGeom prst="line">
            <a:avLst/>
          </a:prstGeom>
          <a:ln w="12700">
            <a:solidFill>
              <a:schemeClr val="tx1"/>
            </a:solidFill>
            <a:tailEnd type="oval"/>
          </a:ln>
        </p:spPr>
        <p:style>
          <a:lnRef idx="1">
            <a:schemeClr val="accent1"/>
          </a:lnRef>
          <a:fillRef idx="0">
            <a:schemeClr val="accent1"/>
          </a:fillRef>
          <a:effectRef idx="0">
            <a:schemeClr val="accent1"/>
          </a:effectRef>
          <a:fontRef idx="minor">
            <a:schemeClr val="tx1"/>
          </a:fontRef>
        </p:style>
      </p:cxnSp>
      <p:sp>
        <p:nvSpPr>
          <p:cNvPr id="63" name="Oval 62">
            <a:extLst>
              <a:ext uri="{FF2B5EF4-FFF2-40B4-BE49-F238E27FC236}">
                <a16:creationId xmlns:a16="http://schemas.microsoft.com/office/drawing/2014/main" id="{E00390E3-5664-6555-AA8D-EB206628B0E3}"/>
              </a:ext>
            </a:extLst>
          </p:cNvPr>
          <p:cNvSpPr/>
          <p:nvPr userDrawn="1"/>
        </p:nvSpPr>
        <p:spPr>
          <a:xfrm>
            <a:off x="7895617" y="3459246"/>
            <a:ext cx="773321" cy="773321"/>
          </a:xfrm>
          <a:prstGeom prst="ellipse">
            <a:avLst/>
          </a:prstGeom>
          <a:solidFill>
            <a:schemeClr val="bg2"/>
          </a:solidFill>
          <a:ln w="254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Text Placeholder 15">
            <a:extLst>
              <a:ext uri="{FF2B5EF4-FFF2-40B4-BE49-F238E27FC236}">
                <a16:creationId xmlns:a16="http://schemas.microsoft.com/office/drawing/2014/main" id="{ABA0E8BA-BA6D-01CB-8A4B-A4661FEAD89B}"/>
              </a:ext>
            </a:extLst>
          </p:cNvPr>
          <p:cNvSpPr>
            <a:spLocks noGrp="1"/>
          </p:cNvSpPr>
          <p:nvPr>
            <p:ph type="body" sz="quarter" idx="22" hasCustomPrompt="1"/>
          </p:nvPr>
        </p:nvSpPr>
        <p:spPr>
          <a:xfrm>
            <a:off x="8242461" y="4923341"/>
            <a:ext cx="1672305" cy="310453"/>
          </a:xfrm>
        </p:spPr>
        <p:txBody>
          <a:bodyPr/>
          <a:lstStyle>
            <a:lvl1pPr algn="l">
              <a:defRPr sz="1600">
                <a:latin typeface="+mj-lt"/>
              </a:defRPr>
            </a:lvl1pPr>
          </a:lstStyle>
          <a:p>
            <a:pPr lvl="0"/>
            <a:r>
              <a:rPr lang="en-US"/>
              <a:t>Insert date</a:t>
            </a:r>
          </a:p>
        </p:txBody>
      </p:sp>
      <p:sp>
        <p:nvSpPr>
          <p:cNvPr id="65" name="Text Placeholder 15">
            <a:extLst>
              <a:ext uri="{FF2B5EF4-FFF2-40B4-BE49-F238E27FC236}">
                <a16:creationId xmlns:a16="http://schemas.microsoft.com/office/drawing/2014/main" id="{460EC204-4BF9-5056-9C06-4C2136FE8C5C}"/>
              </a:ext>
            </a:extLst>
          </p:cNvPr>
          <p:cNvSpPr>
            <a:spLocks noGrp="1"/>
          </p:cNvSpPr>
          <p:nvPr>
            <p:ph type="body" sz="quarter" idx="23" hasCustomPrompt="1"/>
          </p:nvPr>
        </p:nvSpPr>
        <p:spPr>
          <a:xfrm>
            <a:off x="8242461" y="5212787"/>
            <a:ext cx="1672305" cy="711782"/>
          </a:xfrm>
        </p:spPr>
        <p:txBody>
          <a:bodyPr/>
          <a:lstStyle>
            <a:lvl1pPr algn="l">
              <a:defRPr sz="1400">
                <a:latin typeface="+mn-lt"/>
              </a:defRPr>
            </a:lvl1pPr>
          </a:lstStyle>
          <a:p>
            <a:pPr lvl="0"/>
            <a:r>
              <a:rPr lang="en-US"/>
              <a:t>Lorem ipsum dolor sit </a:t>
            </a:r>
            <a:r>
              <a:rPr lang="en-US" err="1"/>
              <a:t>amet</a:t>
            </a:r>
            <a:r>
              <a:rPr lang="en-US"/>
              <a:t>, </a:t>
            </a:r>
            <a:r>
              <a:rPr lang="en-US" err="1"/>
              <a:t>consectetuer</a:t>
            </a:r>
            <a:r>
              <a:rPr lang="en-US"/>
              <a:t> </a:t>
            </a:r>
            <a:r>
              <a:rPr lang="en-US" err="1"/>
              <a:t>adipiscing</a:t>
            </a:r>
            <a:endParaRPr lang="en-US"/>
          </a:p>
        </p:txBody>
      </p:sp>
      <p:sp>
        <p:nvSpPr>
          <p:cNvPr id="66" name="Picture Placeholder 44">
            <a:extLst>
              <a:ext uri="{FF2B5EF4-FFF2-40B4-BE49-F238E27FC236}">
                <a16:creationId xmlns:a16="http://schemas.microsoft.com/office/drawing/2014/main" id="{29D97101-F4E8-81DC-CF02-AB7E5CEDAAD6}"/>
              </a:ext>
            </a:extLst>
          </p:cNvPr>
          <p:cNvSpPr>
            <a:spLocks noGrp="1"/>
          </p:cNvSpPr>
          <p:nvPr>
            <p:ph type="pic" sz="quarter" idx="24"/>
          </p:nvPr>
        </p:nvSpPr>
        <p:spPr>
          <a:xfrm>
            <a:off x="8049061" y="3611749"/>
            <a:ext cx="468313" cy="468313"/>
          </a:xfrm>
        </p:spPr>
        <p:txBody>
          <a:bodyPr/>
          <a:lstStyle/>
          <a:p>
            <a:endParaRPr lang="en-US"/>
          </a:p>
        </p:txBody>
      </p:sp>
      <p:cxnSp>
        <p:nvCxnSpPr>
          <p:cNvPr id="67" name="Straight Connector 66">
            <a:extLst>
              <a:ext uri="{FF2B5EF4-FFF2-40B4-BE49-F238E27FC236}">
                <a16:creationId xmlns:a16="http://schemas.microsoft.com/office/drawing/2014/main" id="{948FC5BF-14F5-6D29-BD11-717BA4E39B13}"/>
              </a:ext>
              <a:ext uri="{C183D7F6-B498-43B3-948B-1728B52AA6E4}">
                <adec:decorative xmlns:adec="http://schemas.microsoft.com/office/drawing/2017/decorative" val="1"/>
              </a:ext>
            </a:extLst>
          </p:cNvPr>
          <p:cNvCxnSpPr>
            <a:cxnSpLocks/>
          </p:cNvCxnSpPr>
          <p:nvPr userDrawn="1"/>
        </p:nvCxnSpPr>
        <p:spPr>
          <a:xfrm flipV="1">
            <a:off x="10096209" y="2879918"/>
            <a:ext cx="0" cy="579701"/>
          </a:xfrm>
          <a:prstGeom prst="line">
            <a:avLst/>
          </a:prstGeom>
          <a:ln w="12700">
            <a:solidFill>
              <a:schemeClr val="tx1"/>
            </a:solidFill>
            <a:tailEnd type="oval"/>
          </a:ln>
        </p:spPr>
        <p:style>
          <a:lnRef idx="1">
            <a:schemeClr val="accent1"/>
          </a:lnRef>
          <a:fillRef idx="0">
            <a:schemeClr val="accent1"/>
          </a:fillRef>
          <a:effectRef idx="0">
            <a:schemeClr val="accent1"/>
          </a:effectRef>
          <a:fontRef idx="minor">
            <a:schemeClr val="tx1"/>
          </a:fontRef>
        </p:style>
      </p:cxnSp>
      <p:sp>
        <p:nvSpPr>
          <p:cNvPr id="68" name="Oval 67">
            <a:extLst>
              <a:ext uri="{FF2B5EF4-FFF2-40B4-BE49-F238E27FC236}">
                <a16:creationId xmlns:a16="http://schemas.microsoft.com/office/drawing/2014/main" id="{F89AC18A-7215-3055-D999-F874F67DF4F4}"/>
              </a:ext>
            </a:extLst>
          </p:cNvPr>
          <p:cNvSpPr/>
          <p:nvPr userDrawn="1"/>
        </p:nvSpPr>
        <p:spPr>
          <a:xfrm>
            <a:off x="9718752" y="3459619"/>
            <a:ext cx="773321" cy="773321"/>
          </a:xfrm>
          <a:prstGeom prst="ellipse">
            <a:avLst/>
          </a:prstGeom>
          <a:solidFill>
            <a:schemeClr val="bg2"/>
          </a:solidFill>
          <a:ln w="25400">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9" name="Text Placeholder 15">
            <a:extLst>
              <a:ext uri="{FF2B5EF4-FFF2-40B4-BE49-F238E27FC236}">
                <a16:creationId xmlns:a16="http://schemas.microsoft.com/office/drawing/2014/main" id="{00976EC1-C700-BA91-453D-4AB1F9070E2F}"/>
              </a:ext>
            </a:extLst>
          </p:cNvPr>
          <p:cNvSpPr>
            <a:spLocks noGrp="1"/>
          </p:cNvSpPr>
          <p:nvPr>
            <p:ph type="body" sz="quarter" idx="25" hasCustomPrompt="1"/>
          </p:nvPr>
        </p:nvSpPr>
        <p:spPr>
          <a:xfrm>
            <a:off x="10065596" y="2454091"/>
            <a:ext cx="1672305" cy="310453"/>
          </a:xfrm>
        </p:spPr>
        <p:txBody>
          <a:bodyPr anchor="b" anchorCtr="0"/>
          <a:lstStyle>
            <a:lvl1pPr algn="l">
              <a:defRPr sz="1600">
                <a:latin typeface="+mj-lt"/>
              </a:defRPr>
            </a:lvl1pPr>
          </a:lstStyle>
          <a:p>
            <a:pPr lvl="0"/>
            <a:r>
              <a:rPr lang="en-US"/>
              <a:t>Insert date</a:t>
            </a:r>
          </a:p>
        </p:txBody>
      </p:sp>
      <p:sp>
        <p:nvSpPr>
          <p:cNvPr id="70" name="Text Placeholder 15">
            <a:extLst>
              <a:ext uri="{FF2B5EF4-FFF2-40B4-BE49-F238E27FC236}">
                <a16:creationId xmlns:a16="http://schemas.microsoft.com/office/drawing/2014/main" id="{7163D272-64A3-7A7B-2AEE-1D48B85179EA}"/>
              </a:ext>
            </a:extLst>
          </p:cNvPr>
          <p:cNvSpPr>
            <a:spLocks noGrp="1"/>
          </p:cNvSpPr>
          <p:nvPr>
            <p:ph type="body" sz="quarter" idx="26" hasCustomPrompt="1"/>
          </p:nvPr>
        </p:nvSpPr>
        <p:spPr>
          <a:xfrm>
            <a:off x="10065596" y="1735424"/>
            <a:ext cx="1672305" cy="711782"/>
          </a:xfrm>
        </p:spPr>
        <p:txBody>
          <a:bodyPr anchor="b" anchorCtr="0"/>
          <a:lstStyle>
            <a:lvl1pPr algn="l">
              <a:defRPr sz="1400">
                <a:latin typeface="+mn-lt"/>
              </a:defRPr>
            </a:lvl1pPr>
          </a:lstStyle>
          <a:p>
            <a:pPr lvl="0"/>
            <a:r>
              <a:rPr lang="en-US"/>
              <a:t>Lorem ipsum dolor sit </a:t>
            </a:r>
            <a:r>
              <a:rPr lang="en-US" err="1"/>
              <a:t>amet</a:t>
            </a:r>
            <a:r>
              <a:rPr lang="en-US"/>
              <a:t>, </a:t>
            </a:r>
            <a:r>
              <a:rPr lang="en-US" err="1"/>
              <a:t>consectetuer</a:t>
            </a:r>
            <a:r>
              <a:rPr lang="en-US"/>
              <a:t> </a:t>
            </a:r>
            <a:r>
              <a:rPr lang="en-US" err="1"/>
              <a:t>adipiscing</a:t>
            </a:r>
            <a:endParaRPr lang="en-US"/>
          </a:p>
        </p:txBody>
      </p:sp>
      <p:sp>
        <p:nvSpPr>
          <p:cNvPr id="71" name="Picture Placeholder 44">
            <a:extLst>
              <a:ext uri="{FF2B5EF4-FFF2-40B4-BE49-F238E27FC236}">
                <a16:creationId xmlns:a16="http://schemas.microsoft.com/office/drawing/2014/main" id="{6FB8D6C4-7EEE-732E-D3B4-41AB8239FA42}"/>
              </a:ext>
            </a:extLst>
          </p:cNvPr>
          <p:cNvSpPr>
            <a:spLocks noGrp="1"/>
          </p:cNvSpPr>
          <p:nvPr>
            <p:ph type="pic" sz="quarter" idx="27"/>
          </p:nvPr>
        </p:nvSpPr>
        <p:spPr>
          <a:xfrm>
            <a:off x="9872196" y="3612122"/>
            <a:ext cx="468313" cy="468313"/>
          </a:xfrm>
        </p:spPr>
        <p:txBody>
          <a:bodyPr/>
          <a:lstStyle/>
          <a:p>
            <a:endParaRPr lang="en-US"/>
          </a:p>
        </p:txBody>
      </p:sp>
      <p:sp>
        <p:nvSpPr>
          <p:cNvPr id="4" name="TextBox 3">
            <a:extLst>
              <a:ext uri="{FF2B5EF4-FFF2-40B4-BE49-F238E27FC236}">
                <a16:creationId xmlns:a16="http://schemas.microsoft.com/office/drawing/2014/main" id="{C439F77F-C75C-E843-0E3C-9556D0D9C9BC}"/>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20054161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Thank you 1">
    <p:spTree>
      <p:nvGrpSpPr>
        <p:cNvPr id="1" name=""/>
        <p:cNvGrpSpPr/>
        <p:nvPr/>
      </p:nvGrpSpPr>
      <p:grpSpPr>
        <a:xfrm>
          <a:off x="0" y="0"/>
          <a:ext cx="0" cy="0"/>
          <a:chOff x="0" y="0"/>
          <a:chExt cx="0" cy="0"/>
        </a:xfrm>
      </p:grpSpPr>
      <p:pic>
        <p:nvPicPr>
          <p:cNvPr id="12" name="Graphic 11">
            <a:extLst>
              <a:ext uri="{FF2B5EF4-FFF2-40B4-BE49-F238E27FC236}">
                <a16:creationId xmlns:a16="http://schemas.microsoft.com/office/drawing/2014/main" id="{D80EDE3E-619A-1B8D-EB04-B7DE1CA6935B}"/>
              </a:ext>
            </a:extLst>
          </p:cNvPr>
          <p:cNvPicPr>
            <a:picLocks noChangeAspect="1"/>
          </p:cNvPicPr>
          <p:nvPr userDrawn="1"/>
        </p:nvPicPr>
        <p:blipFill>
          <a:blip r:embed="rId2">
            <a:extLst>
              <a:ext uri="{96DAC541-7B7A-43D3-8B79-37D633B846F1}">
                <asvg:svgBlip xmlns:asvg="http://schemas.microsoft.com/office/drawing/2016/SVG/main" r:embed="rId3"/>
              </a:ext>
            </a:extLst>
          </a:blip>
          <a:srcRect b="7400"/>
          <a:stretch>
            <a:fillRect/>
          </a:stretch>
        </p:blipFill>
        <p:spPr>
          <a:xfrm rot="20167644">
            <a:off x="8430015" y="3289880"/>
            <a:ext cx="4397767" cy="4072349"/>
          </a:xfrm>
          <a:custGeom>
            <a:avLst/>
            <a:gdLst>
              <a:gd name="connsiteX0" fmla="*/ 4397767 w 4397767"/>
              <a:gd name="connsiteY0" fmla="*/ 1 h 4072349"/>
              <a:gd name="connsiteX1" fmla="*/ 4397767 w 4397767"/>
              <a:gd name="connsiteY1" fmla="*/ 946506 h 4072349"/>
              <a:gd name="connsiteX2" fmla="*/ 3014372 w 4397767"/>
              <a:gd name="connsiteY2" fmla="*/ 4072349 h 4072349"/>
              <a:gd name="connsiteX3" fmla="*/ 0 w 4397767"/>
              <a:gd name="connsiteY3" fmla="*/ 2738288 h 4072349"/>
              <a:gd name="connsiteX4" fmla="*/ 0 w 4397767"/>
              <a:gd name="connsiteY4" fmla="*/ 1323701 h 4072349"/>
              <a:gd name="connsiteX5" fmla="*/ 48320 w 4397767"/>
              <a:gd name="connsiteY5" fmla="*/ 1342232 h 4072349"/>
              <a:gd name="connsiteX6" fmla="*/ 1514632 w 4397767"/>
              <a:gd name="connsiteY6" fmla="*/ 687429 h 4072349"/>
              <a:gd name="connsiteX7" fmla="*/ 1613543 w 4397767"/>
              <a:gd name="connsiteY7" fmla="*/ 106537 h 4072349"/>
              <a:gd name="connsiteX8" fmla="*/ 1599694 w 4397767"/>
              <a:gd name="connsiteY8" fmla="*/ 0 h 40723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97767" h="4072349">
                <a:moveTo>
                  <a:pt x="4397767" y="1"/>
                </a:moveTo>
                <a:lnTo>
                  <a:pt x="4397767" y="946506"/>
                </a:lnTo>
                <a:lnTo>
                  <a:pt x="3014372" y="4072349"/>
                </a:lnTo>
                <a:lnTo>
                  <a:pt x="0" y="2738288"/>
                </a:lnTo>
                <a:lnTo>
                  <a:pt x="0" y="1323701"/>
                </a:lnTo>
                <a:lnTo>
                  <a:pt x="48320" y="1342232"/>
                </a:lnTo>
                <a:cubicBezTo>
                  <a:pt x="625754" y="1530674"/>
                  <a:pt x="1263517" y="1254833"/>
                  <a:pt x="1514632" y="687429"/>
                </a:cubicBezTo>
                <a:cubicBezTo>
                  <a:pt x="1598337" y="498294"/>
                  <a:pt x="1629175" y="299145"/>
                  <a:pt x="1613543" y="106537"/>
                </a:cubicBezTo>
                <a:lnTo>
                  <a:pt x="1599694" y="0"/>
                </a:lnTo>
                <a:close/>
              </a:path>
            </a:pathLst>
          </a:custGeom>
        </p:spPr>
      </p:pic>
      <p:grpSp>
        <p:nvGrpSpPr>
          <p:cNvPr id="14" name="Group 13">
            <a:extLst>
              <a:ext uri="{FF2B5EF4-FFF2-40B4-BE49-F238E27FC236}">
                <a16:creationId xmlns:a16="http://schemas.microsoft.com/office/drawing/2014/main" id="{B7B0B38B-8063-6263-D443-28BC6DA72E84}"/>
              </a:ext>
            </a:extLst>
          </p:cNvPr>
          <p:cNvGrpSpPr/>
          <p:nvPr userDrawn="1"/>
        </p:nvGrpSpPr>
        <p:grpSpPr>
          <a:xfrm>
            <a:off x="7060557" y="3066086"/>
            <a:ext cx="5244841" cy="4770420"/>
            <a:chOff x="7060557" y="3066086"/>
            <a:chExt cx="5244841" cy="4770420"/>
          </a:xfrm>
        </p:grpSpPr>
        <p:pic>
          <p:nvPicPr>
            <p:cNvPr id="9" name="Graphic 8">
              <a:extLst>
                <a:ext uri="{FF2B5EF4-FFF2-40B4-BE49-F238E27FC236}">
                  <a16:creationId xmlns:a16="http://schemas.microsoft.com/office/drawing/2014/main" id="{A2527BBD-3A6B-A106-5C42-DD09093B0E87}"/>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a:fillRect/>
            </a:stretch>
          </p:blipFill>
          <p:spPr>
            <a:xfrm rot="18943514">
              <a:off x="7534978" y="3066086"/>
              <a:ext cx="4770420" cy="4770420"/>
            </a:xfrm>
            <a:custGeom>
              <a:avLst/>
              <a:gdLst>
                <a:gd name="connsiteX0" fmla="*/ 4770420 w 4770420"/>
                <a:gd name="connsiteY0" fmla="*/ 0 h 4770420"/>
                <a:gd name="connsiteX1" fmla="*/ 4770420 w 4770420"/>
                <a:gd name="connsiteY1" fmla="*/ 3202672 h 4770420"/>
                <a:gd name="connsiteX2" fmla="*/ 3241866 w 4770420"/>
                <a:gd name="connsiteY2" fmla="*/ 4770420 h 4770420"/>
                <a:gd name="connsiteX3" fmla="*/ 2816536 w 4770420"/>
                <a:gd name="connsiteY3" fmla="*/ 4770420 h 4770420"/>
                <a:gd name="connsiteX4" fmla="*/ 0 w 4770420"/>
                <a:gd name="connsiteY4" fmla="*/ 2024298 h 4770420"/>
                <a:gd name="connsiteX5" fmla="*/ 0 w 4770420"/>
                <a:gd name="connsiteY5" fmla="*/ 0 h 4770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0420" h="4770420">
                  <a:moveTo>
                    <a:pt x="4770420" y="0"/>
                  </a:moveTo>
                  <a:lnTo>
                    <a:pt x="4770420" y="3202672"/>
                  </a:lnTo>
                  <a:lnTo>
                    <a:pt x="3241866" y="4770420"/>
                  </a:lnTo>
                  <a:lnTo>
                    <a:pt x="2816536" y="4770420"/>
                  </a:lnTo>
                  <a:lnTo>
                    <a:pt x="0" y="2024298"/>
                  </a:lnTo>
                  <a:lnTo>
                    <a:pt x="0" y="0"/>
                  </a:lnTo>
                  <a:close/>
                </a:path>
              </a:pathLst>
            </a:custGeom>
          </p:spPr>
        </p:pic>
        <p:sp>
          <p:nvSpPr>
            <p:cNvPr id="5" name="Oval 4">
              <a:extLst>
                <a:ext uri="{FF2B5EF4-FFF2-40B4-BE49-F238E27FC236}">
                  <a16:creationId xmlns:a16="http://schemas.microsoft.com/office/drawing/2014/main" id="{3381C846-CF54-4DE2-9322-6D21DE9CA9A2}"/>
                </a:ext>
              </a:extLst>
            </p:cNvPr>
            <p:cNvSpPr/>
            <p:nvPr userDrawn="1"/>
          </p:nvSpPr>
          <p:spPr>
            <a:xfrm>
              <a:off x="7060557" y="3171224"/>
              <a:ext cx="2396785" cy="2396785"/>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Graphic 5">
              <a:extLst>
                <a:ext uri="{FF2B5EF4-FFF2-40B4-BE49-F238E27FC236}">
                  <a16:creationId xmlns:a16="http://schemas.microsoft.com/office/drawing/2014/main" id="{98EB87E0-67AC-6FFF-418B-0790B9E781C8}"/>
                </a:ext>
              </a:extLst>
            </p:cNvPr>
            <p:cNvPicPr>
              <a:picLocks noChangeAspect="1"/>
            </p:cNvPicPr>
            <p:nvPr userDrawn="1"/>
          </p:nvPicPr>
          <p:blipFill>
            <a:blip r:embed="rId6">
              <a:extLst>
                <a:ext uri="{96DAC541-7B7A-43D3-8B79-37D633B846F1}">
                  <asvg:svgBlip xmlns:asvg="http://schemas.microsoft.com/office/drawing/2016/SVG/main" r:embed="rId7"/>
                </a:ext>
              </a:extLst>
            </a:blip>
            <a:srcRect r="63221" b="68140"/>
            <a:stretch>
              <a:fillRect/>
            </a:stretch>
          </p:blipFill>
          <p:spPr>
            <a:xfrm rot="20167644">
              <a:off x="8008419" y="3966747"/>
              <a:ext cx="1617456" cy="1401127"/>
            </a:xfrm>
            <a:custGeom>
              <a:avLst/>
              <a:gdLst>
                <a:gd name="connsiteX0" fmla="*/ 1599694 w 1617456"/>
                <a:gd name="connsiteY0" fmla="*/ 0 h 1401127"/>
                <a:gd name="connsiteX1" fmla="*/ 1613543 w 1617456"/>
                <a:gd name="connsiteY1" fmla="*/ 106537 h 1401127"/>
                <a:gd name="connsiteX2" fmla="*/ 1514632 w 1617456"/>
                <a:gd name="connsiteY2" fmla="*/ 687429 h 1401127"/>
                <a:gd name="connsiteX3" fmla="*/ 48320 w 1617456"/>
                <a:gd name="connsiteY3" fmla="*/ 1342232 h 1401127"/>
                <a:gd name="connsiteX4" fmla="*/ 0 w 1617456"/>
                <a:gd name="connsiteY4" fmla="*/ 1323701 h 1401127"/>
                <a:gd name="connsiteX5" fmla="*/ 0 w 1617456"/>
                <a:gd name="connsiteY5" fmla="*/ 0 h 1401127"/>
                <a:gd name="connsiteX6" fmla="*/ 1599694 w 1617456"/>
                <a:gd name="connsiteY6" fmla="*/ 0 h 1401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7456" h="1401127">
                  <a:moveTo>
                    <a:pt x="1599694" y="0"/>
                  </a:moveTo>
                  <a:lnTo>
                    <a:pt x="1613543" y="106537"/>
                  </a:lnTo>
                  <a:cubicBezTo>
                    <a:pt x="1629175" y="299145"/>
                    <a:pt x="1598337" y="498294"/>
                    <a:pt x="1514632" y="687429"/>
                  </a:cubicBezTo>
                  <a:cubicBezTo>
                    <a:pt x="1263518" y="1254833"/>
                    <a:pt x="625754" y="1530674"/>
                    <a:pt x="48320" y="1342232"/>
                  </a:cubicBezTo>
                  <a:lnTo>
                    <a:pt x="0" y="1323701"/>
                  </a:lnTo>
                  <a:lnTo>
                    <a:pt x="0" y="0"/>
                  </a:lnTo>
                  <a:lnTo>
                    <a:pt x="1599694" y="0"/>
                  </a:lnTo>
                  <a:close/>
                </a:path>
              </a:pathLst>
            </a:custGeom>
          </p:spPr>
        </p:pic>
        <p:pic>
          <p:nvPicPr>
            <p:cNvPr id="11" name="Dayforce logo" descr="Dayforce Logo">
              <a:extLst>
                <a:ext uri="{FF2B5EF4-FFF2-40B4-BE49-F238E27FC236}">
                  <a16:creationId xmlns:a16="http://schemas.microsoft.com/office/drawing/2014/main" id="{579BFAA6-3AA6-7FFE-9C8E-466817EB7FA5}"/>
                </a:ext>
              </a:extLst>
            </p:cNvPr>
            <p:cNvPicPr>
              <a:picLocks noChangeAspect="1"/>
            </p:cNvPicPr>
            <p:nvPr userDrawn="1"/>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642025" y="5584051"/>
              <a:ext cx="1780366" cy="425496"/>
            </a:xfrm>
            <a:prstGeom prst="rect">
              <a:avLst/>
            </a:prstGeom>
          </p:spPr>
        </p:pic>
      </p:grpSp>
      <p:sp>
        <p:nvSpPr>
          <p:cNvPr id="13" name="Title 1">
            <a:extLst>
              <a:ext uri="{FF2B5EF4-FFF2-40B4-BE49-F238E27FC236}">
                <a16:creationId xmlns:a16="http://schemas.microsoft.com/office/drawing/2014/main" id="{2C5779D6-E1C5-56AC-50CD-EC3663FD2F66}"/>
              </a:ext>
            </a:extLst>
          </p:cNvPr>
          <p:cNvSpPr>
            <a:spLocks noGrp="1"/>
          </p:cNvSpPr>
          <p:nvPr userDrawn="1">
            <p:ph type="title" hasCustomPrompt="1"/>
          </p:nvPr>
        </p:nvSpPr>
        <p:spPr>
          <a:xfrm>
            <a:off x="603077" y="1808799"/>
            <a:ext cx="11255485" cy="784800"/>
          </a:xfrm>
        </p:spPr>
        <p:txBody>
          <a:bodyPr/>
          <a:lstStyle>
            <a:lvl1pPr algn="l">
              <a:defRPr sz="6000">
                <a:solidFill>
                  <a:schemeClr val="tx1"/>
                </a:solidFill>
                <a:latin typeface="+mj-lt"/>
              </a:defRPr>
            </a:lvl1pPr>
          </a:lstStyle>
          <a:p>
            <a:r>
              <a:rPr lang="en-US"/>
              <a:t>Thank you</a:t>
            </a:r>
          </a:p>
        </p:txBody>
      </p:sp>
      <p:sp>
        <p:nvSpPr>
          <p:cNvPr id="4" name="TextBox 3">
            <a:extLst>
              <a:ext uri="{FF2B5EF4-FFF2-40B4-BE49-F238E27FC236}">
                <a16:creationId xmlns:a16="http://schemas.microsoft.com/office/drawing/2014/main" id="{D438DC48-53D0-2924-53C6-C0832EA04791}"/>
              </a:ext>
            </a:extLst>
          </p:cNvPr>
          <p:cNvSpPr txBox="1"/>
          <p:nvPr userDrawn="1"/>
        </p:nvSpPr>
        <p:spPr>
          <a:xfrm>
            <a:off x="185806" y="6607387"/>
            <a:ext cx="2589909" cy="230832"/>
          </a:xfrm>
          <a:prstGeom prst="rect">
            <a:avLst/>
          </a:prstGeom>
          <a:noFill/>
        </p:spPr>
        <p:txBody>
          <a:bodyPr wrap="square" lIns="0" tIns="0" rIns="0" bIns="0" rtlCol="0">
            <a:noAutofit/>
          </a:bodyPr>
          <a:lstStyle/>
          <a:p>
            <a:pPr algn="l"/>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223490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showMasterSp="0" preserve="1" userDrawn="1">
  <p:cSld name="Thank you 2">
    <p:bg>
      <p:bgPr>
        <a:solidFill>
          <a:srgbClr val="DEF3FF"/>
        </a:solidFill>
        <a:effectLst/>
      </p:bgPr>
    </p:bg>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EE0CE5CD-C220-7458-23EF-B40E52BD9BC1}"/>
              </a:ext>
            </a:extLst>
          </p:cNvPr>
          <p:cNvGrpSpPr/>
          <p:nvPr userDrawn="1"/>
        </p:nvGrpSpPr>
        <p:grpSpPr>
          <a:xfrm>
            <a:off x="7060557" y="3066086"/>
            <a:ext cx="5767772" cy="4770420"/>
            <a:chOff x="7060557" y="3066086"/>
            <a:chExt cx="5767772" cy="4770420"/>
          </a:xfrm>
        </p:grpSpPr>
        <p:pic>
          <p:nvPicPr>
            <p:cNvPr id="12" name="Graphic 11">
              <a:extLst>
                <a:ext uri="{FF2B5EF4-FFF2-40B4-BE49-F238E27FC236}">
                  <a16:creationId xmlns:a16="http://schemas.microsoft.com/office/drawing/2014/main" id="{6F4F981C-7067-0C0D-2BA8-AE4DA63DFD17}"/>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rot="18943514">
              <a:off x="7534978" y="3066086"/>
              <a:ext cx="4770420" cy="4770420"/>
            </a:xfrm>
            <a:custGeom>
              <a:avLst/>
              <a:gdLst>
                <a:gd name="connsiteX0" fmla="*/ 4770420 w 4770420"/>
                <a:gd name="connsiteY0" fmla="*/ 0 h 4770420"/>
                <a:gd name="connsiteX1" fmla="*/ 4770420 w 4770420"/>
                <a:gd name="connsiteY1" fmla="*/ 3212231 h 4770420"/>
                <a:gd name="connsiteX2" fmla="*/ 3251186 w 4770420"/>
                <a:gd name="connsiteY2" fmla="*/ 4770420 h 4770420"/>
                <a:gd name="connsiteX3" fmla="*/ 2816534 w 4770420"/>
                <a:gd name="connsiteY3" fmla="*/ 4770420 h 4770420"/>
                <a:gd name="connsiteX4" fmla="*/ 0 w 4770420"/>
                <a:gd name="connsiteY4" fmla="*/ 2024301 h 4770420"/>
                <a:gd name="connsiteX5" fmla="*/ 0 w 4770420"/>
                <a:gd name="connsiteY5" fmla="*/ 0 h 4770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0420" h="4770420">
                  <a:moveTo>
                    <a:pt x="4770420" y="0"/>
                  </a:moveTo>
                  <a:lnTo>
                    <a:pt x="4770420" y="3212231"/>
                  </a:lnTo>
                  <a:lnTo>
                    <a:pt x="3251186" y="4770420"/>
                  </a:lnTo>
                  <a:lnTo>
                    <a:pt x="2816534" y="4770420"/>
                  </a:lnTo>
                  <a:lnTo>
                    <a:pt x="0" y="2024301"/>
                  </a:lnTo>
                  <a:lnTo>
                    <a:pt x="0" y="0"/>
                  </a:lnTo>
                  <a:close/>
                </a:path>
              </a:pathLst>
            </a:custGeom>
          </p:spPr>
        </p:pic>
        <p:sp>
          <p:nvSpPr>
            <p:cNvPr id="7" name="Oval 6">
              <a:extLst>
                <a:ext uri="{FF2B5EF4-FFF2-40B4-BE49-F238E27FC236}">
                  <a16:creationId xmlns:a16="http://schemas.microsoft.com/office/drawing/2014/main" id="{99C797D2-6657-3254-0038-11B9949ADCC2}"/>
                </a:ext>
              </a:extLst>
            </p:cNvPr>
            <p:cNvSpPr/>
            <p:nvPr userDrawn="1"/>
          </p:nvSpPr>
          <p:spPr>
            <a:xfrm>
              <a:off x="7060557" y="3171224"/>
              <a:ext cx="2396785" cy="2396785"/>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Graphic 7">
              <a:extLst>
                <a:ext uri="{FF2B5EF4-FFF2-40B4-BE49-F238E27FC236}">
                  <a16:creationId xmlns:a16="http://schemas.microsoft.com/office/drawing/2014/main" id="{40CF8BE4-8B61-666B-6795-DC4E33A10632}"/>
                </a:ext>
              </a:extLst>
            </p:cNvPr>
            <p:cNvPicPr>
              <a:picLocks noChangeAspect="1"/>
            </p:cNvPicPr>
            <p:nvPr userDrawn="1"/>
          </p:nvPicPr>
          <p:blipFill>
            <a:blip r:embed="rId4">
              <a:extLst>
                <a:ext uri="{96DAC541-7B7A-43D3-8B79-37D633B846F1}">
                  <asvg:svgBlip xmlns:asvg="http://schemas.microsoft.com/office/drawing/2016/SVG/main" r:embed="rId5"/>
                </a:ext>
              </a:extLst>
            </a:blip>
            <a:srcRect r="63221" b="68140"/>
            <a:stretch>
              <a:fillRect/>
            </a:stretch>
          </p:blipFill>
          <p:spPr>
            <a:xfrm rot="20167644">
              <a:off x="8008419" y="3966747"/>
              <a:ext cx="1617456" cy="1401127"/>
            </a:xfrm>
            <a:custGeom>
              <a:avLst/>
              <a:gdLst>
                <a:gd name="connsiteX0" fmla="*/ 1599694 w 1617456"/>
                <a:gd name="connsiteY0" fmla="*/ 0 h 1401127"/>
                <a:gd name="connsiteX1" fmla="*/ 1613543 w 1617456"/>
                <a:gd name="connsiteY1" fmla="*/ 106537 h 1401127"/>
                <a:gd name="connsiteX2" fmla="*/ 1514632 w 1617456"/>
                <a:gd name="connsiteY2" fmla="*/ 687429 h 1401127"/>
                <a:gd name="connsiteX3" fmla="*/ 48320 w 1617456"/>
                <a:gd name="connsiteY3" fmla="*/ 1342232 h 1401127"/>
                <a:gd name="connsiteX4" fmla="*/ 0 w 1617456"/>
                <a:gd name="connsiteY4" fmla="*/ 1323701 h 1401127"/>
                <a:gd name="connsiteX5" fmla="*/ 0 w 1617456"/>
                <a:gd name="connsiteY5" fmla="*/ 0 h 1401127"/>
                <a:gd name="connsiteX6" fmla="*/ 1599694 w 1617456"/>
                <a:gd name="connsiteY6" fmla="*/ 0 h 1401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7456" h="1401127">
                  <a:moveTo>
                    <a:pt x="1599694" y="0"/>
                  </a:moveTo>
                  <a:lnTo>
                    <a:pt x="1613543" y="106537"/>
                  </a:lnTo>
                  <a:cubicBezTo>
                    <a:pt x="1629175" y="299145"/>
                    <a:pt x="1598337" y="498294"/>
                    <a:pt x="1514632" y="687429"/>
                  </a:cubicBezTo>
                  <a:cubicBezTo>
                    <a:pt x="1263518" y="1254833"/>
                    <a:pt x="625754" y="1530674"/>
                    <a:pt x="48320" y="1342232"/>
                  </a:cubicBezTo>
                  <a:lnTo>
                    <a:pt x="0" y="1323701"/>
                  </a:lnTo>
                  <a:lnTo>
                    <a:pt x="0" y="0"/>
                  </a:lnTo>
                  <a:lnTo>
                    <a:pt x="1599694" y="0"/>
                  </a:lnTo>
                  <a:close/>
                </a:path>
              </a:pathLst>
            </a:custGeom>
          </p:spPr>
        </p:pic>
        <p:pic>
          <p:nvPicPr>
            <p:cNvPr id="14" name="Graphic 13">
              <a:extLst>
                <a:ext uri="{FF2B5EF4-FFF2-40B4-BE49-F238E27FC236}">
                  <a16:creationId xmlns:a16="http://schemas.microsoft.com/office/drawing/2014/main" id="{7DDBE4DC-E196-A86C-F054-6706F20E9225}"/>
                </a:ext>
              </a:extLst>
            </p:cNvPr>
            <p:cNvPicPr>
              <a:picLocks noChangeAspect="1"/>
            </p:cNvPicPr>
            <p:nvPr userDrawn="1"/>
          </p:nvPicPr>
          <p:blipFill>
            <a:blip r:embed="rId6">
              <a:extLst>
                <a:ext uri="{96DAC541-7B7A-43D3-8B79-37D633B846F1}">
                  <asvg:svgBlip xmlns:asvg="http://schemas.microsoft.com/office/drawing/2016/SVG/main" r:embed="rId7"/>
                </a:ext>
              </a:extLst>
            </a:blip>
            <a:srcRect b="7338"/>
            <a:stretch>
              <a:fillRect/>
            </a:stretch>
          </p:blipFill>
          <p:spPr>
            <a:xfrm rot="20167644">
              <a:off x="8430562" y="3289764"/>
              <a:ext cx="4397767" cy="4075052"/>
            </a:xfrm>
            <a:custGeom>
              <a:avLst/>
              <a:gdLst>
                <a:gd name="connsiteX0" fmla="*/ 4397767 w 4397767"/>
                <a:gd name="connsiteY0" fmla="*/ 1 h 4075052"/>
                <a:gd name="connsiteX1" fmla="*/ 4397767 w 4397767"/>
                <a:gd name="connsiteY1" fmla="*/ 962995 h 4075052"/>
                <a:gd name="connsiteX2" fmla="*/ 3020474 w 4397767"/>
                <a:gd name="connsiteY2" fmla="*/ 4075052 h 4075052"/>
                <a:gd name="connsiteX3" fmla="*/ 0 w 4397767"/>
                <a:gd name="connsiteY3" fmla="*/ 2738290 h 4075052"/>
                <a:gd name="connsiteX4" fmla="*/ 0 w 4397767"/>
                <a:gd name="connsiteY4" fmla="*/ 1323701 h 4075052"/>
                <a:gd name="connsiteX5" fmla="*/ 48320 w 4397767"/>
                <a:gd name="connsiteY5" fmla="*/ 1342232 h 4075052"/>
                <a:gd name="connsiteX6" fmla="*/ 1514632 w 4397767"/>
                <a:gd name="connsiteY6" fmla="*/ 687429 h 4075052"/>
                <a:gd name="connsiteX7" fmla="*/ 1613543 w 4397767"/>
                <a:gd name="connsiteY7" fmla="*/ 106537 h 4075052"/>
                <a:gd name="connsiteX8" fmla="*/ 1599694 w 4397767"/>
                <a:gd name="connsiteY8" fmla="*/ 0 h 4075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97767" h="4075052">
                  <a:moveTo>
                    <a:pt x="4397767" y="1"/>
                  </a:moveTo>
                  <a:lnTo>
                    <a:pt x="4397767" y="962995"/>
                  </a:lnTo>
                  <a:lnTo>
                    <a:pt x="3020474" y="4075052"/>
                  </a:lnTo>
                  <a:lnTo>
                    <a:pt x="0" y="2738290"/>
                  </a:lnTo>
                  <a:lnTo>
                    <a:pt x="0" y="1323701"/>
                  </a:lnTo>
                  <a:lnTo>
                    <a:pt x="48320" y="1342232"/>
                  </a:lnTo>
                  <a:cubicBezTo>
                    <a:pt x="625754" y="1530674"/>
                    <a:pt x="1263517" y="1254833"/>
                    <a:pt x="1514632" y="687429"/>
                  </a:cubicBezTo>
                  <a:cubicBezTo>
                    <a:pt x="1598337" y="498294"/>
                    <a:pt x="1629175" y="299145"/>
                    <a:pt x="1613543" y="106537"/>
                  </a:cubicBezTo>
                  <a:lnTo>
                    <a:pt x="1599694" y="0"/>
                  </a:lnTo>
                  <a:close/>
                </a:path>
              </a:pathLst>
            </a:custGeom>
          </p:spPr>
        </p:pic>
        <p:pic>
          <p:nvPicPr>
            <p:cNvPr id="11" name="Dayforce logo" descr="Dayforce Logo">
              <a:extLst>
                <a:ext uri="{FF2B5EF4-FFF2-40B4-BE49-F238E27FC236}">
                  <a16:creationId xmlns:a16="http://schemas.microsoft.com/office/drawing/2014/main" id="{579BFAA6-3AA6-7FFE-9C8E-466817EB7FA5}"/>
                </a:ext>
              </a:extLst>
            </p:cNvPr>
            <p:cNvPicPr>
              <a:picLocks noChangeAspect="1"/>
            </p:cNvPicPr>
            <p:nvPr userDrawn="1"/>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642025" y="5584051"/>
              <a:ext cx="1780366" cy="425496"/>
            </a:xfrm>
            <a:prstGeom prst="rect">
              <a:avLst/>
            </a:prstGeom>
          </p:spPr>
        </p:pic>
      </p:grpSp>
      <p:sp>
        <p:nvSpPr>
          <p:cNvPr id="2" name="Title 1">
            <a:extLst>
              <a:ext uri="{FF2B5EF4-FFF2-40B4-BE49-F238E27FC236}">
                <a16:creationId xmlns:a16="http://schemas.microsoft.com/office/drawing/2014/main" id="{7B535710-D14C-6227-D831-290A5E7DD25F}"/>
              </a:ext>
            </a:extLst>
          </p:cNvPr>
          <p:cNvSpPr>
            <a:spLocks noGrp="1"/>
          </p:cNvSpPr>
          <p:nvPr userDrawn="1">
            <p:ph type="title" hasCustomPrompt="1"/>
          </p:nvPr>
        </p:nvSpPr>
        <p:spPr>
          <a:xfrm>
            <a:off x="603077" y="1808799"/>
            <a:ext cx="11255485" cy="784800"/>
          </a:xfrm>
        </p:spPr>
        <p:txBody>
          <a:bodyPr/>
          <a:lstStyle>
            <a:lvl1pPr algn="l">
              <a:defRPr sz="6000">
                <a:solidFill>
                  <a:schemeClr val="tx1"/>
                </a:solidFill>
                <a:latin typeface="+mj-lt"/>
              </a:defRPr>
            </a:lvl1pPr>
          </a:lstStyle>
          <a:p>
            <a:r>
              <a:rPr lang="en-US"/>
              <a:t>Thank you</a:t>
            </a:r>
          </a:p>
        </p:txBody>
      </p:sp>
      <p:sp>
        <p:nvSpPr>
          <p:cNvPr id="3" name="TextBox 2">
            <a:extLst>
              <a:ext uri="{FF2B5EF4-FFF2-40B4-BE49-F238E27FC236}">
                <a16:creationId xmlns:a16="http://schemas.microsoft.com/office/drawing/2014/main" id="{C07640EA-8210-8D2F-05E7-D47F8CA28844}"/>
              </a:ext>
            </a:extLst>
          </p:cNvPr>
          <p:cNvSpPr txBox="1"/>
          <p:nvPr userDrawn="1"/>
        </p:nvSpPr>
        <p:spPr>
          <a:xfrm>
            <a:off x="185806" y="6607387"/>
            <a:ext cx="2589909" cy="230832"/>
          </a:xfrm>
          <a:prstGeom prst="rect">
            <a:avLst/>
          </a:prstGeom>
          <a:noFill/>
        </p:spPr>
        <p:txBody>
          <a:bodyPr wrap="square" lIns="0" tIns="0" rIns="0" bIns="0" rtlCol="0">
            <a:noAutofit/>
          </a:bodyPr>
          <a:lstStyle/>
          <a:p>
            <a:pPr algn="l"/>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358146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Thank you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35710-D14C-6227-D831-290A5E7DD25F}"/>
              </a:ext>
            </a:extLst>
          </p:cNvPr>
          <p:cNvSpPr>
            <a:spLocks noGrp="1"/>
          </p:cNvSpPr>
          <p:nvPr userDrawn="1">
            <p:ph type="title" hasCustomPrompt="1"/>
          </p:nvPr>
        </p:nvSpPr>
        <p:spPr>
          <a:xfrm>
            <a:off x="603077" y="1808799"/>
            <a:ext cx="11255485" cy="784800"/>
          </a:xfrm>
        </p:spPr>
        <p:txBody>
          <a:bodyPr/>
          <a:lstStyle>
            <a:lvl1pPr algn="l">
              <a:defRPr sz="6000">
                <a:solidFill>
                  <a:schemeClr val="bg2"/>
                </a:solidFill>
                <a:latin typeface="+mj-lt"/>
              </a:defRPr>
            </a:lvl1pPr>
          </a:lstStyle>
          <a:p>
            <a:r>
              <a:rPr lang="en-US"/>
              <a:t>Thank you</a:t>
            </a:r>
          </a:p>
        </p:txBody>
      </p:sp>
      <p:grpSp>
        <p:nvGrpSpPr>
          <p:cNvPr id="8" name="Group 7">
            <a:extLst>
              <a:ext uri="{FF2B5EF4-FFF2-40B4-BE49-F238E27FC236}">
                <a16:creationId xmlns:a16="http://schemas.microsoft.com/office/drawing/2014/main" id="{CC2C5B83-AFDD-2F03-3983-5AB3B4F8FFFE}"/>
              </a:ext>
            </a:extLst>
          </p:cNvPr>
          <p:cNvGrpSpPr/>
          <p:nvPr userDrawn="1"/>
        </p:nvGrpSpPr>
        <p:grpSpPr>
          <a:xfrm>
            <a:off x="7045350" y="3066086"/>
            <a:ext cx="5782979" cy="4770420"/>
            <a:chOff x="7045350" y="3066086"/>
            <a:chExt cx="5782979" cy="4770420"/>
          </a:xfrm>
        </p:grpSpPr>
        <p:pic>
          <p:nvPicPr>
            <p:cNvPr id="5" name="Graphic 4">
              <a:extLst>
                <a:ext uri="{FF2B5EF4-FFF2-40B4-BE49-F238E27FC236}">
                  <a16:creationId xmlns:a16="http://schemas.microsoft.com/office/drawing/2014/main" id="{9392D199-41ED-47D2-5503-35485B7B6BF0}"/>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rot="18943514">
              <a:off x="7534978" y="3066086"/>
              <a:ext cx="4770420" cy="4770420"/>
            </a:xfrm>
            <a:custGeom>
              <a:avLst/>
              <a:gdLst>
                <a:gd name="connsiteX0" fmla="*/ 4770420 w 4770420"/>
                <a:gd name="connsiteY0" fmla="*/ 0 h 4770420"/>
                <a:gd name="connsiteX1" fmla="*/ 4770420 w 4770420"/>
                <a:gd name="connsiteY1" fmla="*/ 3212231 h 4770420"/>
                <a:gd name="connsiteX2" fmla="*/ 3251186 w 4770420"/>
                <a:gd name="connsiteY2" fmla="*/ 4770420 h 4770420"/>
                <a:gd name="connsiteX3" fmla="*/ 2816534 w 4770420"/>
                <a:gd name="connsiteY3" fmla="*/ 4770420 h 4770420"/>
                <a:gd name="connsiteX4" fmla="*/ 0 w 4770420"/>
                <a:gd name="connsiteY4" fmla="*/ 2024301 h 4770420"/>
                <a:gd name="connsiteX5" fmla="*/ 0 w 4770420"/>
                <a:gd name="connsiteY5" fmla="*/ 0 h 4770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0420" h="4770420">
                  <a:moveTo>
                    <a:pt x="4770420" y="0"/>
                  </a:moveTo>
                  <a:lnTo>
                    <a:pt x="4770420" y="3212231"/>
                  </a:lnTo>
                  <a:lnTo>
                    <a:pt x="3251186" y="4770420"/>
                  </a:lnTo>
                  <a:lnTo>
                    <a:pt x="2816534" y="4770420"/>
                  </a:lnTo>
                  <a:lnTo>
                    <a:pt x="0" y="2024301"/>
                  </a:lnTo>
                  <a:lnTo>
                    <a:pt x="0" y="0"/>
                  </a:lnTo>
                  <a:close/>
                </a:path>
              </a:pathLst>
            </a:custGeom>
          </p:spPr>
        </p:pic>
        <p:sp>
          <p:nvSpPr>
            <p:cNvPr id="19" name="Oval 18">
              <a:extLst>
                <a:ext uri="{FF2B5EF4-FFF2-40B4-BE49-F238E27FC236}">
                  <a16:creationId xmlns:a16="http://schemas.microsoft.com/office/drawing/2014/main" id="{C526AB1E-B756-FFC5-1D93-C877D8534F0A}"/>
                </a:ext>
              </a:extLst>
            </p:cNvPr>
            <p:cNvSpPr/>
            <p:nvPr userDrawn="1"/>
          </p:nvSpPr>
          <p:spPr>
            <a:xfrm>
              <a:off x="7060557" y="3171224"/>
              <a:ext cx="2396785" cy="2396785"/>
            </a:xfrm>
            <a:prstGeom prst="ellipse">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Graphic 19">
              <a:extLst>
                <a:ext uri="{FF2B5EF4-FFF2-40B4-BE49-F238E27FC236}">
                  <a16:creationId xmlns:a16="http://schemas.microsoft.com/office/drawing/2014/main" id="{4AE0E722-90C4-8CA0-3AC1-90C92AF41E2A}"/>
                </a:ext>
              </a:extLst>
            </p:cNvPr>
            <p:cNvPicPr>
              <a:picLocks noChangeAspect="1"/>
            </p:cNvPicPr>
            <p:nvPr userDrawn="1"/>
          </p:nvPicPr>
          <p:blipFill>
            <a:blip r:embed="rId4">
              <a:extLst>
                <a:ext uri="{96DAC541-7B7A-43D3-8B79-37D633B846F1}">
                  <asvg:svgBlip xmlns:asvg="http://schemas.microsoft.com/office/drawing/2016/SVG/main" r:embed="rId5"/>
                </a:ext>
              </a:extLst>
            </a:blip>
            <a:srcRect r="63221" b="68140"/>
            <a:stretch>
              <a:fillRect/>
            </a:stretch>
          </p:blipFill>
          <p:spPr>
            <a:xfrm rot="20167644">
              <a:off x="8008419" y="3966747"/>
              <a:ext cx="1617456" cy="1401127"/>
            </a:xfrm>
            <a:custGeom>
              <a:avLst/>
              <a:gdLst>
                <a:gd name="connsiteX0" fmla="*/ 1599694 w 1617456"/>
                <a:gd name="connsiteY0" fmla="*/ 0 h 1401127"/>
                <a:gd name="connsiteX1" fmla="*/ 1613543 w 1617456"/>
                <a:gd name="connsiteY1" fmla="*/ 106537 h 1401127"/>
                <a:gd name="connsiteX2" fmla="*/ 1514632 w 1617456"/>
                <a:gd name="connsiteY2" fmla="*/ 687429 h 1401127"/>
                <a:gd name="connsiteX3" fmla="*/ 48320 w 1617456"/>
                <a:gd name="connsiteY3" fmla="*/ 1342232 h 1401127"/>
                <a:gd name="connsiteX4" fmla="*/ 0 w 1617456"/>
                <a:gd name="connsiteY4" fmla="*/ 1323701 h 1401127"/>
                <a:gd name="connsiteX5" fmla="*/ 0 w 1617456"/>
                <a:gd name="connsiteY5" fmla="*/ 0 h 1401127"/>
                <a:gd name="connsiteX6" fmla="*/ 1599694 w 1617456"/>
                <a:gd name="connsiteY6" fmla="*/ 0 h 1401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7456" h="1401127">
                  <a:moveTo>
                    <a:pt x="1599694" y="0"/>
                  </a:moveTo>
                  <a:lnTo>
                    <a:pt x="1613543" y="106537"/>
                  </a:lnTo>
                  <a:cubicBezTo>
                    <a:pt x="1629175" y="299145"/>
                    <a:pt x="1598337" y="498294"/>
                    <a:pt x="1514632" y="687429"/>
                  </a:cubicBezTo>
                  <a:cubicBezTo>
                    <a:pt x="1263518" y="1254833"/>
                    <a:pt x="625754" y="1530674"/>
                    <a:pt x="48320" y="1342232"/>
                  </a:cubicBezTo>
                  <a:lnTo>
                    <a:pt x="0" y="1323701"/>
                  </a:lnTo>
                  <a:lnTo>
                    <a:pt x="0" y="0"/>
                  </a:lnTo>
                  <a:lnTo>
                    <a:pt x="1599694" y="0"/>
                  </a:lnTo>
                  <a:close/>
                </a:path>
              </a:pathLst>
            </a:custGeom>
          </p:spPr>
        </p:pic>
        <p:pic>
          <p:nvPicPr>
            <p:cNvPr id="7" name="Graphic 6">
              <a:extLst>
                <a:ext uri="{FF2B5EF4-FFF2-40B4-BE49-F238E27FC236}">
                  <a16:creationId xmlns:a16="http://schemas.microsoft.com/office/drawing/2014/main" id="{731CA3C3-D9B7-0846-AF77-F2D925752AAA}"/>
                </a:ext>
              </a:extLst>
            </p:cNvPr>
            <p:cNvPicPr>
              <a:picLocks noChangeAspect="1"/>
            </p:cNvPicPr>
            <p:nvPr userDrawn="1"/>
          </p:nvPicPr>
          <p:blipFill>
            <a:blip r:embed="rId6">
              <a:extLst>
                <a:ext uri="{96DAC541-7B7A-43D3-8B79-37D633B846F1}">
                  <asvg:svgBlip xmlns:asvg="http://schemas.microsoft.com/office/drawing/2016/SVG/main" r:embed="rId7"/>
                </a:ext>
              </a:extLst>
            </a:blip>
            <a:srcRect b="7338"/>
            <a:stretch>
              <a:fillRect/>
            </a:stretch>
          </p:blipFill>
          <p:spPr>
            <a:xfrm rot="20167644">
              <a:off x="8430562" y="3289764"/>
              <a:ext cx="4397767" cy="4075052"/>
            </a:xfrm>
            <a:custGeom>
              <a:avLst/>
              <a:gdLst>
                <a:gd name="connsiteX0" fmla="*/ 4397767 w 4397767"/>
                <a:gd name="connsiteY0" fmla="*/ 1 h 4075052"/>
                <a:gd name="connsiteX1" fmla="*/ 4397767 w 4397767"/>
                <a:gd name="connsiteY1" fmla="*/ 962995 h 4075052"/>
                <a:gd name="connsiteX2" fmla="*/ 3020474 w 4397767"/>
                <a:gd name="connsiteY2" fmla="*/ 4075052 h 4075052"/>
                <a:gd name="connsiteX3" fmla="*/ 0 w 4397767"/>
                <a:gd name="connsiteY3" fmla="*/ 2738290 h 4075052"/>
                <a:gd name="connsiteX4" fmla="*/ 0 w 4397767"/>
                <a:gd name="connsiteY4" fmla="*/ 1323701 h 4075052"/>
                <a:gd name="connsiteX5" fmla="*/ 48320 w 4397767"/>
                <a:gd name="connsiteY5" fmla="*/ 1342232 h 4075052"/>
                <a:gd name="connsiteX6" fmla="*/ 1514632 w 4397767"/>
                <a:gd name="connsiteY6" fmla="*/ 687429 h 4075052"/>
                <a:gd name="connsiteX7" fmla="*/ 1613543 w 4397767"/>
                <a:gd name="connsiteY7" fmla="*/ 106537 h 4075052"/>
                <a:gd name="connsiteX8" fmla="*/ 1599694 w 4397767"/>
                <a:gd name="connsiteY8" fmla="*/ 0 h 4075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97767" h="4075052">
                  <a:moveTo>
                    <a:pt x="4397767" y="1"/>
                  </a:moveTo>
                  <a:lnTo>
                    <a:pt x="4397767" y="962995"/>
                  </a:lnTo>
                  <a:lnTo>
                    <a:pt x="3020474" y="4075052"/>
                  </a:lnTo>
                  <a:lnTo>
                    <a:pt x="0" y="2738290"/>
                  </a:lnTo>
                  <a:lnTo>
                    <a:pt x="0" y="1323701"/>
                  </a:lnTo>
                  <a:lnTo>
                    <a:pt x="48320" y="1342232"/>
                  </a:lnTo>
                  <a:cubicBezTo>
                    <a:pt x="625754" y="1530674"/>
                    <a:pt x="1263517" y="1254833"/>
                    <a:pt x="1514632" y="687429"/>
                  </a:cubicBezTo>
                  <a:cubicBezTo>
                    <a:pt x="1598337" y="498294"/>
                    <a:pt x="1629175" y="299145"/>
                    <a:pt x="1613543" y="106537"/>
                  </a:cubicBezTo>
                  <a:lnTo>
                    <a:pt x="1599694" y="0"/>
                  </a:lnTo>
                  <a:close/>
                </a:path>
              </a:pathLst>
            </a:custGeom>
          </p:spPr>
        </p:pic>
        <p:pic>
          <p:nvPicPr>
            <p:cNvPr id="11" name="Dayforce logo" descr="Dayforce Logo">
              <a:extLst>
                <a:ext uri="{FF2B5EF4-FFF2-40B4-BE49-F238E27FC236}">
                  <a16:creationId xmlns:a16="http://schemas.microsoft.com/office/drawing/2014/main" id="{579BFAA6-3AA6-7FFE-9C8E-466817EB7FA5}"/>
                </a:ext>
              </a:extLst>
            </p:cNvPr>
            <p:cNvPicPr>
              <a:picLocks noChangeAspect="1"/>
            </p:cNvPicPr>
            <p:nvPr userDrawn="1"/>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642025" y="5584051"/>
              <a:ext cx="1780366" cy="425496"/>
            </a:xfrm>
            <a:prstGeom prst="rect">
              <a:avLst/>
            </a:prstGeom>
          </p:spPr>
        </p:pic>
        <p:pic>
          <p:nvPicPr>
            <p:cNvPr id="9" name="Graphic 8">
              <a:extLst>
                <a:ext uri="{FF2B5EF4-FFF2-40B4-BE49-F238E27FC236}">
                  <a16:creationId xmlns:a16="http://schemas.microsoft.com/office/drawing/2014/main" id="{CF7A95FB-D259-EACF-2C94-FB54BA137DD8}"/>
                </a:ext>
              </a:extLst>
            </p:cNvPr>
            <p:cNvPicPr>
              <a:picLocks noChangeAspect="1"/>
            </p:cNvPicPr>
            <p:nvPr userDrawn="1"/>
          </p:nvPicPr>
          <p:blipFill>
            <a:blip r:embed="rId10">
              <a:extLst>
                <a:ext uri="{96DAC541-7B7A-43D3-8B79-37D633B846F1}">
                  <asvg:svgBlip xmlns:asvg="http://schemas.microsoft.com/office/drawing/2016/SVG/main" r:embed="rId11"/>
                </a:ext>
              </a:extLst>
            </a:blip>
            <a:srcRect l="-17735" t="-22654" r="63625" b="69901"/>
            <a:stretch>
              <a:fillRect/>
            </a:stretch>
          </p:blipFill>
          <p:spPr>
            <a:xfrm rot="20167644">
              <a:off x="7045350" y="3177830"/>
              <a:ext cx="2379622" cy="2319960"/>
            </a:xfrm>
            <a:custGeom>
              <a:avLst/>
              <a:gdLst>
                <a:gd name="connsiteX0" fmla="*/ 1683687 w 2379622"/>
                <a:gd name="connsiteY0" fmla="*/ 102825 h 2319960"/>
                <a:gd name="connsiteX1" fmla="*/ 2378568 w 2379622"/>
                <a:gd name="connsiteY1" fmla="*/ 988148 h 2319960"/>
                <a:gd name="connsiteX2" fmla="*/ 2379622 w 2379622"/>
                <a:gd name="connsiteY2" fmla="*/ 996259 h 2319960"/>
                <a:gd name="connsiteX3" fmla="*/ 779928 w 2379622"/>
                <a:gd name="connsiteY3" fmla="*/ 996259 h 2319960"/>
                <a:gd name="connsiteX4" fmla="*/ 779928 w 2379622"/>
                <a:gd name="connsiteY4" fmla="*/ 2319960 h 2319960"/>
                <a:gd name="connsiteX5" fmla="*/ 713697 w 2379622"/>
                <a:gd name="connsiteY5" fmla="*/ 2294561 h 2319960"/>
                <a:gd name="connsiteX6" fmla="*/ 102825 w 2379622"/>
                <a:gd name="connsiteY6" fmla="*/ 713698 h 2319960"/>
                <a:gd name="connsiteX7" fmla="*/ 1683687 w 2379622"/>
                <a:gd name="connsiteY7" fmla="*/ 102825 h 2319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79622" h="2319960">
                  <a:moveTo>
                    <a:pt x="1683687" y="102825"/>
                  </a:moveTo>
                  <a:cubicBezTo>
                    <a:pt x="2061957" y="270235"/>
                    <a:pt x="2310642" y="609488"/>
                    <a:pt x="2378568" y="988148"/>
                  </a:cubicBezTo>
                  <a:lnTo>
                    <a:pt x="2379622" y="996259"/>
                  </a:lnTo>
                  <a:lnTo>
                    <a:pt x="779928" y="996259"/>
                  </a:lnTo>
                  <a:lnTo>
                    <a:pt x="779928" y="2319960"/>
                  </a:lnTo>
                  <a:lnTo>
                    <a:pt x="713697" y="2294561"/>
                  </a:lnTo>
                  <a:cubicBezTo>
                    <a:pt x="108467" y="2026705"/>
                    <a:pt x="-165031" y="1318929"/>
                    <a:pt x="102825" y="713698"/>
                  </a:cubicBezTo>
                  <a:cubicBezTo>
                    <a:pt x="370680" y="108467"/>
                    <a:pt x="1078456" y="-165030"/>
                    <a:pt x="1683687" y="102825"/>
                  </a:cubicBezTo>
                  <a:close/>
                </a:path>
              </a:pathLst>
            </a:custGeom>
          </p:spPr>
        </p:pic>
      </p:grpSp>
      <p:sp>
        <p:nvSpPr>
          <p:cNvPr id="3" name="TextBox 2">
            <a:extLst>
              <a:ext uri="{FF2B5EF4-FFF2-40B4-BE49-F238E27FC236}">
                <a16:creationId xmlns:a16="http://schemas.microsoft.com/office/drawing/2014/main" id="{A50084F7-4C84-B42B-548E-FA3F16E4F5A2}"/>
              </a:ext>
            </a:extLst>
          </p:cNvPr>
          <p:cNvSpPr txBox="1"/>
          <p:nvPr userDrawn="1"/>
        </p:nvSpPr>
        <p:spPr>
          <a:xfrm>
            <a:off x="185806" y="6607387"/>
            <a:ext cx="2589909" cy="230832"/>
          </a:xfrm>
          <a:prstGeom prst="rect">
            <a:avLst/>
          </a:prstGeom>
          <a:noFill/>
        </p:spPr>
        <p:txBody>
          <a:bodyPr wrap="square" lIns="0" tIns="0" rIns="0" bIns="0" rtlCol="0">
            <a:noAutofit/>
          </a:bodyPr>
          <a:lstStyle/>
          <a:p>
            <a:pPr algn="l"/>
            <a:r>
              <a:rPr lang="en-US" sz="800" b="0" dirty="0">
                <a:solidFill>
                  <a:schemeClr val="bg1"/>
                </a:solidFill>
                <a:latin typeface="Clarika Grotesque" pitchFamily="2" charset="77"/>
              </a:rPr>
              <a:t>© Dayforce</a:t>
            </a:r>
          </a:p>
        </p:txBody>
      </p:sp>
    </p:spTree>
    <p:extLst>
      <p:ext uri="{BB962C8B-B14F-4D97-AF65-F5344CB8AC3E}">
        <p14:creationId xmlns:p14="http://schemas.microsoft.com/office/powerpoint/2010/main" val="30730717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1_Thank you 3">
    <p:bg>
      <p:bgPr>
        <a:solidFill>
          <a:schemeClr val="tx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535710-D14C-6227-D831-290A5E7DD25F}"/>
              </a:ext>
            </a:extLst>
          </p:cNvPr>
          <p:cNvSpPr>
            <a:spLocks noGrp="1"/>
          </p:cNvSpPr>
          <p:nvPr userDrawn="1">
            <p:ph type="title" hasCustomPrompt="1"/>
          </p:nvPr>
        </p:nvSpPr>
        <p:spPr>
          <a:xfrm>
            <a:off x="603077" y="1808799"/>
            <a:ext cx="11255485" cy="784800"/>
          </a:xfrm>
        </p:spPr>
        <p:txBody>
          <a:bodyPr/>
          <a:lstStyle>
            <a:lvl1pPr algn="l">
              <a:defRPr sz="6000">
                <a:solidFill>
                  <a:schemeClr val="bg2"/>
                </a:solidFill>
                <a:latin typeface="+mj-lt"/>
              </a:defRPr>
            </a:lvl1pPr>
          </a:lstStyle>
          <a:p>
            <a:r>
              <a:rPr lang="en-US"/>
              <a:t>Thank you</a:t>
            </a:r>
          </a:p>
        </p:txBody>
      </p:sp>
      <p:grpSp>
        <p:nvGrpSpPr>
          <p:cNvPr id="8" name="Group 7">
            <a:extLst>
              <a:ext uri="{FF2B5EF4-FFF2-40B4-BE49-F238E27FC236}">
                <a16:creationId xmlns:a16="http://schemas.microsoft.com/office/drawing/2014/main" id="{AFE069A0-78E9-5D55-BC44-F07492E84160}"/>
              </a:ext>
            </a:extLst>
          </p:cNvPr>
          <p:cNvGrpSpPr/>
          <p:nvPr userDrawn="1"/>
        </p:nvGrpSpPr>
        <p:grpSpPr>
          <a:xfrm>
            <a:off x="7045350" y="3066086"/>
            <a:ext cx="5782979" cy="4770420"/>
            <a:chOff x="7045350" y="3066086"/>
            <a:chExt cx="5782979" cy="4770420"/>
          </a:xfrm>
        </p:grpSpPr>
        <p:pic>
          <p:nvPicPr>
            <p:cNvPr id="5" name="Graphic 4">
              <a:extLst>
                <a:ext uri="{FF2B5EF4-FFF2-40B4-BE49-F238E27FC236}">
                  <a16:creationId xmlns:a16="http://schemas.microsoft.com/office/drawing/2014/main" id="{A60869C0-0842-920F-9D2F-18AB65A5A112}"/>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rot="18943514">
              <a:off x="7534978" y="3066086"/>
              <a:ext cx="4770420" cy="4770420"/>
            </a:xfrm>
            <a:custGeom>
              <a:avLst/>
              <a:gdLst>
                <a:gd name="connsiteX0" fmla="*/ 4770420 w 4770420"/>
                <a:gd name="connsiteY0" fmla="*/ 0 h 4770420"/>
                <a:gd name="connsiteX1" fmla="*/ 4770420 w 4770420"/>
                <a:gd name="connsiteY1" fmla="*/ 3212231 h 4770420"/>
                <a:gd name="connsiteX2" fmla="*/ 3251186 w 4770420"/>
                <a:gd name="connsiteY2" fmla="*/ 4770420 h 4770420"/>
                <a:gd name="connsiteX3" fmla="*/ 2816534 w 4770420"/>
                <a:gd name="connsiteY3" fmla="*/ 4770420 h 4770420"/>
                <a:gd name="connsiteX4" fmla="*/ 0 w 4770420"/>
                <a:gd name="connsiteY4" fmla="*/ 2024301 h 4770420"/>
                <a:gd name="connsiteX5" fmla="*/ 0 w 4770420"/>
                <a:gd name="connsiteY5" fmla="*/ 0 h 4770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70420" h="4770420">
                  <a:moveTo>
                    <a:pt x="4770420" y="0"/>
                  </a:moveTo>
                  <a:lnTo>
                    <a:pt x="4770420" y="3212231"/>
                  </a:lnTo>
                  <a:lnTo>
                    <a:pt x="3251186" y="4770420"/>
                  </a:lnTo>
                  <a:lnTo>
                    <a:pt x="2816534" y="4770420"/>
                  </a:lnTo>
                  <a:lnTo>
                    <a:pt x="0" y="2024301"/>
                  </a:lnTo>
                  <a:lnTo>
                    <a:pt x="0" y="0"/>
                  </a:lnTo>
                  <a:close/>
                </a:path>
              </a:pathLst>
            </a:custGeom>
          </p:spPr>
        </p:pic>
        <p:sp>
          <p:nvSpPr>
            <p:cNvPr id="19" name="Oval 18">
              <a:extLst>
                <a:ext uri="{FF2B5EF4-FFF2-40B4-BE49-F238E27FC236}">
                  <a16:creationId xmlns:a16="http://schemas.microsoft.com/office/drawing/2014/main" id="{C526AB1E-B756-FFC5-1D93-C877D8534F0A}"/>
                </a:ext>
              </a:extLst>
            </p:cNvPr>
            <p:cNvSpPr/>
            <p:nvPr userDrawn="1"/>
          </p:nvSpPr>
          <p:spPr>
            <a:xfrm>
              <a:off x="7060557" y="3171224"/>
              <a:ext cx="2396785" cy="2396785"/>
            </a:xfrm>
            <a:prstGeom prst="ellipse">
              <a:avLst/>
            </a:prstGeom>
            <a:solidFill>
              <a:srgbClr val="BCF76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Graphic 19">
              <a:extLst>
                <a:ext uri="{FF2B5EF4-FFF2-40B4-BE49-F238E27FC236}">
                  <a16:creationId xmlns:a16="http://schemas.microsoft.com/office/drawing/2014/main" id="{4AE0E722-90C4-8CA0-3AC1-90C92AF41E2A}"/>
                </a:ext>
              </a:extLst>
            </p:cNvPr>
            <p:cNvPicPr>
              <a:picLocks noChangeAspect="1"/>
            </p:cNvPicPr>
            <p:nvPr userDrawn="1"/>
          </p:nvPicPr>
          <p:blipFill>
            <a:blip r:embed="rId4">
              <a:extLst>
                <a:ext uri="{96DAC541-7B7A-43D3-8B79-37D633B846F1}">
                  <asvg:svgBlip xmlns:asvg="http://schemas.microsoft.com/office/drawing/2016/SVG/main" r:embed="rId5"/>
                </a:ext>
              </a:extLst>
            </a:blip>
            <a:srcRect r="63221" b="68140"/>
            <a:stretch>
              <a:fillRect/>
            </a:stretch>
          </p:blipFill>
          <p:spPr>
            <a:xfrm rot="20167644">
              <a:off x="8008419" y="3966747"/>
              <a:ext cx="1617456" cy="1401127"/>
            </a:xfrm>
            <a:custGeom>
              <a:avLst/>
              <a:gdLst>
                <a:gd name="connsiteX0" fmla="*/ 1599694 w 1617456"/>
                <a:gd name="connsiteY0" fmla="*/ 0 h 1401127"/>
                <a:gd name="connsiteX1" fmla="*/ 1613543 w 1617456"/>
                <a:gd name="connsiteY1" fmla="*/ 106537 h 1401127"/>
                <a:gd name="connsiteX2" fmla="*/ 1514632 w 1617456"/>
                <a:gd name="connsiteY2" fmla="*/ 687429 h 1401127"/>
                <a:gd name="connsiteX3" fmla="*/ 48320 w 1617456"/>
                <a:gd name="connsiteY3" fmla="*/ 1342232 h 1401127"/>
                <a:gd name="connsiteX4" fmla="*/ 0 w 1617456"/>
                <a:gd name="connsiteY4" fmla="*/ 1323701 h 1401127"/>
                <a:gd name="connsiteX5" fmla="*/ 0 w 1617456"/>
                <a:gd name="connsiteY5" fmla="*/ 0 h 1401127"/>
                <a:gd name="connsiteX6" fmla="*/ 1599694 w 1617456"/>
                <a:gd name="connsiteY6" fmla="*/ 0 h 14011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7456" h="1401127">
                  <a:moveTo>
                    <a:pt x="1599694" y="0"/>
                  </a:moveTo>
                  <a:lnTo>
                    <a:pt x="1613543" y="106537"/>
                  </a:lnTo>
                  <a:cubicBezTo>
                    <a:pt x="1629175" y="299145"/>
                    <a:pt x="1598337" y="498294"/>
                    <a:pt x="1514632" y="687429"/>
                  </a:cubicBezTo>
                  <a:cubicBezTo>
                    <a:pt x="1263518" y="1254833"/>
                    <a:pt x="625754" y="1530674"/>
                    <a:pt x="48320" y="1342232"/>
                  </a:cubicBezTo>
                  <a:lnTo>
                    <a:pt x="0" y="1323701"/>
                  </a:lnTo>
                  <a:lnTo>
                    <a:pt x="0" y="0"/>
                  </a:lnTo>
                  <a:lnTo>
                    <a:pt x="1599694" y="0"/>
                  </a:lnTo>
                  <a:close/>
                </a:path>
              </a:pathLst>
            </a:custGeom>
          </p:spPr>
        </p:pic>
        <p:pic>
          <p:nvPicPr>
            <p:cNvPr id="7" name="Graphic 6">
              <a:extLst>
                <a:ext uri="{FF2B5EF4-FFF2-40B4-BE49-F238E27FC236}">
                  <a16:creationId xmlns:a16="http://schemas.microsoft.com/office/drawing/2014/main" id="{590049E0-644F-EB8D-618C-B959BF50E0E9}"/>
                </a:ext>
              </a:extLst>
            </p:cNvPr>
            <p:cNvPicPr>
              <a:picLocks noChangeAspect="1"/>
            </p:cNvPicPr>
            <p:nvPr userDrawn="1"/>
          </p:nvPicPr>
          <p:blipFill>
            <a:blip r:embed="rId6">
              <a:extLst>
                <a:ext uri="{96DAC541-7B7A-43D3-8B79-37D633B846F1}">
                  <asvg:svgBlip xmlns:asvg="http://schemas.microsoft.com/office/drawing/2016/SVG/main" r:embed="rId7"/>
                </a:ext>
              </a:extLst>
            </a:blip>
            <a:srcRect b="7338"/>
            <a:stretch>
              <a:fillRect/>
            </a:stretch>
          </p:blipFill>
          <p:spPr>
            <a:xfrm rot="20167644">
              <a:off x="8430562" y="3289764"/>
              <a:ext cx="4397767" cy="4075052"/>
            </a:xfrm>
            <a:custGeom>
              <a:avLst/>
              <a:gdLst>
                <a:gd name="connsiteX0" fmla="*/ 4397767 w 4397767"/>
                <a:gd name="connsiteY0" fmla="*/ 1 h 4075052"/>
                <a:gd name="connsiteX1" fmla="*/ 4397767 w 4397767"/>
                <a:gd name="connsiteY1" fmla="*/ 962995 h 4075052"/>
                <a:gd name="connsiteX2" fmla="*/ 3020474 w 4397767"/>
                <a:gd name="connsiteY2" fmla="*/ 4075052 h 4075052"/>
                <a:gd name="connsiteX3" fmla="*/ 0 w 4397767"/>
                <a:gd name="connsiteY3" fmla="*/ 2738290 h 4075052"/>
                <a:gd name="connsiteX4" fmla="*/ 0 w 4397767"/>
                <a:gd name="connsiteY4" fmla="*/ 1323701 h 4075052"/>
                <a:gd name="connsiteX5" fmla="*/ 48320 w 4397767"/>
                <a:gd name="connsiteY5" fmla="*/ 1342232 h 4075052"/>
                <a:gd name="connsiteX6" fmla="*/ 1514632 w 4397767"/>
                <a:gd name="connsiteY6" fmla="*/ 687429 h 4075052"/>
                <a:gd name="connsiteX7" fmla="*/ 1613543 w 4397767"/>
                <a:gd name="connsiteY7" fmla="*/ 106537 h 4075052"/>
                <a:gd name="connsiteX8" fmla="*/ 1599694 w 4397767"/>
                <a:gd name="connsiteY8" fmla="*/ 0 h 40750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397767" h="4075052">
                  <a:moveTo>
                    <a:pt x="4397767" y="1"/>
                  </a:moveTo>
                  <a:lnTo>
                    <a:pt x="4397767" y="962995"/>
                  </a:lnTo>
                  <a:lnTo>
                    <a:pt x="3020474" y="4075052"/>
                  </a:lnTo>
                  <a:lnTo>
                    <a:pt x="0" y="2738290"/>
                  </a:lnTo>
                  <a:lnTo>
                    <a:pt x="0" y="1323701"/>
                  </a:lnTo>
                  <a:lnTo>
                    <a:pt x="48320" y="1342232"/>
                  </a:lnTo>
                  <a:cubicBezTo>
                    <a:pt x="625754" y="1530674"/>
                    <a:pt x="1263517" y="1254833"/>
                    <a:pt x="1514632" y="687429"/>
                  </a:cubicBezTo>
                  <a:cubicBezTo>
                    <a:pt x="1598337" y="498294"/>
                    <a:pt x="1629175" y="299145"/>
                    <a:pt x="1613543" y="106537"/>
                  </a:cubicBezTo>
                  <a:lnTo>
                    <a:pt x="1599694" y="0"/>
                  </a:lnTo>
                  <a:close/>
                </a:path>
              </a:pathLst>
            </a:custGeom>
          </p:spPr>
        </p:pic>
        <p:pic>
          <p:nvPicPr>
            <p:cNvPr id="11" name="Dayforce logo" descr="Dayforce Logo">
              <a:extLst>
                <a:ext uri="{FF2B5EF4-FFF2-40B4-BE49-F238E27FC236}">
                  <a16:creationId xmlns:a16="http://schemas.microsoft.com/office/drawing/2014/main" id="{579BFAA6-3AA6-7FFE-9C8E-466817EB7FA5}"/>
                </a:ext>
              </a:extLst>
            </p:cNvPr>
            <p:cNvPicPr>
              <a:picLocks noChangeAspect="1"/>
            </p:cNvPicPr>
            <p:nvPr userDrawn="1"/>
          </p:nvPicPr>
          <p:blipFill>
            <a:blip r:embed="rId8" cstate="print">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9642025" y="5584051"/>
              <a:ext cx="1780366" cy="425496"/>
            </a:xfrm>
            <a:prstGeom prst="rect">
              <a:avLst/>
            </a:prstGeom>
          </p:spPr>
        </p:pic>
        <p:pic>
          <p:nvPicPr>
            <p:cNvPr id="9" name="Graphic 8">
              <a:extLst>
                <a:ext uri="{FF2B5EF4-FFF2-40B4-BE49-F238E27FC236}">
                  <a16:creationId xmlns:a16="http://schemas.microsoft.com/office/drawing/2014/main" id="{CF7A95FB-D259-EACF-2C94-FB54BA137DD8}"/>
                </a:ext>
              </a:extLst>
            </p:cNvPr>
            <p:cNvPicPr>
              <a:picLocks noChangeAspect="1"/>
            </p:cNvPicPr>
            <p:nvPr userDrawn="1"/>
          </p:nvPicPr>
          <p:blipFill>
            <a:blip r:embed="rId10">
              <a:extLst>
                <a:ext uri="{96DAC541-7B7A-43D3-8B79-37D633B846F1}">
                  <asvg:svgBlip xmlns:asvg="http://schemas.microsoft.com/office/drawing/2016/SVG/main" r:embed="rId11"/>
                </a:ext>
              </a:extLst>
            </a:blip>
            <a:srcRect l="-17735" t="-22654" r="63625" b="69901"/>
            <a:stretch>
              <a:fillRect/>
            </a:stretch>
          </p:blipFill>
          <p:spPr>
            <a:xfrm rot="20167644">
              <a:off x="7045350" y="3177830"/>
              <a:ext cx="2379622" cy="2319960"/>
            </a:xfrm>
            <a:custGeom>
              <a:avLst/>
              <a:gdLst>
                <a:gd name="connsiteX0" fmla="*/ 1683687 w 2379622"/>
                <a:gd name="connsiteY0" fmla="*/ 102825 h 2319960"/>
                <a:gd name="connsiteX1" fmla="*/ 2378568 w 2379622"/>
                <a:gd name="connsiteY1" fmla="*/ 988148 h 2319960"/>
                <a:gd name="connsiteX2" fmla="*/ 2379622 w 2379622"/>
                <a:gd name="connsiteY2" fmla="*/ 996259 h 2319960"/>
                <a:gd name="connsiteX3" fmla="*/ 779928 w 2379622"/>
                <a:gd name="connsiteY3" fmla="*/ 996259 h 2319960"/>
                <a:gd name="connsiteX4" fmla="*/ 779928 w 2379622"/>
                <a:gd name="connsiteY4" fmla="*/ 2319960 h 2319960"/>
                <a:gd name="connsiteX5" fmla="*/ 713697 w 2379622"/>
                <a:gd name="connsiteY5" fmla="*/ 2294561 h 2319960"/>
                <a:gd name="connsiteX6" fmla="*/ 102825 w 2379622"/>
                <a:gd name="connsiteY6" fmla="*/ 713698 h 2319960"/>
                <a:gd name="connsiteX7" fmla="*/ 1683687 w 2379622"/>
                <a:gd name="connsiteY7" fmla="*/ 102825 h 2319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379622" h="2319960">
                  <a:moveTo>
                    <a:pt x="1683687" y="102825"/>
                  </a:moveTo>
                  <a:cubicBezTo>
                    <a:pt x="2061957" y="270235"/>
                    <a:pt x="2310642" y="609488"/>
                    <a:pt x="2378568" y="988148"/>
                  </a:cubicBezTo>
                  <a:lnTo>
                    <a:pt x="2379622" y="996259"/>
                  </a:lnTo>
                  <a:lnTo>
                    <a:pt x="779928" y="996259"/>
                  </a:lnTo>
                  <a:lnTo>
                    <a:pt x="779928" y="2319960"/>
                  </a:lnTo>
                  <a:lnTo>
                    <a:pt x="713697" y="2294561"/>
                  </a:lnTo>
                  <a:cubicBezTo>
                    <a:pt x="108467" y="2026705"/>
                    <a:pt x="-165031" y="1318929"/>
                    <a:pt x="102825" y="713698"/>
                  </a:cubicBezTo>
                  <a:cubicBezTo>
                    <a:pt x="370680" y="108467"/>
                    <a:pt x="1078456" y="-165030"/>
                    <a:pt x="1683687" y="102825"/>
                  </a:cubicBezTo>
                  <a:close/>
                </a:path>
              </a:pathLst>
            </a:custGeom>
          </p:spPr>
        </p:pic>
      </p:grpSp>
      <p:sp>
        <p:nvSpPr>
          <p:cNvPr id="3" name="TextBox 2">
            <a:extLst>
              <a:ext uri="{FF2B5EF4-FFF2-40B4-BE49-F238E27FC236}">
                <a16:creationId xmlns:a16="http://schemas.microsoft.com/office/drawing/2014/main" id="{26B998DC-6F69-1598-3B2E-B912E273275F}"/>
              </a:ext>
            </a:extLst>
          </p:cNvPr>
          <p:cNvSpPr txBox="1"/>
          <p:nvPr userDrawn="1"/>
        </p:nvSpPr>
        <p:spPr>
          <a:xfrm>
            <a:off x="185806" y="6607387"/>
            <a:ext cx="2589909" cy="230832"/>
          </a:xfrm>
          <a:prstGeom prst="rect">
            <a:avLst/>
          </a:prstGeom>
          <a:noFill/>
        </p:spPr>
        <p:txBody>
          <a:bodyPr wrap="square" lIns="0" tIns="0" rIns="0" bIns="0" rtlCol="0">
            <a:noAutofit/>
          </a:bodyPr>
          <a:lstStyle/>
          <a:p>
            <a:pPr algn="l"/>
            <a:r>
              <a:rPr lang="en-US" sz="800" b="0" dirty="0">
                <a:solidFill>
                  <a:schemeClr val="bg1"/>
                </a:solidFill>
                <a:latin typeface="Clarika Grotesque" pitchFamily="2" charset="77"/>
              </a:rPr>
              <a:t>© Dayforce</a:t>
            </a:r>
          </a:p>
        </p:txBody>
      </p:sp>
    </p:spTree>
    <p:extLst>
      <p:ext uri="{BB962C8B-B14F-4D97-AF65-F5344CB8AC3E}">
        <p14:creationId xmlns:p14="http://schemas.microsoft.com/office/powerpoint/2010/main" val="20472045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Thank you 4">
    <p:spTree>
      <p:nvGrpSpPr>
        <p:cNvPr id="1" name=""/>
        <p:cNvGrpSpPr/>
        <p:nvPr/>
      </p:nvGrpSpPr>
      <p:grpSpPr>
        <a:xfrm>
          <a:off x="0" y="0"/>
          <a:ext cx="0" cy="0"/>
          <a:chOff x="0" y="0"/>
          <a:chExt cx="0" cy="0"/>
        </a:xfrm>
      </p:grpSpPr>
      <p:pic>
        <p:nvPicPr>
          <p:cNvPr id="11" name="Dayforce logo" descr="Dayforce Logo">
            <a:extLst>
              <a:ext uri="{FF2B5EF4-FFF2-40B4-BE49-F238E27FC236}">
                <a16:creationId xmlns:a16="http://schemas.microsoft.com/office/drawing/2014/main" id="{579BFAA6-3AA6-7FFE-9C8E-466817EB7FA5}"/>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5205816" y="5325992"/>
            <a:ext cx="1780366" cy="425496"/>
          </a:xfrm>
          <a:prstGeom prst="rect">
            <a:avLst/>
          </a:prstGeom>
        </p:spPr>
      </p:pic>
      <p:sp>
        <p:nvSpPr>
          <p:cNvPr id="2" name="Title 1">
            <a:extLst>
              <a:ext uri="{FF2B5EF4-FFF2-40B4-BE49-F238E27FC236}">
                <a16:creationId xmlns:a16="http://schemas.microsoft.com/office/drawing/2014/main" id="{7B535710-D14C-6227-D831-290A5E7DD25F}"/>
              </a:ext>
            </a:extLst>
          </p:cNvPr>
          <p:cNvSpPr>
            <a:spLocks noGrp="1"/>
          </p:cNvSpPr>
          <p:nvPr userDrawn="1">
            <p:ph type="title" hasCustomPrompt="1"/>
          </p:nvPr>
        </p:nvSpPr>
        <p:spPr>
          <a:xfrm>
            <a:off x="468257" y="3036600"/>
            <a:ext cx="11255485" cy="784800"/>
          </a:xfrm>
        </p:spPr>
        <p:txBody>
          <a:bodyPr anchor="ctr" anchorCtr="0"/>
          <a:lstStyle>
            <a:lvl1pPr algn="ctr">
              <a:defRPr sz="6000">
                <a:solidFill>
                  <a:schemeClr val="tx1"/>
                </a:solidFill>
                <a:latin typeface="+mj-lt"/>
              </a:defRPr>
            </a:lvl1pPr>
          </a:lstStyle>
          <a:p>
            <a:r>
              <a:rPr lang="en-US"/>
              <a:t>Thank you</a:t>
            </a:r>
          </a:p>
        </p:txBody>
      </p:sp>
      <p:sp>
        <p:nvSpPr>
          <p:cNvPr id="5" name="TextBox 4">
            <a:extLst>
              <a:ext uri="{FF2B5EF4-FFF2-40B4-BE49-F238E27FC236}">
                <a16:creationId xmlns:a16="http://schemas.microsoft.com/office/drawing/2014/main" id="{381C2986-F90D-32F8-3061-8F2781A6BAA4}"/>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3153576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Thank you 5">
    <p:spTree>
      <p:nvGrpSpPr>
        <p:cNvPr id="1" name=""/>
        <p:cNvGrpSpPr/>
        <p:nvPr/>
      </p:nvGrpSpPr>
      <p:grpSpPr>
        <a:xfrm>
          <a:off x="0" y="0"/>
          <a:ext cx="0" cy="0"/>
          <a:chOff x="0" y="0"/>
          <a:chExt cx="0" cy="0"/>
        </a:xfrm>
      </p:grpSpPr>
      <p:grpSp>
        <p:nvGrpSpPr>
          <p:cNvPr id="15" name="Group 14">
            <a:extLst>
              <a:ext uri="{FF2B5EF4-FFF2-40B4-BE49-F238E27FC236}">
                <a16:creationId xmlns:a16="http://schemas.microsoft.com/office/drawing/2014/main" id="{D9BE87FC-C2F2-8AE5-DFF4-5D5164A8C6ED}"/>
              </a:ext>
            </a:extLst>
          </p:cNvPr>
          <p:cNvGrpSpPr/>
          <p:nvPr userDrawn="1"/>
        </p:nvGrpSpPr>
        <p:grpSpPr>
          <a:xfrm>
            <a:off x="-1049961" y="-1632573"/>
            <a:ext cx="14366060" cy="14725853"/>
            <a:chOff x="-1049961" y="-1632573"/>
            <a:chExt cx="14366060" cy="14725853"/>
          </a:xfrm>
        </p:grpSpPr>
        <p:pic>
          <p:nvPicPr>
            <p:cNvPr id="9" name="Graphic 8">
              <a:extLst>
                <a:ext uri="{FF2B5EF4-FFF2-40B4-BE49-F238E27FC236}">
                  <a16:creationId xmlns:a16="http://schemas.microsoft.com/office/drawing/2014/main" id="{9B90AA22-C548-C6F7-3165-012B79F054EA}"/>
                </a:ext>
              </a:extLst>
            </p:cNvPr>
            <p:cNvPicPr>
              <a:picLocks noChangeAspect="1"/>
            </p:cNvPicPr>
            <p:nvPr userDrawn="1"/>
          </p:nvPicPr>
          <p:blipFill>
            <a:blip r:embed="rId2">
              <a:extLst>
                <a:ext uri="{96DAC541-7B7A-43D3-8B79-37D633B846F1}">
                  <asvg:svgBlip xmlns:asvg="http://schemas.microsoft.com/office/drawing/2016/SVG/main" r:embed="rId3"/>
                </a:ext>
              </a:extLst>
            </a:blip>
            <a:srcRect/>
            <a:stretch>
              <a:fillRect/>
            </a:stretch>
          </p:blipFill>
          <p:spPr>
            <a:xfrm rot="19131839" flipH="1">
              <a:off x="-1049961" y="-1632573"/>
              <a:ext cx="13267440" cy="13267440"/>
            </a:xfrm>
            <a:custGeom>
              <a:avLst/>
              <a:gdLst>
                <a:gd name="connsiteX0" fmla="*/ 13267440 w 13267440"/>
                <a:gd name="connsiteY0" fmla="*/ 11782987 h 13267440"/>
                <a:gd name="connsiteX1" fmla="*/ 11567937 w 13267440"/>
                <a:gd name="connsiteY1" fmla="*/ 13267440 h 13267440"/>
                <a:gd name="connsiteX2" fmla="*/ 13267440 w 13267440"/>
                <a:gd name="connsiteY2" fmla="*/ 13267440 h 13267440"/>
                <a:gd name="connsiteX3" fmla="*/ 6626181 w 13267440"/>
                <a:gd name="connsiteY3" fmla="*/ 0 h 13267440"/>
                <a:gd name="connsiteX4" fmla="*/ 1 w 13267440"/>
                <a:gd name="connsiteY4" fmla="*/ 5787725 h 13267440"/>
                <a:gd name="connsiteX5" fmla="*/ 0 w 13267440"/>
                <a:gd name="connsiteY5" fmla="*/ 9104496 h 13267440"/>
                <a:gd name="connsiteX6" fmla="*/ 2868203 w 13267440"/>
                <a:gd name="connsiteY6" fmla="*/ 12388209 h 13267440"/>
                <a:gd name="connsiteX7" fmla="*/ 12060656 w 13267440"/>
                <a:gd name="connsiteY7" fmla="*/ 4358940 h 13267440"/>
                <a:gd name="connsiteX8" fmla="*/ 8253282 w 13267440"/>
                <a:gd name="connsiteY8" fmla="*/ 0 h 13267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67440" h="13267440">
                  <a:moveTo>
                    <a:pt x="13267440" y="11782987"/>
                  </a:moveTo>
                  <a:lnTo>
                    <a:pt x="11567937" y="13267440"/>
                  </a:lnTo>
                  <a:lnTo>
                    <a:pt x="13267440" y="13267440"/>
                  </a:lnTo>
                  <a:close/>
                  <a:moveTo>
                    <a:pt x="6626181" y="0"/>
                  </a:moveTo>
                  <a:lnTo>
                    <a:pt x="1" y="5787725"/>
                  </a:lnTo>
                  <a:lnTo>
                    <a:pt x="0" y="9104496"/>
                  </a:lnTo>
                  <a:lnTo>
                    <a:pt x="2868203" y="12388209"/>
                  </a:lnTo>
                  <a:lnTo>
                    <a:pt x="12060656" y="4358940"/>
                  </a:lnTo>
                  <a:lnTo>
                    <a:pt x="8253282" y="0"/>
                  </a:lnTo>
                  <a:close/>
                </a:path>
              </a:pathLst>
            </a:custGeom>
          </p:spPr>
        </p:pic>
        <p:pic>
          <p:nvPicPr>
            <p:cNvPr id="14" name="Graphic 13">
              <a:extLst>
                <a:ext uri="{FF2B5EF4-FFF2-40B4-BE49-F238E27FC236}">
                  <a16:creationId xmlns:a16="http://schemas.microsoft.com/office/drawing/2014/main" id="{6EB3B2E9-5F7B-8CF0-3AC5-E2A8045CCEDA}"/>
                </a:ext>
              </a:extLst>
            </p:cNvPr>
            <p:cNvPicPr>
              <a:picLocks noChangeAspect="1"/>
            </p:cNvPicPr>
            <p:nvPr userDrawn="1"/>
          </p:nvPicPr>
          <p:blipFill>
            <a:blip r:embed="rId4">
              <a:extLst>
                <a:ext uri="{96DAC541-7B7A-43D3-8B79-37D633B846F1}">
                  <asvg:svgBlip xmlns:asvg="http://schemas.microsoft.com/office/drawing/2016/SVG/main" r:embed="rId5"/>
                </a:ext>
              </a:extLst>
            </a:blip>
            <a:srcRect/>
            <a:stretch>
              <a:fillRect/>
            </a:stretch>
          </p:blipFill>
          <p:spPr>
            <a:xfrm rot="16811460" flipH="1">
              <a:off x="-179880" y="-402699"/>
              <a:ext cx="13495979" cy="13495979"/>
            </a:xfrm>
            <a:custGeom>
              <a:avLst/>
              <a:gdLst>
                <a:gd name="connsiteX0" fmla="*/ 13495979 w 13495979"/>
                <a:gd name="connsiteY0" fmla="*/ 8197616 h 13495979"/>
                <a:gd name="connsiteX1" fmla="*/ 12543512 w 13495979"/>
                <a:gd name="connsiteY1" fmla="*/ 13495979 h 13495979"/>
                <a:gd name="connsiteX2" fmla="*/ 13495979 w 13495979"/>
                <a:gd name="connsiteY2" fmla="*/ 13495979 h 13495979"/>
                <a:gd name="connsiteX3" fmla="*/ 1514049 w 13495979"/>
                <a:gd name="connsiteY3" fmla="*/ 0 h 13495979"/>
                <a:gd name="connsiteX4" fmla="*/ 0 w 13495979"/>
                <a:gd name="connsiteY4" fmla="*/ 8422321 h 13495979"/>
                <a:gd name="connsiteX5" fmla="*/ 0 w 13495979"/>
                <a:gd name="connsiteY5" fmla="*/ 11262523 h 13495979"/>
                <a:gd name="connsiteX6" fmla="*/ 6255214 w 13495979"/>
                <a:gd name="connsiteY6" fmla="*/ 12386999 h 13495979"/>
                <a:gd name="connsiteX7" fmla="*/ 8414707 w 13495979"/>
                <a:gd name="connsiteY7" fmla="*/ 374217 h 13495979"/>
                <a:gd name="connsiteX8" fmla="*/ 6333020 w 13495979"/>
                <a:gd name="connsiteY8" fmla="*/ 0 h 134959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495979" h="13495979">
                  <a:moveTo>
                    <a:pt x="13495979" y="8197616"/>
                  </a:moveTo>
                  <a:lnTo>
                    <a:pt x="12543512" y="13495979"/>
                  </a:lnTo>
                  <a:lnTo>
                    <a:pt x="13495979" y="13495979"/>
                  </a:lnTo>
                  <a:close/>
                  <a:moveTo>
                    <a:pt x="1514049" y="0"/>
                  </a:moveTo>
                  <a:lnTo>
                    <a:pt x="0" y="8422321"/>
                  </a:lnTo>
                  <a:lnTo>
                    <a:pt x="0" y="11262523"/>
                  </a:lnTo>
                  <a:lnTo>
                    <a:pt x="6255214" y="12386999"/>
                  </a:lnTo>
                  <a:lnTo>
                    <a:pt x="8414707" y="374217"/>
                  </a:lnTo>
                  <a:lnTo>
                    <a:pt x="6333020" y="0"/>
                  </a:lnTo>
                  <a:close/>
                </a:path>
              </a:pathLst>
            </a:custGeom>
          </p:spPr>
        </p:pic>
        <p:sp>
          <p:nvSpPr>
            <p:cNvPr id="12" name="Freeform 11">
              <a:extLst>
                <a:ext uri="{FF2B5EF4-FFF2-40B4-BE49-F238E27FC236}">
                  <a16:creationId xmlns:a16="http://schemas.microsoft.com/office/drawing/2014/main" id="{6ED2E779-928C-BAF0-8248-7851A0EDB723}"/>
                </a:ext>
              </a:extLst>
            </p:cNvPr>
            <p:cNvSpPr/>
            <p:nvPr/>
          </p:nvSpPr>
          <p:spPr>
            <a:xfrm rot="16811460" flipH="1">
              <a:off x="2364006" y="-2327916"/>
              <a:ext cx="8264435" cy="12310525"/>
            </a:xfrm>
            <a:custGeom>
              <a:avLst/>
              <a:gdLst>
                <a:gd name="connsiteX0" fmla="*/ 1025639 w 8264435"/>
                <a:gd name="connsiteY0" fmla="*/ 1804515 h 12310525"/>
                <a:gd name="connsiteX1" fmla="*/ 0 w 8264435"/>
                <a:gd name="connsiteY1" fmla="*/ 7509918 h 12310525"/>
                <a:gd name="connsiteX2" fmla="*/ 10890 w 8264435"/>
                <a:gd name="connsiteY2" fmla="*/ 7631553 h 12310525"/>
                <a:gd name="connsiteX3" fmla="*/ 347015 w 8264435"/>
                <a:gd name="connsiteY3" fmla="*/ 9551981 h 12310525"/>
                <a:gd name="connsiteX4" fmla="*/ 351005 w 8264435"/>
                <a:gd name="connsiteY4" fmla="*/ 9566974 h 12310525"/>
                <a:gd name="connsiteX5" fmla="*/ 629168 w 8264435"/>
                <a:gd name="connsiteY5" fmla="*/ 9879155 h 12310525"/>
                <a:gd name="connsiteX6" fmla="*/ 2420876 w 8264435"/>
                <a:gd name="connsiteY6" fmla="*/ 11515474 h 12310525"/>
                <a:gd name="connsiteX7" fmla="*/ 2662603 w 8264435"/>
                <a:gd name="connsiteY7" fmla="*/ 11691708 h 12310525"/>
                <a:gd name="connsiteX8" fmla="*/ 6104942 w 8264435"/>
                <a:gd name="connsiteY8" fmla="*/ 12310525 h 12310525"/>
                <a:gd name="connsiteX9" fmla="*/ 8264435 w 8264435"/>
                <a:gd name="connsiteY9" fmla="*/ 297743 h 12310525"/>
                <a:gd name="connsiteX10" fmla="*/ 6608159 w 8264435"/>
                <a:gd name="connsiteY10" fmla="*/ 0 h 12310525"/>
                <a:gd name="connsiteX11" fmla="*/ 6274281 w 8264435"/>
                <a:gd name="connsiteY11" fmla="*/ 558 h 12310525"/>
                <a:gd name="connsiteX12" fmla="*/ 2892937 w 8264435"/>
                <a:gd name="connsiteY12" fmla="*/ 531523 h 12310525"/>
                <a:gd name="connsiteX13" fmla="*/ 1139395 w 8264435"/>
                <a:gd name="connsiteY13" fmla="*/ 1668097 h 1231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264435" h="12310525">
                  <a:moveTo>
                    <a:pt x="1025639" y="1804515"/>
                  </a:moveTo>
                  <a:lnTo>
                    <a:pt x="0" y="7509918"/>
                  </a:lnTo>
                  <a:lnTo>
                    <a:pt x="10890" y="7631553"/>
                  </a:lnTo>
                  <a:cubicBezTo>
                    <a:pt x="86463" y="8337039"/>
                    <a:pt x="206135" y="8997090"/>
                    <a:pt x="347015" y="9551981"/>
                  </a:cubicBezTo>
                  <a:lnTo>
                    <a:pt x="351005" y="9566974"/>
                  </a:lnTo>
                  <a:lnTo>
                    <a:pt x="629168" y="9879155"/>
                  </a:lnTo>
                  <a:cubicBezTo>
                    <a:pt x="1231672" y="10528521"/>
                    <a:pt x="1863507" y="11094226"/>
                    <a:pt x="2420876" y="11515474"/>
                  </a:cubicBezTo>
                  <a:lnTo>
                    <a:pt x="2662603" y="11691708"/>
                  </a:lnTo>
                  <a:lnTo>
                    <a:pt x="6104942" y="12310525"/>
                  </a:lnTo>
                  <a:lnTo>
                    <a:pt x="8264435" y="297743"/>
                  </a:lnTo>
                  <a:lnTo>
                    <a:pt x="6608159" y="0"/>
                  </a:lnTo>
                  <a:lnTo>
                    <a:pt x="6274281" y="558"/>
                  </a:lnTo>
                  <a:cubicBezTo>
                    <a:pt x="5157851" y="17854"/>
                    <a:pt x="3934202" y="149790"/>
                    <a:pt x="2892937" y="531523"/>
                  </a:cubicBezTo>
                  <a:cubicBezTo>
                    <a:pt x="2198760" y="786011"/>
                    <a:pt x="1585643" y="1151521"/>
                    <a:pt x="1139395" y="1668097"/>
                  </a:cubicBezTo>
                  <a:close/>
                </a:path>
              </a:pathLst>
            </a:custGeom>
            <a:solidFill>
              <a:schemeClr val="tx2"/>
            </a:solidFill>
            <a:ln w="67757" cap="flat">
              <a:noFill/>
              <a:prstDash val="solid"/>
              <a:miter/>
            </a:ln>
          </p:spPr>
          <p:txBody>
            <a:bodyPr wrap="square" rtlCol="0" anchor="ctr">
              <a:noAutofit/>
            </a:bodyPr>
            <a:lstStyle/>
            <a:p>
              <a:endParaRPr lang="en-US"/>
            </a:p>
          </p:txBody>
        </p:sp>
      </p:grpSp>
      <p:pic>
        <p:nvPicPr>
          <p:cNvPr id="11" name="Dayforce logo" descr="Dayforce Logo">
            <a:extLst>
              <a:ext uri="{FF2B5EF4-FFF2-40B4-BE49-F238E27FC236}">
                <a16:creationId xmlns:a16="http://schemas.microsoft.com/office/drawing/2014/main" id="{579BFAA6-3AA6-7FFE-9C8E-466817EB7FA5}"/>
              </a:ext>
            </a:extLst>
          </p:cNvPr>
          <p:cNvPicPr>
            <a:picLocks noChangeAspect="1"/>
          </p:cNvPicPr>
          <p:nvPr userDrawn="1"/>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5205816" y="5325992"/>
            <a:ext cx="1780366" cy="425496"/>
          </a:xfrm>
          <a:prstGeom prst="rect">
            <a:avLst/>
          </a:prstGeom>
        </p:spPr>
      </p:pic>
      <p:sp>
        <p:nvSpPr>
          <p:cNvPr id="2" name="Title 1">
            <a:extLst>
              <a:ext uri="{FF2B5EF4-FFF2-40B4-BE49-F238E27FC236}">
                <a16:creationId xmlns:a16="http://schemas.microsoft.com/office/drawing/2014/main" id="{7B535710-D14C-6227-D831-290A5E7DD25F}"/>
              </a:ext>
            </a:extLst>
          </p:cNvPr>
          <p:cNvSpPr>
            <a:spLocks noGrp="1"/>
          </p:cNvSpPr>
          <p:nvPr userDrawn="1">
            <p:ph type="title" hasCustomPrompt="1"/>
          </p:nvPr>
        </p:nvSpPr>
        <p:spPr>
          <a:xfrm>
            <a:off x="468257" y="3036600"/>
            <a:ext cx="11255485" cy="784800"/>
          </a:xfrm>
        </p:spPr>
        <p:txBody>
          <a:bodyPr anchor="ctr" anchorCtr="0"/>
          <a:lstStyle>
            <a:lvl1pPr algn="ctr">
              <a:defRPr sz="6000">
                <a:solidFill>
                  <a:schemeClr val="bg2"/>
                </a:solidFill>
                <a:latin typeface="+mj-lt"/>
              </a:defRPr>
            </a:lvl1pPr>
          </a:lstStyle>
          <a:p>
            <a:r>
              <a:rPr lang="en-US"/>
              <a:t>Thank you</a:t>
            </a:r>
          </a:p>
        </p:txBody>
      </p:sp>
      <p:sp>
        <p:nvSpPr>
          <p:cNvPr id="4" name="TextBox 3">
            <a:extLst>
              <a:ext uri="{FF2B5EF4-FFF2-40B4-BE49-F238E27FC236}">
                <a16:creationId xmlns:a16="http://schemas.microsoft.com/office/drawing/2014/main" id="{D77CB3D9-2B31-3DE9-D9BE-E00A8392CE56}"/>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1"/>
                </a:solidFill>
                <a:latin typeface="Clarika Grotesque" pitchFamily="2" charset="77"/>
              </a:rPr>
              <a:t>© Dayforce</a:t>
            </a:r>
          </a:p>
        </p:txBody>
      </p:sp>
    </p:spTree>
    <p:extLst>
      <p:ext uri="{BB962C8B-B14F-4D97-AF65-F5344CB8AC3E}">
        <p14:creationId xmlns:p14="http://schemas.microsoft.com/office/powerpoint/2010/main" val="4108699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Social">
    <p:spTree>
      <p:nvGrpSpPr>
        <p:cNvPr id="1" name=""/>
        <p:cNvGrpSpPr/>
        <p:nvPr/>
      </p:nvGrpSpPr>
      <p:grpSpPr>
        <a:xfrm>
          <a:off x="0" y="0"/>
          <a:ext cx="0" cy="0"/>
          <a:chOff x="0" y="0"/>
          <a:chExt cx="0" cy="0"/>
        </a:xfrm>
      </p:grpSpPr>
      <p:grpSp>
        <p:nvGrpSpPr>
          <p:cNvPr id="14" name="Group 13">
            <a:extLst>
              <a:ext uri="{FF2B5EF4-FFF2-40B4-BE49-F238E27FC236}">
                <a16:creationId xmlns:a16="http://schemas.microsoft.com/office/drawing/2014/main" id="{75A9A1F3-244A-77A5-DCC7-C6BBBFFB39BE}"/>
              </a:ext>
            </a:extLst>
          </p:cNvPr>
          <p:cNvGrpSpPr/>
          <p:nvPr userDrawn="1"/>
        </p:nvGrpSpPr>
        <p:grpSpPr>
          <a:xfrm>
            <a:off x="7405726" y="-1348172"/>
            <a:ext cx="5683092" cy="7658642"/>
            <a:chOff x="7405726" y="-1348172"/>
            <a:chExt cx="5683092" cy="7658642"/>
          </a:xfrm>
        </p:grpSpPr>
        <p:sp>
          <p:nvSpPr>
            <p:cNvPr id="5" name="Freeform 4">
              <a:extLst>
                <a:ext uri="{FF2B5EF4-FFF2-40B4-BE49-F238E27FC236}">
                  <a16:creationId xmlns:a16="http://schemas.microsoft.com/office/drawing/2014/main" id="{37A66AA1-F54B-2041-D58A-DB0023E1D53D}"/>
                </a:ext>
              </a:extLst>
            </p:cNvPr>
            <p:cNvSpPr/>
            <p:nvPr/>
          </p:nvSpPr>
          <p:spPr>
            <a:xfrm rot="14499578">
              <a:off x="6543625" y="-486071"/>
              <a:ext cx="7407294" cy="5683092"/>
            </a:xfrm>
            <a:custGeom>
              <a:avLst/>
              <a:gdLst>
                <a:gd name="connsiteX0" fmla="*/ 7407294 w 7407294"/>
                <a:gd name="connsiteY0" fmla="*/ 936660 h 5683092"/>
                <a:gd name="connsiteX1" fmla="*/ 4847289 w 7407294"/>
                <a:gd name="connsiteY1" fmla="*/ 5683092 h 5683092"/>
                <a:gd name="connsiteX2" fmla="*/ 0 w 7407294"/>
                <a:gd name="connsiteY2" fmla="*/ 3068689 h 5683092"/>
                <a:gd name="connsiteX3" fmla="*/ 14567 w 7407294"/>
                <a:gd name="connsiteY3" fmla="*/ 2903956 h 5683092"/>
                <a:gd name="connsiteX4" fmla="*/ 720160 w 7407294"/>
                <a:gd name="connsiteY4" fmla="*/ 1034750 h 5683092"/>
                <a:gd name="connsiteX5" fmla="*/ 5916353 w 7407294"/>
                <a:gd name="connsiteY5" fmla="*/ 142726 h 5683092"/>
                <a:gd name="connsiteX6" fmla="*/ 7360838 w 7407294"/>
                <a:gd name="connsiteY6" fmla="*/ 876512 h 5683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407294" h="5683092">
                  <a:moveTo>
                    <a:pt x="7407294" y="936660"/>
                  </a:moveTo>
                  <a:lnTo>
                    <a:pt x="4847289" y="5683092"/>
                  </a:lnTo>
                  <a:lnTo>
                    <a:pt x="0" y="3068689"/>
                  </a:lnTo>
                  <a:lnTo>
                    <a:pt x="14567" y="2903956"/>
                  </a:lnTo>
                  <a:cubicBezTo>
                    <a:pt x="101181" y="2165695"/>
                    <a:pt x="314936" y="1486676"/>
                    <a:pt x="720160" y="1034750"/>
                  </a:cubicBezTo>
                  <a:cubicBezTo>
                    <a:pt x="1984496" y="-428846"/>
                    <a:pt x="5410117" y="64193"/>
                    <a:pt x="5916353" y="142726"/>
                  </a:cubicBezTo>
                  <a:cubicBezTo>
                    <a:pt x="6306241" y="211605"/>
                    <a:pt x="6897364" y="332187"/>
                    <a:pt x="7360838" y="876512"/>
                  </a:cubicBezTo>
                  <a:close/>
                </a:path>
              </a:pathLst>
            </a:custGeom>
            <a:solidFill>
              <a:schemeClr val="tx2"/>
            </a:solidFill>
            <a:ln w="62294" cap="flat">
              <a:noFill/>
              <a:prstDash val="solid"/>
              <a:miter/>
            </a:ln>
          </p:spPr>
          <p:txBody>
            <a:bodyPr wrap="square" rtlCol="0" anchor="ctr">
              <a:noAutofit/>
            </a:bodyPr>
            <a:lstStyle/>
            <a:p>
              <a:endParaRPr lang="en-US"/>
            </a:p>
          </p:txBody>
        </p:sp>
        <p:sp>
          <p:nvSpPr>
            <p:cNvPr id="13" name="Freeform 12">
              <a:extLst>
                <a:ext uri="{FF2B5EF4-FFF2-40B4-BE49-F238E27FC236}">
                  <a16:creationId xmlns:a16="http://schemas.microsoft.com/office/drawing/2014/main" id="{7631CB8B-9FD2-BD2E-9878-D948DDCC713F}"/>
                </a:ext>
              </a:extLst>
            </p:cNvPr>
            <p:cNvSpPr/>
            <p:nvPr userDrawn="1"/>
          </p:nvSpPr>
          <p:spPr>
            <a:xfrm rot="16200000">
              <a:off x="6725907" y="831034"/>
              <a:ext cx="6310469" cy="4648403"/>
            </a:xfrm>
            <a:custGeom>
              <a:avLst/>
              <a:gdLst>
                <a:gd name="connsiteX0" fmla="*/ 6310469 w 6310469"/>
                <a:gd name="connsiteY0" fmla="*/ 222359 h 4648403"/>
                <a:gd name="connsiteX1" fmla="*/ 6310469 w 6310469"/>
                <a:gd name="connsiteY1" fmla="*/ 4648403 h 4648403"/>
                <a:gd name="connsiteX2" fmla="*/ 46517 w 6310469"/>
                <a:gd name="connsiteY2" fmla="*/ 4648402 h 4648403"/>
                <a:gd name="connsiteX3" fmla="*/ 24430 w 6310469"/>
                <a:gd name="connsiteY3" fmla="*/ 4409723 h 4648403"/>
                <a:gd name="connsiteX4" fmla="*/ 752789 w 6310469"/>
                <a:gd name="connsiteY4" fmla="*/ 1034750 h 4648403"/>
                <a:gd name="connsiteX5" fmla="*/ 5948982 w 6310469"/>
                <a:gd name="connsiteY5" fmla="*/ 142726 h 4648403"/>
                <a:gd name="connsiteX6" fmla="*/ 6179628 w 6310469"/>
                <a:gd name="connsiteY6" fmla="*/ 187661 h 46484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310469" h="4648403">
                  <a:moveTo>
                    <a:pt x="6310469" y="222359"/>
                  </a:moveTo>
                  <a:lnTo>
                    <a:pt x="6310469" y="4648403"/>
                  </a:lnTo>
                  <a:lnTo>
                    <a:pt x="46517" y="4648402"/>
                  </a:lnTo>
                  <a:lnTo>
                    <a:pt x="24430" y="4409723"/>
                  </a:lnTo>
                  <a:cubicBezTo>
                    <a:pt x="-66101" y="3171987"/>
                    <a:pt x="77417" y="1787959"/>
                    <a:pt x="752789" y="1034750"/>
                  </a:cubicBezTo>
                  <a:cubicBezTo>
                    <a:pt x="2017125" y="-428846"/>
                    <a:pt x="5442746" y="64193"/>
                    <a:pt x="5948982" y="142726"/>
                  </a:cubicBezTo>
                  <a:cubicBezTo>
                    <a:pt x="6019871" y="155250"/>
                    <a:pt x="6097412" y="169483"/>
                    <a:pt x="6179628" y="187661"/>
                  </a:cubicBezTo>
                  <a:close/>
                </a:path>
              </a:pathLst>
            </a:custGeom>
            <a:solidFill>
              <a:schemeClr val="accent3"/>
            </a:solidFill>
            <a:ln w="62294" cap="flat">
              <a:noFill/>
              <a:prstDash val="solid"/>
              <a:miter/>
            </a:ln>
          </p:spPr>
          <p:txBody>
            <a:bodyPr wrap="square" rtlCol="0" anchor="ctr">
              <a:noAutofit/>
            </a:bodyPr>
            <a:lstStyle/>
            <a:p>
              <a:endParaRPr lang="en-US"/>
            </a:p>
          </p:txBody>
        </p:sp>
        <p:sp>
          <p:nvSpPr>
            <p:cNvPr id="7" name="Freeform 6">
              <a:extLst>
                <a:ext uri="{FF2B5EF4-FFF2-40B4-BE49-F238E27FC236}">
                  <a16:creationId xmlns:a16="http://schemas.microsoft.com/office/drawing/2014/main" id="{D46F3824-2998-AB2F-9144-000936B1B109}"/>
                </a:ext>
              </a:extLst>
            </p:cNvPr>
            <p:cNvSpPr/>
            <p:nvPr/>
          </p:nvSpPr>
          <p:spPr>
            <a:xfrm rot="16200000">
              <a:off x="6932908" y="624033"/>
              <a:ext cx="5896466" cy="4648402"/>
            </a:xfrm>
            <a:custGeom>
              <a:avLst/>
              <a:gdLst>
                <a:gd name="connsiteX0" fmla="*/ 5896466 w 5896466"/>
                <a:gd name="connsiteY0" fmla="*/ 222359 h 4648402"/>
                <a:gd name="connsiteX1" fmla="*/ 5896466 w 5896466"/>
                <a:gd name="connsiteY1" fmla="*/ 4648402 h 4648402"/>
                <a:gd name="connsiteX2" fmla="*/ 389079 w 5896466"/>
                <a:gd name="connsiteY2" fmla="*/ 4648402 h 4648402"/>
                <a:gd name="connsiteX3" fmla="*/ 323700 w 5896466"/>
                <a:gd name="connsiteY3" fmla="*/ 4496498 h 4648402"/>
                <a:gd name="connsiteX4" fmla="*/ 57396 w 5896466"/>
                <a:gd name="connsiteY4" fmla="*/ 2516379 h 4648402"/>
                <a:gd name="connsiteX5" fmla="*/ 2108057 w 5896466"/>
                <a:gd name="connsiteY5" fmla="*/ 246547 h 4648402"/>
                <a:gd name="connsiteX6" fmla="*/ 2373408 w 5896466"/>
                <a:gd name="connsiteY6" fmla="*/ 94498 h 4648402"/>
                <a:gd name="connsiteX7" fmla="*/ 2405030 w 5896466"/>
                <a:gd name="connsiteY7" fmla="*/ 88619 h 4648402"/>
                <a:gd name="connsiteX8" fmla="*/ 5534979 w 5896466"/>
                <a:gd name="connsiteY8" fmla="*/ 142726 h 4648402"/>
                <a:gd name="connsiteX9" fmla="*/ 5765625 w 5896466"/>
                <a:gd name="connsiteY9" fmla="*/ 187661 h 4648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96466" h="4648402">
                  <a:moveTo>
                    <a:pt x="5896466" y="222359"/>
                  </a:moveTo>
                  <a:lnTo>
                    <a:pt x="5896466" y="4648402"/>
                  </a:lnTo>
                  <a:lnTo>
                    <a:pt x="389079" y="4648402"/>
                  </a:lnTo>
                  <a:lnTo>
                    <a:pt x="323700" y="4496498"/>
                  </a:lnTo>
                  <a:cubicBezTo>
                    <a:pt x="49475" y="3805608"/>
                    <a:pt x="-84726" y="3106501"/>
                    <a:pt x="57396" y="2516379"/>
                  </a:cubicBezTo>
                  <a:cubicBezTo>
                    <a:pt x="266403" y="1572196"/>
                    <a:pt x="1183179" y="802049"/>
                    <a:pt x="2108057" y="246547"/>
                  </a:cubicBezTo>
                  <a:lnTo>
                    <a:pt x="2373408" y="94498"/>
                  </a:lnTo>
                  <a:lnTo>
                    <a:pt x="2405030" y="88619"/>
                  </a:lnTo>
                  <a:cubicBezTo>
                    <a:pt x="3761799" y="-117357"/>
                    <a:pt x="5218581" y="93643"/>
                    <a:pt x="5534979" y="142726"/>
                  </a:cubicBezTo>
                  <a:cubicBezTo>
                    <a:pt x="5605867" y="155250"/>
                    <a:pt x="5683409" y="169482"/>
                    <a:pt x="5765625" y="187661"/>
                  </a:cubicBezTo>
                  <a:close/>
                </a:path>
              </a:pathLst>
            </a:custGeom>
            <a:solidFill>
              <a:srgbClr val="ADF1FF"/>
            </a:solidFill>
            <a:ln w="62294" cap="flat">
              <a:noFill/>
              <a:prstDash val="solid"/>
              <a:miter/>
            </a:ln>
          </p:spPr>
          <p:txBody>
            <a:bodyPr wrap="square" rtlCol="0" anchor="ctr">
              <a:noAutofit/>
            </a:bodyPr>
            <a:lstStyle/>
            <a:p>
              <a:endParaRPr lang="en-US"/>
            </a:p>
          </p:txBody>
        </p:sp>
      </p:grpSp>
      <p:sp>
        <p:nvSpPr>
          <p:cNvPr id="21" name="Title 1">
            <a:extLst>
              <a:ext uri="{FF2B5EF4-FFF2-40B4-BE49-F238E27FC236}">
                <a16:creationId xmlns:a16="http://schemas.microsoft.com/office/drawing/2014/main" id="{8AC0C50C-7BC7-87EC-2E64-A944CBC31F05}"/>
              </a:ext>
            </a:extLst>
          </p:cNvPr>
          <p:cNvSpPr>
            <a:spLocks noGrp="1"/>
          </p:cNvSpPr>
          <p:nvPr>
            <p:ph type="title" hasCustomPrompt="1"/>
          </p:nvPr>
        </p:nvSpPr>
        <p:spPr>
          <a:xfrm>
            <a:off x="660023" y="2558627"/>
            <a:ext cx="11255485" cy="784800"/>
          </a:xfrm>
        </p:spPr>
        <p:txBody>
          <a:bodyPr anchor="ctr" anchorCtr="0"/>
          <a:lstStyle>
            <a:lvl1pPr algn="l">
              <a:defRPr sz="6000">
                <a:solidFill>
                  <a:schemeClr val="tx1"/>
                </a:solidFill>
                <a:latin typeface="+mj-lt"/>
              </a:defRPr>
            </a:lvl1pPr>
          </a:lstStyle>
          <a:p>
            <a:r>
              <a:rPr lang="en-US"/>
              <a:t>Let’s get social</a:t>
            </a:r>
          </a:p>
        </p:txBody>
      </p:sp>
      <p:pic>
        <p:nvPicPr>
          <p:cNvPr id="11" name="Dayforce logo" descr="Dayforce Logo">
            <a:extLst>
              <a:ext uri="{FF2B5EF4-FFF2-40B4-BE49-F238E27FC236}">
                <a16:creationId xmlns:a16="http://schemas.microsoft.com/office/drawing/2014/main" id="{579BFAA6-3AA6-7FFE-9C8E-466817EB7FA5}"/>
              </a:ext>
            </a:extLst>
          </p:cNvPr>
          <p:cNvPicPr>
            <a:picLocks noChangeAspect="1"/>
          </p:cNvPicPr>
          <p:nvPr userDrawn="1"/>
        </p:nvPicPr>
        <p:blipFill>
          <a:blip r:embed="rId2" cstate="print">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804449" y="720337"/>
            <a:ext cx="1780366" cy="425496"/>
          </a:xfrm>
          <a:prstGeom prst="rect">
            <a:avLst/>
          </a:prstGeom>
        </p:spPr>
      </p:pic>
      <p:pic>
        <p:nvPicPr>
          <p:cNvPr id="3" name="Facebook Icon" descr="Facebook icon on a blue circle shape">
            <a:extLst>
              <a:ext uri="{FF2B5EF4-FFF2-40B4-BE49-F238E27FC236}">
                <a16:creationId xmlns:a16="http://schemas.microsoft.com/office/drawing/2014/main" id="{4101BEF4-A36E-E1D0-1C42-D2673ECB86D5}"/>
              </a:ext>
            </a:extLst>
          </p:cNvPr>
          <p:cNvPicPr>
            <a:picLocks noChangeAspect="1"/>
          </p:cNvPicPr>
          <p:nvPr userDrawn="1"/>
        </p:nvPicPr>
        <p:blipFill>
          <a:blip r:embed="rId4"/>
          <a:stretch>
            <a:fillRect/>
          </a:stretch>
        </p:blipFill>
        <p:spPr>
          <a:xfrm>
            <a:off x="595742" y="3695121"/>
            <a:ext cx="683433" cy="683433"/>
          </a:xfrm>
          <a:prstGeom prst="rect">
            <a:avLst/>
          </a:prstGeom>
          <a:effectLst>
            <a:outerShdw blurRad="127000" sx="102000" sy="102000" algn="ctr" rotWithShape="0">
              <a:prstClr val="black">
                <a:alpha val="10000"/>
              </a:prstClr>
            </a:outerShdw>
          </a:effectLst>
        </p:spPr>
      </p:pic>
      <p:pic>
        <p:nvPicPr>
          <p:cNvPr id="4" name="X Icon" descr="X icon on a blue circle shape">
            <a:extLst>
              <a:ext uri="{FF2B5EF4-FFF2-40B4-BE49-F238E27FC236}">
                <a16:creationId xmlns:a16="http://schemas.microsoft.com/office/drawing/2014/main" id="{B018A2E1-C4D4-AF6A-142A-4B629CA7CCC3}"/>
              </a:ext>
            </a:extLst>
          </p:cNvPr>
          <p:cNvPicPr>
            <a:picLocks noChangeAspect="1"/>
          </p:cNvPicPr>
          <p:nvPr userDrawn="1"/>
        </p:nvPicPr>
        <p:blipFill>
          <a:blip r:embed="rId5"/>
          <a:stretch>
            <a:fillRect/>
          </a:stretch>
        </p:blipFill>
        <p:spPr>
          <a:xfrm>
            <a:off x="1580900" y="3707880"/>
            <a:ext cx="683433" cy="683433"/>
          </a:xfrm>
          <a:prstGeom prst="rect">
            <a:avLst/>
          </a:prstGeom>
          <a:effectLst>
            <a:outerShdw blurRad="127000" sx="102000" sy="102000" algn="ctr" rotWithShape="0">
              <a:prstClr val="black">
                <a:alpha val="10000"/>
              </a:prstClr>
            </a:outerShdw>
          </a:effectLst>
        </p:spPr>
      </p:pic>
      <p:pic>
        <p:nvPicPr>
          <p:cNvPr id="9" name="Instagram Icon" descr="Instagram icon on a blue circle shape">
            <a:extLst>
              <a:ext uri="{FF2B5EF4-FFF2-40B4-BE49-F238E27FC236}">
                <a16:creationId xmlns:a16="http://schemas.microsoft.com/office/drawing/2014/main" id="{6E920E2D-186B-0FD3-3CD1-03004E886E49}"/>
              </a:ext>
            </a:extLst>
          </p:cNvPr>
          <p:cNvPicPr>
            <a:picLocks noChangeAspect="1"/>
          </p:cNvPicPr>
          <p:nvPr userDrawn="1"/>
        </p:nvPicPr>
        <p:blipFill>
          <a:blip r:embed="rId6"/>
          <a:stretch>
            <a:fillRect/>
          </a:stretch>
        </p:blipFill>
        <p:spPr>
          <a:xfrm>
            <a:off x="2566058" y="3707880"/>
            <a:ext cx="683433" cy="683433"/>
          </a:xfrm>
          <a:prstGeom prst="rect">
            <a:avLst/>
          </a:prstGeom>
          <a:effectLst>
            <a:outerShdw blurRad="127000" sx="102000" sy="102000" algn="ctr" rotWithShape="0">
              <a:prstClr val="black">
                <a:alpha val="10000"/>
              </a:prstClr>
            </a:outerShdw>
          </a:effectLst>
        </p:spPr>
      </p:pic>
      <p:pic>
        <p:nvPicPr>
          <p:cNvPr id="10" name="LinkedIn Icon" descr="LinkedIn icon on a blue circle shape">
            <a:extLst>
              <a:ext uri="{FF2B5EF4-FFF2-40B4-BE49-F238E27FC236}">
                <a16:creationId xmlns:a16="http://schemas.microsoft.com/office/drawing/2014/main" id="{881A1590-2487-EAF9-8C9F-97775AC50E23}"/>
              </a:ext>
            </a:extLst>
          </p:cNvPr>
          <p:cNvPicPr>
            <a:picLocks noChangeAspect="1"/>
          </p:cNvPicPr>
          <p:nvPr userDrawn="1"/>
        </p:nvPicPr>
        <p:blipFill>
          <a:blip r:embed="rId7"/>
          <a:stretch>
            <a:fillRect/>
          </a:stretch>
        </p:blipFill>
        <p:spPr>
          <a:xfrm>
            <a:off x="3551215" y="3703066"/>
            <a:ext cx="683433" cy="683433"/>
          </a:xfrm>
          <a:prstGeom prst="rect">
            <a:avLst/>
          </a:prstGeom>
          <a:effectLst>
            <a:outerShdw blurRad="127000" sx="102000" sy="102000" algn="ctr" rotWithShape="0">
              <a:prstClr val="black">
                <a:alpha val="10000"/>
              </a:prstClr>
            </a:outerShdw>
          </a:effectLst>
        </p:spPr>
      </p:pic>
      <p:sp>
        <p:nvSpPr>
          <p:cNvPr id="6" name="TextBox 5">
            <a:extLst>
              <a:ext uri="{FF2B5EF4-FFF2-40B4-BE49-F238E27FC236}">
                <a16:creationId xmlns:a16="http://schemas.microsoft.com/office/drawing/2014/main" id="{58CD660A-6720-DCE1-1CEB-309BB2093EB9}"/>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22053877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1_Social">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A9D9188A-4C6D-A867-2313-2F15DEA63563}"/>
              </a:ext>
            </a:extLst>
          </p:cNvPr>
          <p:cNvGrpSpPr/>
          <p:nvPr userDrawn="1"/>
        </p:nvGrpSpPr>
        <p:grpSpPr>
          <a:xfrm>
            <a:off x="7587452" y="-1031651"/>
            <a:ext cx="5122415" cy="5757479"/>
            <a:chOff x="7587452" y="-1031651"/>
            <a:chExt cx="5122415" cy="5757479"/>
          </a:xfrm>
        </p:grpSpPr>
        <p:pic>
          <p:nvPicPr>
            <p:cNvPr id="14" name="Graphic 13">
              <a:extLst>
                <a:ext uri="{FF2B5EF4-FFF2-40B4-BE49-F238E27FC236}">
                  <a16:creationId xmlns:a16="http://schemas.microsoft.com/office/drawing/2014/main" id="{6A867CB2-51C4-866F-4772-D841204CD682}"/>
                </a:ext>
              </a:extLst>
            </p:cNvPr>
            <p:cNvPicPr>
              <a:picLocks noChangeAspect="1"/>
            </p:cNvPicPr>
            <p:nvPr userDrawn="1"/>
          </p:nvPicPr>
          <p:blipFill>
            <a:blip r:embed="rId2">
              <a:extLst>
                <a:ext uri="{96DAC541-7B7A-43D3-8B79-37D633B846F1}">
                  <asvg:svgBlip xmlns:asvg="http://schemas.microsoft.com/office/drawing/2016/SVG/main" r:embed="rId3"/>
                </a:ext>
              </a:extLst>
            </a:blip>
            <a:srcRect r="7573"/>
            <a:stretch>
              <a:fillRect/>
            </a:stretch>
          </p:blipFill>
          <p:spPr>
            <a:xfrm rot="18712001">
              <a:off x="7781417" y="-1225616"/>
              <a:ext cx="4734485" cy="5122415"/>
            </a:xfrm>
            <a:custGeom>
              <a:avLst/>
              <a:gdLst>
                <a:gd name="connsiteX0" fmla="*/ 1865351 w 4734485"/>
                <a:gd name="connsiteY0" fmla="*/ 0 h 5122415"/>
                <a:gd name="connsiteX1" fmla="*/ 4734485 w 4734485"/>
                <a:gd name="connsiteY1" fmla="*/ 3201446 h 5122415"/>
                <a:gd name="connsiteX2" fmla="*/ 2591025 w 4734485"/>
                <a:gd name="connsiteY2" fmla="*/ 5122415 h 5122415"/>
                <a:gd name="connsiteX3" fmla="*/ 0 w 4734485"/>
                <a:gd name="connsiteY3" fmla="*/ 5122415 h 5122415"/>
                <a:gd name="connsiteX4" fmla="*/ 0 w 4734485"/>
                <a:gd name="connsiteY4" fmla="*/ 0 h 51224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4485" h="5122415">
                  <a:moveTo>
                    <a:pt x="1865351" y="0"/>
                  </a:moveTo>
                  <a:lnTo>
                    <a:pt x="4734485" y="3201446"/>
                  </a:lnTo>
                  <a:lnTo>
                    <a:pt x="2591025" y="5122415"/>
                  </a:lnTo>
                  <a:lnTo>
                    <a:pt x="0" y="5122415"/>
                  </a:lnTo>
                  <a:lnTo>
                    <a:pt x="0" y="0"/>
                  </a:lnTo>
                  <a:close/>
                </a:path>
              </a:pathLst>
            </a:custGeom>
          </p:spPr>
        </p:pic>
        <p:sp>
          <p:nvSpPr>
            <p:cNvPr id="20" name="Freeform 19">
              <a:extLst>
                <a:ext uri="{FF2B5EF4-FFF2-40B4-BE49-F238E27FC236}">
                  <a16:creationId xmlns:a16="http://schemas.microsoft.com/office/drawing/2014/main" id="{B226FEC8-B44D-8862-6602-11B7FC2C8105}"/>
                </a:ext>
              </a:extLst>
            </p:cNvPr>
            <p:cNvSpPr/>
            <p:nvPr userDrawn="1"/>
          </p:nvSpPr>
          <p:spPr>
            <a:xfrm>
              <a:off x="10586058" y="2019298"/>
              <a:ext cx="1619284" cy="2706530"/>
            </a:xfrm>
            <a:custGeom>
              <a:avLst/>
              <a:gdLst>
                <a:gd name="connsiteX0" fmla="*/ 1353265 w 1619284"/>
                <a:gd name="connsiteY0" fmla="*/ 0 h 2706530"/>
                <a:gd name="connsiteX1" fmla="*/ 1491629 w 1619284"/>
                <a:gd name="connsiteY1" fmla="*/ 6987 h 2706530"/>
                <a:gd name="connsiteX2" fmla="*/ 1619284 w 1619284"/>
                <a:gd name="connsiteY2" fmla="*/ 26470 h 2706530"/>
                <a:gd name="connsiteX3" fmla="*/ 1619284 w 1619284"/>
                <a:gd name="connsiteY3" fmla="*/ 2680061 h 2706530"/>
                <a:gd name="connsiteX4" fmla="*/ 1491629 w 1619284"/>
                <a:gd name="connsiteY4" fmla="*/ 2699544 h 2706530"/>
                <a:gd name="connsiteX5" fmla="*/ 1353265 w 1619284"/>
                <a:gd name="connsiteY5" fmla="*/ 2706530 h 2706530"/>
                <a:gd name="connsiteX6" fmla="*/ 0 w 1619284"/>
                <a:gd name="connsiteY6" fmla="*/ 1353265 h 2706530"/>
                <a:gd name="connsiteX7" fmla="*/ 1353265 w 1619284"/>
                <a:gd name="connsiteY7" fmla="*/ 0 h 2706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9284" h="2706530">
                  <a:moveTo>
                    <a:pt x="1353265" y="0"/>
                  </a:moveTo>
                  <a:cubicBezTo>
                    <a:pt x="1399977" y="0"/>
                    <a:pt x="1446136" y="2367"/>
                    <a:pt x="1491629" y="6987"/>
                  </a:cubicBezTo>
                  <a:lnTo>
                    <a:pt x="1619284" y="26470"/>
                  </a:lnTo>
                  <a:lnTo>
                    <a:pt x="1619284" y="2680061"/>
                  </a:lnTo>
                  <a:lnTo>
                    <a:pt x="1491629" y="2699544"/>
                  </a:lnTo>
                  <a:cubicBezTo>
                    <a:pt x="1446136" y="2704164"/>
                    <a:pt x="1399977" y="2706530"/>
                    <a:pt x="1353265" y="2706530"/>
                  </a:cubicBezTo>
                  <a:cubicBezTo>
                    <a:pt x="605877" y="2706530"/>
                    <a:pt x="0" y="2100653"/>
                    <a:pt x="0" y="1353265"/>
                  </a:cubicBezTo>
                  <a:cubicBezTo>
                    <a:pt x="0" y="605878"/>
                    <a:pt x="605877" y="0"/>
                    <a:pt x="1353265" y="0"/>
                  </a:cubicBezTo>
                  <a:close/>
                </a:path>
              </a:pathLst>
            </a:cu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6" name="Graphic 15">
              <a:extLst>
                <a:ext uri="{FF2B5EF4-FFF2-40B4-BE49-F238E27FC236}">
                  <a16:creationId xmlns:a16="http://schemas.microsoft.com/office/drawing/2014/main" id="{7F544535-1AF1-172A-F546-06E8FE9AD815}"/>
                </a:ext>
              </a:extLst>
            </p:cNvPr>
            <p:cNvPicPr>
              <a:picLocks noChangeAspect="1"/>
            </p:cNvPicPr>
            <p:nvPr userDrawn="1"/>
          </p:nvPicPr>
          <p:blipFill>
            <a:blip r:embed="rId4">
              <a:extLst>
                <a:ext uri="{96DAC541-7B7A-43D3-8B79-37D633B846F1}">
                  <asvg:svgBlip xmlns:asvg="http://schemas.microsoft.com/office/drawing/2016/SVG/main" r:embed="rId5"/>
                </a:ext>
              </a:extLst>
            </a:blip>
            <a:srcRect r="24950" b="4371"/>
            <a:stretch>
              <a:fillRect/>
            </a:stretch>
          </p:blipFill>
          <p:spPr>
            <a:xfrm rot="16200000">
              <a:off x="8147372" y="-489272"/>
              <a:ext cx="3568698" cy="4547242"/>
            </a:xfrm>
            <a:custGeom>
              <a:avLst/>
              <a:gdLst>
                <a:gd name="connsiteX0" fmla="*/ 3568698 w 3568698"/>
                <a:gd name="connsiteY0" fmla="*/ 0 h 4547242"/>
                <a:gd name="connsiteX1" fmla="*/ 3568698 w 3568698"/>
                <a:gd name="connsiteY1" fmla="*/ 4547242 h 4547242"/>
                <a:gd name="connsiteX2" fmla="*/ 0 w 3568698"/>
                <a:gd name="connsiteY2" fmla="*/ 4547242 h 4547242"/>
                <a:gd name="connsiteX3" fmla="*/ 0 w 3568698"/>
                <a:gd name="connsiteY3" fmla="*/ 0 h 4547242"/>
              </a:gdLst>
              <a:ahLst/>
              <a:cxnLst>
                <a:cxn ang="0">
                  <a:pos x="connsiteX0" y="connsiteY0"/>
                </a:cxn>
                <a:cxn ang="0">
                  <a:pos x="connsiteX1" y="connsiteY1"/>
                </a:cxn>
                <a:cxn ang="0">
                  <a:pos x="connsiteX2" y="connsiteY2"/>
                </a:cxn>
                <a:cxn ang="0">
                  <a:pos x="connsiteX3" y="connsiteY3"/>
                </a:cxn>
              </a:cxnLst>
              <a:rect l="l" t="t" r="r" b="b"/>
              <a:pathLst>
                <a:path w="3568698" h="4547242">
                  <a:moveTo>
                    <a:pt x="3568698" y="0"/>
                  </a:moveTo>
                  <a:lnTo>
                    <a:pt x="3568698" y="4547242"/>
                  </a:lnTo>
                  <a:lnTo>
                    <a:pt x="0" y="4547242"/>
                  </a:lnTo>
                  <a:lnTo>
                    <a:pt x="0" y="0"/>
                  </a:lnTo>
                  <a:close/>
                </a:path>
              </a:pathLst>
            </a:custGeom>
          </p:spPr>
        </p:pic>
        <p:sp>
          <p:nvSpPr>
            <p:cNvPr id="18" name="Freeform 17">
              <a:extLst>
                <a:ext uri="{FF2B5EF4-FFF2-40B4-BE49-F238E27FC236}">
                  <a16:creationId xmlns:a16="http://schemas.microsoft.com/office/drawing/2014/main" id="{4FCF768B-3F3F-2F03-851D-8C74298BAE27}"/>
                </a:ext>
              </a:extLst>
            </p:cNvPr>
            <p:cNvSpPr/>
            <p:nvPr userDrawn="1"/>
          </p:nvSpPr>
          <p:spPr>
            <a:xfrm>
              <a:off x="10586058" y="2019299"/>
              <a:ext cx="1619284" cy="1464740"/>
            </a:xfrm>
            <a:custGeom>
              <a:avLst/>
              <a:gdLst>
                <a:gd name="connsiteX0" fmla="*/ 1353265 w 1619284"/>
                <a:gd name="connsiteY0" fmla="*/ 0 h 1464740"/>
                <a:gd name="connsiteX1" fmla="*/ 1491629 w 1619284"/>
                <a:gd name="connsiteY1" fmla="*/ 6987 h 1464740"/>
                <a:gd name="connsiteX2" fmla="*/ 1619284 w 1619284"/>
                <a:gd name="connsiteY2" fmla="*/ 26470 h 1464740"/>
                <a:gd name="connsiteX3" fmla="*/ 1619284 w 1619284"/>
                <a:gd name="connsiteY3" fmla="*/ 481335 h 1464740"/>
                <a:gd name="connsiteX4" fmla="*/ 1568631 w 1619284"/>
                <a:gd name="connsiteY4" fmla="*/ 604249 h 1464740"/>
                <a:gd name="connsiteX5" fmla="*/ 686610 w 1619284"/>
                <a:gd name="connsiteY5" fmla="*/ 1309373 h 1464740"/>
                <a:gd name="connsiteX6" fmla="*/ 13971 w 1619284"/>
                <a:gd name="connsiteY6" fmla="*/ 1463649 h 1464740"/>
                <a:gd name="connsiteX7" fmla="*/ 5629 w 1619284"/>
                <a:gd name="connsiteY7" fmla="*/ 1464740 h 1464740"/>
                <a:gd name="connsiteX8" fmla="*/ 0 w 1619284"/>
                <a:gd name="connsiteY8" fmla="*/ 1353265 h 1464740"/>
                <a:gd name="connsiteX9" fmla="*/ 1353265 w 1619284"/>
                <a:gd name="connsiteY9" fmla="*/ 0 h 1464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9284" h="1464740">
                  <a:moveTo>
                    <a:pt x="1353265" y="0"/>
                  </a:moveTo>
                  <a:cubicBezTo>
                    <a:pt x="1399977" y="0"/>
                    <a:pt x="1446136" y="2367"/>
                    <a:pt x="1491629" y="6987"/>
                  </a:cubicBezTo>
                  <a:lnTo>
                    <a:pt x="1619284" y="26470"/>
                  </a:lnTo>
                  <a:lnTo>
                    <a:pt x="1619284" y="481335"/>
                  </a:lnTo>
                  <a:lnTo>
                    <a:pt x="1568631" y="604249"/>
                  </a:lnTo>
                  <a:cubicBezTo>
                    <a:pt x="1393124" y="960946"/>
                    <a:pt x="1109091" y="1166730"/>
                    <a:pt x="686610" y="1309373"/>
                  </a:cubicBezTo>
                  <a:cubicBezTo>
                    <a:pt x="508690" y="1369447"/>
                    <a:pt x="275052" y="1424483"/>
                    <a:pt x="13971" y="1463649"/>
                  </a:cubicBezTo>
                  <a:lnTo>
                    <a:pt x="5629" y="1464740"/>
                  </a:lnTo>
                  <a:lnTo>
                    <a:pt x="0" y="1353265"/>
                  </a:lnTo>
                  <a:cubicBezTo>
                    <a:pt x="0" y="605878"/>
                    <a:pt x="605877" y="0"/>
                    <a:pt x="1353265" y="0"/>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1" name="Title 1">
            <a:extLst>
              <a:ext uri="{FF2B5EF4-FFF2-40B4-BE49-F238E27FC236}">
                <a16:creationId xmlns:a16="http://schemas.microsoft.com/office/drawing/2014/main" id="{8AC0C50C-7BC7-87EC-2E64-A944CBC31F05}"/>
              </a:ext>
            </a:extLst>
          </p:cNvPr>
          <p:cNvSpPr>
            <a:spLocks noGrp="1"/>
          </p:cNvSpPr>
          <p:nvPr userDrawn="1">
            <p:ph type="title" hasCustomPrompt="1"/>
          </p:nvPr>
        </p:nvSpPr>
        <p:spPr>
          <a:xfrm>
            <a:off x="660023" y="2558627"/>
            <a:ext cx="11255485" cy="784800"/>
          </a:xfrm>
        </p:spPr>
        <p:txBody>
          <a:bodyPr anchor="ctr" anchorCtr="0"/>
          <a:lstStyle>
            <a:lvl1pPr algn="l">
              <a:defRPr sz="6000">
                <a:solidFill>
                  <a:schemeClr val="tx1"/>
                </a:solidFill>
                <a:latin typeface="+mj-lt"/>
              </a:defRPr>
            </a:lvl1pPr>
          </a:lstStyle>
          <a:p>
            <a:r>
              <a:rPr lang="en-US"/>
              <a:t>Let’s get social</a:t>
            </a:r>
          </a:p>
        </p:txBody>
      </p:sp>
      <p:pic>
        <p:nvPicPr>
          <p:cNvPr id="11" name="Dayforce logo" descr="Dayforce Logo">
            <a:extLst>
              <a:ext uri="{FF2B5EF4-FFF2-40B4-BE49-F238E27FC236}">
                <a16:creationId xmlns:a16="http://schemas.microsoft.com/office/drawing/2014/main" id="{579BFAA6-3AA6-7FFE-9C8E-466817EB7FA5}"/>
              </a:ext>
            </a:extLst>
          </p:cNvPr>
          <p:cNvPicPr>
            <a:picLocks noChangeAspect="1"/>
          </p:cNvPicPr>
          <p:nvPr userDrawn="1"/>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804449" y="720337"/>
            <a:ext cx="1780366" cy="425496"/>
          </a:xfrm>
          <a:prstGeom prst="rect">
            <a:avLst/>
          </a:prstGeom>
        </p:spPr>
      </p:pic>
      <p:pic>
        <p:nvPicPr>
          <p:cNvPr id="3" name="Facebook Icon" descr="Facebook icon on a blue circle shape">
            <a:extLst>
              <a:ext uri="{FF2B5EF4-FFF2-40B4-BE49-F238E27FC236}">
                <a16:creationId xmlns:a16="http://schemas.microsoft.com/office/drawing/2014/main" id="{4101BEF4-A36E-E1D0-1C42-D2673ECB86D5}"/>
              </a:ext>
            </a:extLst>
          </p:cNvPr>
          <p:cNvPicPr>
            <a:picLocks noChangeAspect="1"/>
          </p:cNvPicPr>
          <p:nvPr userDrawn="1"/>
        </p:nvPicPr>
        <p:blipFill>
          <a:blip r:embed="rId8"/>
          <a:stretch>
            <a:fillRect/>
          </a:stretch>
        </p:blipFill>
        <p:spPr>
          <a:xfrm>
            <a:off x="595742" y="3695121"/>
            <a:ext cx="683433" cy="683433"/>
          </a:xfrm>
          <a:prstGeom prst="rect">
            <a:avLst/>
          </a:prstGeom>
          <a:effectLst>
            <a:outerShdw blurRad="127000" sx="102000" sy="102000" algn="ctr" rotWithShape="0">
              <a:prstClr val="black">
                <a:alpha val="10000"/>
              </a:prstClr>
            </a:outerShdw>
          </a:effectLst>
        </p:spPr>
      </p:pic>
      <p:pic>
        <p:nvPicPr>
          <p:cNvPr id="4" name="X Icon" descr="X icon on a blue circle shape">
            <a:extLst>
              <a:ext uri="{FF2B5EF4-FFF2-40B4-BE49-F238E27FC236}">
                <a16:creationId xmlns:a16="http://schemas.microsoft.com/office/drawing/2014/main" id="{B018A2E1-C4D4-AF6A-142A-4B629CA7CCC3}"/>
              </a:ext>
            </a:extLst>
          </p:cNvPr>
          <p:cNvPicPr>
            <a:picLocks noChangeAspect="1"/>
          </p:cNvPicPr>
          <p:nvPr userDrawn="1"/>
        </p:nvPicPr>
        <p:blipFill>
          <a:blip r:embed="rId9"/>
          <a:stretch>
            <a:fillRect/>
          </a:stretch>
        </p:blipFill>
        <p:spPr>
          <a:xfrm>
            <a:off x="1580900" y="3707880"/>
            <a:ext cx="683433" cy="683433"/>
          </a:xfrm>
          <a:prstGeom prst="rect">
            <a:avLst/>
          </a:prstGeom>
          <a:effectLst>
            <a:outerShdw blurRad="127000" sx="102000" sy="102000" algn="ctr" rotWithShape="0">
              <a:prstClr val="black">
                <a:alpha val="10000"/>
              </a:prstClr>
            </a:outerShdw>
          </a:effectLst>
        </p:spPr>
      </p:pic>
      <p:pic>
        <p:nvPicPr>
          <p:cNvPr id="9" name="Instagram Icon" descr="Instagram icon on a blue circle shape">
            <a:extLst>
              <a:ext uri="{FF2B5EF4-FFF2-40B4-BE49-F238E27FC236}">
                <a16:creationId xmlns:a16="http://schemas.microsoft.com/office/drawing/2014/main" id="{6E920E2D-186B-0FD3-3CD1-03004E886E49}"/>
              </a:ext>
            </a:extLst>
          </p:cNvPr>
          <p:cNvPicPr>
            <a:picLocks noChangeAspect="1"/>
          </p:cNvPicPr>
          <p:nvPr userDrawn="1"/>
        </p:nvPicPr>
        <p:blipFill>
          <a:blip r:embed="rId10"/>
          <a:stretch>
            <a:fillRect/>
          </a:stretch>
        </p:blipFill>
        <p:spPr>
          <a:xfrm>
            <a:off x="2566058" y="3707880"/>
            <a:ext cx="683433" cy="683433"/>
          </a:xfrm>
          <a:prstGeom prst="rect">
            <a:avLst/>
          </a:prstGeom>
          <a:effectLst>
            <a:outerShdw blurRad="127000" sx="102000" sy="102000" algn="ctr" rotWithShape="0">
              <a:prstClr val="black">
                <a:alpha val="10000"/>
              </a:prstClr>
            </a:outerShdw>
          </a:effectLst>
        </p:spPr>
      </p:pic>
      <p:pic>
        <p:nvPicPr>
          <p:cNvPr id="10" name="LinkedIn Icon" descr="LinkedIn icon on a blue circle shape">
            <a:extLst>
              <a:ext uri="{FF2B5EF4-FFF2-40B4-BE49-F238E27FC236}">
                <a16:creationId xmlns:a16="http://schemas.microsoft.com/office/drawing/2014/main" id="{881A1590-2487-EAF9-8C9F-97775AC50E23}"/>
              </a:ext>
            </a:extLst>
          </p:cNvPr>
          <p:cNvPicPr>
            <a:picLocks noChangeAspect="1"/>
          </p:cNvPicPr>
          <p:nvPr userDrawn="1"/>
        </p:nvPicPr>
        <p:blipFill>
          <a:blip r:embed="rId11"/>
          <a:stretch>
            <a:fillRect/>
          </a:stretch>
        </p:blipFill>
        <p:spPr>
          <a:xfrm>
            <a:off x="3551215" y="3703066"/>
            <a:ext cx="683433" cy="683433"/>
          </a:xfrm>
          <a:prstGeom prst="rect">
            <a:avLst/>
          </a:prstGeom>
          <a:effectLst>
            <a:outerShdw blurRad="127000" sx="102000" sy="102000" algn="ctr" rotWithShape="0">
              <a:prstClr val="black">
                <a:alpha val="10000"/>
              </a:prstClr>
            </a:outerShdw>
          </a:effectLst>
        </p:spPr>
      </p:pic>
      <p:sp>
        <p:nvSpPr>
          <p:cNvPr id="5" name="TextBox 4">
            <a:extLst>
              <a:ext uri="{FF2B5EF4-FFF2-40B4-BE49-F238E27FC236}">
                <a16:creationId xmlns:a16="http://schemas.microsoft.com/office/drawing/2014/main" id="{2F5312A7-676D-CA77-9EC9-F8CF6D6850E2}"/>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15796400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3_Social">
    <p:spTree>
      <p:nvGrpSpPr>
        <p:cNvPr id="1" name=""/>
        <p:cNvGrpSpPr/>
        <p:nvPr/>
      </p:nvGrpSpPr>
      <p:grpSpPr>
        <a:xfrm>
          <a:off x="0" y="0"/>
          <a:ext cx="0" cy="0"/>
          <a:chOff x="0" y="0"/>
          <a:chExt cx="0" cy="0"/>
        </a:xfrm>
      </p:grpSpPr>
      <p:grpSp>
        <p:nvGrpSpPr>
          <p:cNvPr id="22" name="Group 21">
            <a:extLst>
              <a:ext uri="{FF2B5EF4-FFF2-40B4-BE49-F238E27FC236}">
                <a16:creationId xmlns:a16="http://schemas.microsoft.com/office/drawing/2014/main" id="{718F4183-CA90-AA11-577F-35C5DF3BA9CD}"/>
              </a:ext>
            </a:extLst>
          </p:cNvPr>
          <p:cNvGrpSpPr/>
          <p:nvPr userDrawn="1"/>
        </p:nvGrpSpPr>
        <p:grpSpPr>
          <a:xfrm>
            <a:off x="7587452" y="-1031651"/>
            <a:ext cx="5122415" cy="5757479"/>
            <a:chOff x="7587452" y="-1031651"/>
            <a:chExt cx="5122415" cy="5757479"/>
          </a:xfrm>
        </p:grpSpPr>
        <p:pic>
          <p:nvPicPr>
            <p:cNvPr id="14" name="Graphic 13">
              <a:extLst>
                <a:ext uri="{FF2B5EF4-FFF2-40B4-BE49-F238E27FC236}">
                  <a16:creationId xmlns:a16="http://schemas.microsoft.com/office/drawing/2014/main" id="{F9CF06C1-1FF8-6BC2-9E50-A0DC2ED53B0A}"/>
                </a:ext>
              </a:extLst>
            </p:cNvPr>
            <p:cNvPicPr>
              <a:picLocks noChangeAspect="1"/>
            </p:cNvPicPr>
            <p:nvPr userDrawn="1"/>
          </p:nvPicPr>
          <p:blipFill>
            <a:blip r:embed="rId2">
              <a:extLst>
                <a:ext uri="{96DAC541-7B7A-43D3-8B79-37D633B846F1}">
                  <asvg:svgBlip xmlns:asvg="http://schemas.microsoft.com/office/drawing/2016/SVG/main" r:embed="rId3"/>
                </a:ext>
              </a:extLst>
            </a:blip>
            <a:srcRect r="7573"/>
            <a:stretch>
              <a:fillRect/>
            </a:stretch>
          </p:blipFill>
          <p:spPr>
            <a:xfrm rot="18712001">
              <a:off x="7781417" y="-1225616"/>
              <a:ext cx="4734485" cy="5122415"/>
            </a:xfrm>
            <a:custGeom>
              <a:avLst/>
              <a:gdLst>
                <a:gd name="connsiteX0" fmla="*/ 1865351 w 4734485"/>
                <a:gd name="connsiteY0" fmla="*/ 0 h 5122415"/>
                <a:gd name="connsiteX1" fmla="*/ 4734485 w 4734485"/>
                <a:gd name="connsiteY1" fmla="*/ 3201446 h 5122415"/>
                <a:gd name="connsiteX2" fmla="*/ 2591025 w 4734485"/>
                <a:gd name="connsiteY2" fmla="*/ 5122415 h 5122415"/>
                <a:gd name="connsiteX3" fmla="*/ 0 w 4734485"/>
                <a:gd name="connsiteY3" fmla="*/ 5122415 h 5122415"/>
                <a:gd name="connsiteX4" fmla="*/ 0 w 4734485"/>
                <a:gd name="connsiteY4" fmla="*/ 0 h 512241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734485" h="5122415">
                  <a:moveTo>
                    <a:pt x="1865351" y="0"/>
                  </a:moveTo>
                  <a:lnTo>
                    <a:pt x="4734485" y="3201446"/>
                  </a:lnTo>
                  <a:lnTo>
                    <a:pt x="2591025" y="5122415"/>
                  </a:lnTo>
                  <a:lnTo>
                    <a:pt x="0" y="5122415"/>
                  </a:lnTo>
                  <a:lnTo>
                    <a:pt x="0" y="0"/>
                  </a:lnTo>
                  <a:close/>
                </a:path>
              </a:pathLst>
            </a:custGeom>
          </p:spPr>
        </p:pic>
        <p:sp>
          <p:nvSpPr>
            <p:cNvPr id="20" name="Freeform 19">
              <a:extLst>
                <a:ext uri="{FF2B5EF4-FFF2-40B4-BE49-F238E27FC236}">
                  <a16:creationId xmlns:a16="http://schemas.microsoft.com/office/drawing/2014/main" id="{ACA8331B-3205-17B2-84D4-BEBB17C63432}"/>
                </a:ext>
              </a:extLst>
            </p:cNvPr>
            <p:cNvSpPr/>
            <p:nvPr userDrawn="1"/>
          </p:nvSpPr>
          <p:spPr>
            <a:xfrm>
              <a:off x="10586058" y="2019298"/>
              <a:ext cx="1619284" cy="2706530"/>
            </a:xfrm>
            <a:custGeom>
              <a:avLst/>
              <a:gdLst>
                <a:gd name="connsiteX0" fmla="*/ 1353265 w 1619284"/>
                <a:gd name="connsiteY0" fmla="*/ 0 h 2706530"/>
                <a:gd name="connsiteX1" fmla="*/ 1491629 w 1619284"/>
                <a:gd name="connsiteY1" fmla="*/ 6987 h 2706530"/>
                <a:gd name="connsiteX2" fmla="*/ 1619284 w 1619284"/>
                <a:gd name="connsiteY2" fmla="*/ 26470 h 2706530"/>
                <a:gd name="connsiteX3" fmla="*/ 1619284 w 1619284"/>
                <a:gd name="connsiteY3" fmla="*/ 2680061 h 2706530"/>
                <a:gd name="connsiteX4" fmla="*/ 1491629 w 1619284"/>
                <a:gd name="connsiteY4" fmla="*/ 2699544 h 2706530"/>
                <a:gd name="connsiteX5" fmla="*/ 1353265 w 1619284"/>
                <a:gd name="connsiteY5" fmla="*/ 2706530 h 2706530"/>
                <a:gd name="connsiteX6" fmla="*/ 0 w 1619284"/>
                <a:gd name="connsiteY6" fmla="*/ 1353265 h 2706530"/>
                <a:gd name="connsiteX7" fmla="*/ 1353265 w 1619284"/>
                <a:gd name="connsiteY7" fmla="*/ 0 h 27065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619284" h="2706530">
                  <a:moveTo>
                    <a:pt x="1353265" y="0"/>
                  </a:moveTo>
                  <a:cubicBezTo>
                    <a:pt x="1399977" y="0"/>
                    <a:pt x="1446136" y="2367"/>
                    <a:pt x="1491629" y="6987"/>
                  </a:cubicBezTo>
                  <a:lnTo>
                    <a:pt x="1619284" y="26470"/>
                  </a:lnTo>
                  <a:lnTo>
                    <a:pt x="1619284" y="2680061"/>
                  </a:lnTo>
                  <a:lnTo>
                    <a:pt x="1491629" y="2699544"/>
                  </a:lnTo>
                  <a:cubicBezTo>
                    <a:pt x="1446136" y="2704164"/>
                    <a:pt x="1399977" y="2706530"/>
                    <a:pt x="1353265" y="2706530"/>
                  </a:cubicBezTo>
                  <a:cubicBezTo>
                    <a:pt x="605877" y="2706530"/>
                    <a:pt x="0" y="2100653"/>
                    <a:pt x="0" y="1353265"/>
                  </a:cubicBezTo>
                  <a:cubicBezTo>
                    <a:pt x="0" y="605878"/>
                    <a:pt x="605877" y="0"/>
                    <a:pt x="1353265" y="0"/>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16" name="Graphic 15">
              <a:extLst>
                <a:ext uri="{FF2B5EF4-FFF2-40B4-BE49-F238E27FC236}">
                  <a16:creationId xmlns:a16="http://schemas.microsoft.com/office/drawing/2014/main" id="{27F8074D-39BD-9457-5513-6E98FFF50212}"/>
                </a:ext>
              </a:extLst>
            </p:cNvPr>
            <p:cNvPicPr>
              <a:picLocks noChangeAspect="1"/>
            </p:cNvPicPr>
            <p:nvPr userDrawn="1"/>
          </p:nvPicPr>
          <p:blipFill>
            <a:blip r:embed="rId4">
              <a:extLst>
                <a:ext uri="{96DAC541-7B7A-43D3-8B79-37D633B846F1}">
                  <asvg:svgBlip xmlns:asvg="http://schemas.microsoft.com/office/drawing/2016/SVG/main" r:embed="rId5"/>
                </a:ext>
              </a:extLst>
            </a:blip>
            <a:srcRect r="24950" b="4371"/>
            <a:stretch>
              <a:fillRect/>
            </a:stretch>
          </p:blipFill>
          <p:spPr>
            <a:xfrm rot="16200000">
              <a:off x="8147372" y="-489272"/>
              <a:ext cx="3568698" cy="4547242"/>
            </a:xfrm>
            <a:custGeom>
              <a:avLst/>
              <a:gdLst>
                <a:gd name="connsiteX0" fmla="*/ 3568698 w 3568698"/>
                <a:gd name="connsiteY0" fmla="*/ 0 h 4547242"/>
                <a:gd name="connsiteX1" fmla="*/ 3568698 w 3568698"/>
                <a:gd name="connsiteY1" fmla="*/ 4547242 h 4547242"/>
                <a:gd name="connsiteX2" fmla="*/ 0 w 3568698"/>
                <a:gd name="connsiteY2" fmla="*/ 4547242 h 4547242"/>
                <a:gd name="connsiteX3" fmla="*/ 0 w 3568698"/>
                <a:gd name="connsiteY3" fmla="*/ 0 h 4547242"/>
              </a:gdLst>
              <a:ahLst/>
              <a:cxnLst>
                <a:cxn ang="0">
                  <a:pos x="connsiteX0" y="connsiteY0"/>
                </a:cxn>
                <a:cxn ang="0">
                  <a:pos x="connsiteX1" y="connsiteY1"/>
                </a:cxn>
                <a:cxn ang="0">
                  <a:pos x="connsiteX2" y="connsiteY2"/>
                </a:cxn>
                <a:cxn ang="0">
                  <a:pos x="connsiteX3" y="connsiteY3"/>
                </a:cxn>
              </a:cxnLst>
              <a:rect l="l" t="t" r="r" b="b"/>
              <a:pathLst>
                <a:path w="3568698" h="4547242">
                  <a:moveTo>
                    <a:pt x="3568698" y="0"/>
                  </a:moveTo>
                  <a:lnTo>
                    <a:pt x="3568698" y="4547242"/>
                  </a:lnTo>
                  <a:lnTo>
                    <a:pt x="0" y="4547242"/>
                  </a:lnTo>
                  <a:lnTo>
                    <a:pt x="0" y="0"/>
                  </a:lnTo>
                  <a:close/>
                </a:path>
              </a:pathLst>
            </a:custGeom>
          </p:spPr>
        </p:pic>
        <p:sp>
          <p:nvSpPr>
            <p:cNvPr id="18" name="Freeform 17">
              <a:extLst>
                <a:ext uri="{FF2B5EF4-FFF2-40B4-BE49-F238E27FC236}">
                  <a16:creationId xmlns:a16="http://schemas.microsoft.com/office/drawing/2014/main" id="{372CABE6-9D67-8303-FFBE-1E28412FD520}"/>
                </a:ext>
              </a:extLst>
            </p:cNvPr>
            <p:cNvSpPr/>
            <p:nvPr userDrawn="1"/>
          </p:nvSpPr>
          <p:spPr>
            <a:xfrm>
              <a:off x="10586058" y="2019299"/>
              <a:ext cx="1619284" cy="1464740"/>
            </a:xfrm>
            <a:custGeom>
              <a:avLst/>
              <a:gdLst>
                <a:gd name="connsiteX0" fmla="*/ 1353265 w 1619284"/>
                <a:gd name="connsiteY0" fmla="*/ 0 h 1464740"/>
                <a:gd name="connsiteX1" fmla="*/ 1491629 w 1619284"/>
                <a:gd name="connsiteY1" fmla="*/ 6987 h 1464740"/>
                <a:gd name="connsiteX2" fmla="*/ 1619284 w 1619284"/>
                <a:gd name="connsiteY2" fmla="*/ 26470 h 1464740"/>
                <a:gd name="connsiteX3" fmla="*/ 1619284 w 1619284"/>
                <a:gd name="connsiteY3" fmla="*/ 481335 h 1464740"/>
                <a:gd name="connsiteX4" fmla="*/ 1568631 w 1619284"/>
                <a:gd name="connsiteY4" fmla="*/ 604249 h 1464740"/>
                <a:gd name="connsiteX5" fmla="*/ 686610 w 1619284"/>
                <a:gd name="connsiteY5" fmla="*/ 1309373 h 1464740"/>
                <a:gd name="connsiteX6" fmla="*/ 13971 w 1619284"/>
                <a:gd name="connsiteY6" fmla="*/ 1463649 h 1464740"/>
                <a:gd name="connsiteX7" fmla="*/ 5629 w 1619284"/>
                <a:gd name="connsiteY7" fmla="*/ 1464740 h 1464740"/>
                <a:gd name="connsiteX8" fmla="*/ 0 w 1619284"/>
                <a:gd name="connsiteY8" fmla="*/ 1353265 h 1464740"/>
                <a:gd name="connsiteX9" fmla="*/ 1353265 w 1619284"/>
                <a:gd name="connsiteY9" fmla="*/ 0 h 1464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19284" h="1464740">
                  <a:moveTo>
                    <a:pt x="1353265" y="0"/>
                  </a:moveTo>
                  <a:cubicBezTo>
                    <a:pt x="1399977" y="0"/>
                    <a:pt x="1446136" y="2367"/>
                    <a:pt x="1491629" y="6987"/>
                  </a:cubicBezTo>
                  <a:lnTo>
                    <a:pt x="1619284" y="26470"/>
                  </a:lnTo>
                  <a:lnTo>
                    <a:pt x="1619284" y="481335"/>
                  </a:lnTo>
                  <a:lnTo>
                    <a:pt x="1568631" y="604249"/>
                  </a:lnTo>
                  <a:cubicBezTo>
                    <a:pt x="1393124" y="960946"/>
                    <a:pt x="1109091" y="1166730"/>
                    <a:pt x="686610" y="1309373"/>
                  </a:cubicBezTo>
                  <a:cubicBezTo>
                    <a:pt x="508690" y="1369447"/>
                    <a:pt x="275052" y="1424483"/>
                    <a:pt x="13971" y="1463649"/>
                  </a:cubicBezTo>
                  <a:lnTo>
                    <a:pt x="5629" y="1464740"/>
                  </a:lnTo>
                  <a:lnTo>
                    <a:pt x="0" y="1353265"/>
                  </a:lnTo>
                  <a:cubicBezTo>
                    <a:pt x="0" y="605878"/>
                    <a:pt x="605877" y="0"/>
                    <a:pt x="1353265" y="0"/>
                  </a:cubicBezTo>
                  <a:close/>
                </a:path>
              </a:pathLst>
            </a:custGeom>
            <a:solidFill>
              <a:srgbClr val="BCF76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pSp>
      <p:sp>
        <p:nvSpPr>
          <p:cNvPr id="21" name="Title 1">
            <a:extLst>
              <a:ext uri="{FF2B5EF4-FFF2-40B4-BE49-F238E27FC236}">
                <a16:creationId xmlns:a16="http://schemas.microsoft.com/office/drawing/2014/main" id="{8AC0C50C-7BC7-87EC-2E64-A944CBC31F05}"/>
              </a:ext>
            </a:extLst>
          </p:cNvPr>
          <p:cNvSpPr>
            <a:spLocks noGrp="1"/>
          </p:cNvSpPr>
          <p:nvPr userDrawn="1">
            <p:ph type="title" hasCustomPrompt="1"/>
          </p:nvPr>
        </p:nvSpPr>
        <p:spPr>
          <a:xfrm>
            <a:off x="660023" y="2558627"/>
            <a:ext cx="11255485" cy="784800"/>
          </a:xfrm>
        </p:spPr>
        <p:txBody>
          <a:bodyPr anchor="ctr" anchorCtr="0"/>
          <a:lstStyle>
            <a:lvl1pPr algn="l">
              <a:defRPr sz="6000">
                <a:solidFill>
                  <a:schemeClr val="tx1"/>
                </a:solidFill>
                <a:latin typeface="+mj-lt"/>
              </a:defRPr>
            </a:lvl1pPr>
          </a:lstStyle>
          <a:p>
            <a:r>
              <a:rPr lang="en-US"/>
              <a:t>Let’s get social</a:t>
            </a:r>
          </a:p>
        </p:txBody>
      </p:sp>
      <p:pic>
        <p:nvPicPr>
          <p:cNvPr id="11" name="Dayforce logo" descr="Dayforce Logo">
            <a:extLst>
              <a:ext uri="{FF2B5EF4-FFF2-40B4-BE49-F238E27FC236}">
                <a16:creationId xmlns:a16="http://schemas.microsoft.com/office/drawing/2014/main" id="{579BFAA6-3AA6-7FFE-9C8E-466817EB7FA5}"/>
              </a:ext>
            </a:extLst>
          </p:cNvPr>
          <p:cNvPicPr>
            <a:picLocks noChangeAspect="1"/>
          </p:cNvPicPr>
          <p:nvPr userDrawn="1"/>
        </p:nvPicPr>
        <p:blipFill>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804449" y="720337"/>
            <a:ext cx="1780366" cy="425496"/>
          </a:xfrm>
          <a:prstGeom prst="rect">
            <a:avLst/>
          </a:prstGeom>
        </p:spPr>
      </p:pic>
      <p:pic>
        <p:nvPicPr>
          <p:cNvPr id="3" name="Facebook Icon" descr="Facebook icon on a blue circle shape">
            <a:extLst>
              <a:ext uri="{FF2B5EF4-FFF2-40B4-BE49-F238E27FC236}">
                <a16:creationId xmlns:a16="http://schemas.microsoft.com/office/drawing/2014/main" id="{4101BEF4-A36E-E1D0-1C42-D2673ECB86D5}"/>
              </a:ext>
            </a:extLst>
          </p:cNvPr>
          <p:cNvPicPr>
            <a:picLocks noChangeAspect="1"/>
          </p:cNvPicPr>
          <p:nvPr userDrawn="1"/>
        </p:nvPicPr>
        <p:blipFill>
          <a:blip r:embed="rId8"/>
          <a:stretch>
            <a:fillRect/>
          </a:stretch>
        </p:blipFill>
        <p:spPr>
          <a:xfrm>
            <a:off x="595742" y="3695121"/>
            <a:ext cx="683433" cy="683433"/>
          </a:xfrm>
          <a:prstGeom prst="rect">
            <a:avLst/>
          </a:prstGeom>
          <a:effectLst>
            <a:outerShdw blurRad="127000" sx="102000" sy="102000" algn="ctr" rotWithShape="0">
              <a:prstClr val="black">
                <a:alpha val="10000"/>
              </a:prstClr>
            </a:outerShdw>
          </a:effectLst>
        </p:spPr>
      </p:pic>
      <p:pic>
        <p:nvPicPr>
          <p:cNvPr id="4" name="X Icon" descr="X icon on a blue circle shape">
            <a:extLst>
              <a:ext uri="{FF2B5EF4-FFF2-40B4-BE49-F238E27FC236}">
                <a16:creationId xmlns:a16="http://schemas.microsoft.com/office/drawing/2014/main" id="{B018A2E1-C4D4-AF6A-142A-4B629CA7CCC3}"/>
              </a:ext>
            </a:extLst>
          </p:cNvPr>
          <p:cNvPicPr>
            <a:picLocks noChangeAspect="1"/>
          </p:cNvPicPr>
          <p:nvPr userDrawn="1"/>
        </p:nvPicPr>
        <p:blipFill>
          <a:blip r:embed="rId9"/>
          <a:stretch>
            <a:fillRect/>
          </a:stretch>
        </p:blipFill>
        <p:spPr>
          <a:xfrm>
            <a:off x="1580900" y="3707880"/>
            <a:ext cx="683433" cy="683433"/>
          </a:xfrm>
          <a:prstGeom prst="rect">
            <a:avLst/>
          </a:prstGeom>
          <a:effectLst>
            <a:outerShdw blurRad="127000" sx="102000" sy="102000" algn="ctr" rotWithShape="0">
              <a:prstClr val="black">
                <a:alpha val="10000"/>
              </a:prstClr>
            </a:outerShdw>
          </a:effectLst>
        </p:spPr>
      </p:pic>
      <p:pic>
        <p:nvPicPr>
          <p:cNvPr id="9" name="Instagram Icon" descr="Instagram icon on a blue circle shape">
            <a:extLst>
              <a:ext uri="{FF2B5EF4-FFF2-40B4-BE49-F238E27FC236}">
                <a16:creationId xmlns:a16="http://schemas.microsoft.com/office/drawing/2014/main" id="{6E920E2D-186B-0FD3-3CD1-03004E886E49}"/>
              </a:ext>
            </a:extLst>
          </p:cNvPr>
          <p:cNvPicPr>
            <a:picLocks noChangeAspect="1"/>
          </p:cNvPicPr>
          <p:nvPr userDrawn="1"/>
        </p:nvPicPr>
        <p:blipFill>
          <a:blip r:embed="rId10"/>
          <a:stretch>
            <a:fillRect/>
          </a:stretch>
        </p:blipFill>
        <p:spPr>
          <a:xfrm>
            <a:off x="2566058" y="3707880"/>
            <a:ext cx="683433" cy="683433"/>
          </a:xfrm>
          <a:prstGeom prst="rect">
            <a:avLst/>
          </a:prstGeom>
          <a:effectLst>
            <a:outerShdw blurRad="127000" sx="102000" sy="102000" algn="ctr" rotWithShape="0">
              <a:prstClr val="black">
                <a:alpha val="10000"/>
              </a:prstClr>
            </a:outerShdw>
          </a:effectLst>
        </p:spPr>
      </p:pic>
      <p:pic>
        <p:nvPicPr>
          <p:cNvPr id="10" name="LinkedIn Icon" descr="LinkedIn icon on a blue circle shape">
            <a:extLst>
              <a:ext uri="{FF2B5EF4-FFF2-40B4-BE49-F238E27FC236}">
                <a16:creationId xmlns:a16="http://schemas.microsoft.com/office/drawing/2014/main" id="{881A1590-2487-EAF9-8C9F-97775AC50E23}"/>
              </a:ext>
            </a:extLst>
          </p:cNvPr>
          <p:cNvPicPr>
            <a:picLocks noChangeAspect="1"/>
          </p:cNvPicPr>
          <p:nvPr userDrawn="1"/>
        </p:nvPicPr>
        <p:blipFill>
          <a:blip r:embed="rId11"/>
          <a:stretch>
            <a:fillRect/>
          </a:stretch>
        </p:blipFill>
        <p:spPr>
          <a:xfrm>
            <a:off x="3551215" y="3703066"/>
            <a:ext cx="683433" cy="683433"/>
          </a:xfrm>
          <a:prstGeom prst="rect">
            <a:avLst/>
          </a:prstGeom>
          <a:effectLst>
            <a:outerShdw blurRad="127000" sx="102000" sy="102000" algn="ctr" rotWithShape="0">
              <a:prstClr val="black">
                <a:alpha val="10000"/>
              </a:prstClr>
            </a:outerShdw>
          </a:effectLst>
        </p:spPr>
      </p:pic>
      <p:sp>
        <p:nvSpPr>
          <p:cNvPr id="5" name="TextBox 4">
            <a:extLst>
              <a:ext uri="{FF2B5EF4-FFF2-40B4-BE49-F238E27FC236}">
                <a16:creationId xmlns:a16="http://schemas.microsoft.com/office/drawing/2014/main" id="{EE486767-4B49-54A6-2191-3BCA6C9F1B07}"/>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29813122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Coming Up">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id="{E27A27A2-7C5D-D79A-F306-EDDD7AE41D3E}"/>
              </a:ext>
            </a:extLst>
          </p:cNvPr>
          <p:cNvSpPr>
            <a:spLocks noGrp="1"/>
          </p:cNvSpPr>
          <p:nvPr>
            <p:ph type="body" sz="quarter" idx="10"/>
          </p:nvPr>
        </p:nvSpPr>
        <p:spPr>
          <a:xfrm>
            <a:off x="603077" y="593690"/>
            <a:ext cx="7618006" cy="653220"/>
          </a:xfrm>
        </p:spPr>
        <p:txBody>
          <a:bodyPr lIns="0"/>
          <a:lstStyle>
            <a:lvl1pPr>
              <a:lnSpc>
                <a:spcPct val="90000"/>
              </a:lnSpc>
              <a:defRPr sz="3600">
                <a:latin typeface="+mj-lt"/>
              </a:defRPr>
            </a:lvl1pPr>
          </a:lstStyle>
          <a:p>
            <a:pPr lvl="0"/>
            <a:r>
              <a:rPr lang="en-US"/>
              <a:t>Click to edit Master text styles</a:t>
            </a:r>
          </a:p>
        </p:txBody>
      </p:sp>
      <p:sp>
        <p:nvSpPr>
          <p:cNvPr id="2" name="Rounded Rectangle 1">
            <a:extLst>
              <a:ext uri="{FF2B5EF4-FFF2-40B4-BE49-F238E27FC236}">
                <a16:creationId xmlns:a16="http://schemas.microsoft.com/office/drawing/2014/main" id="{2C93C1A3-0E73-66B0-9236-A5396DC43C1E}"/>
              </a:ext>
            </a:extLst>
          </p:cNvPr>
          <p:cNvSpPr/>
          <p:nvPr userDrawn="1"/>
        </p:nvSpPr>
        <p:spPr>
          <a:xfrm>
            <a:off x="3413851" y="2345680"/>
            <a:ext cx="2553524" cy="2849053"/>
          </a:xfrm>
          <a:prstGeom prst="roundRect">
            <a:avLst>
              <a:gd name="adj" fmla="val 7384"/>
            </a:avLst>
          </a:prstGeom>
          <a:solidFill>
            <a:schemeClr val="bg2"/>
          </a:solidFill>
          <a:ln w="12700" cap="flat" cmpd="sng" algn="ctr">
            <a:noFill/>
            <a:prstDash val="solid"/>
            <a:miter lim="800000"/>
          </a:ln>
          <a:effectLst>
            <a:outerShdw blurRad="127000" sx="102000" sy="102000" algn="ctr" rotWithShape="0">
              <a:schemeClr val="tx2">
                <a:alpha val="10000"/>
              </a:schemeClr>
            </a:outerShdw>
          </a:effectLst>
        </p:spPr>
        <p:txBody>
          <a:bodyPr rtlCol="0" anchor="ctr"/>
          <a:lstStyle/>
          <a:p>
            <a:pPr marL="0" marR="0" lvl="0" indent="0" algn="ctr" defTabSz="412750" rtl="0" eaLnBrk="1" fontAlgn="auto" latinLnBrk="0" hangingPunct="0">
              <a:lnSpc>
                <a:spcPct val="100000"/>
              </a:lnSpc>
              <a:spcBef>
                <a:spcPts val="0"/>
              </a:spcBef>
              <a:spcAft>
                <a:spcPts val="0"/>
              </a:spcAft>
              <a:buClrTx/>
              <a:buSzTx/>
              <a:buFontTx/>
              <a:buNone/>
              <a:tabLst/>
              <a:defRPr/>
            </a:pPr>
            <a:endParaRPr kumimoji="0" lang="en-US" sz="1500" b="1" i="0" u="none" strike="noStrike" kern="0" cap="none" spc="0" normalizeH="0" baseline="0" noProof="0">
              <a:ln>
                <a:noFill/>
              </a:ln>
              <a:solidFill>
                <a:srgbClr val="C7E5FF"/>
              </a:solidFill>
              <a:effectLst/>
              <a:uLnTx/>
              <a:uFillTx/>
              <a:latin typeface="Clarika Grotesque Light Italic"/>
              <a:ea typeface="+mn-ea"/>
              <a:cs typeface="+mn-cs"/>
              <a:sym typeface="Helvetica Neue"/>
            </a:endParaRPr>
          </a:p>
        </p:txBody>
      </p:sp>
      <p:sp>
        <p:nvSpPr>
          <p:cNvPr id="4" name="Rounded Rectangle 3">
            <a:extLst>
              <a:ext uri="{FF2B5EF4-FFF2-40B4-BE49-F238E27FC236}">
                <a16:creationId xmlns:a16="http://schemas.microsoft.com/office/drawing/2014/main" id="{97762ADA-DFD4-7971-99C9-E289ED838C73}"/>
              </a:ext>
            </a:extLst>
          </p:cNvPr>
          <p:cNvSpPr/>
          <p:nvPr userDrawn="1"/>
        </p:nvSpPr>
        <p:spPr>
          <a:xfrm>
            <a:off x="603077" y="2345681"/>
            <a:ext cx="2553524" cy="2849053"/>
          </a:xfrm>
          <a:prstGeom prst="roundRect">
            <a:avLst>
              <a:gd name="adj" fmla="val 7384"/>
            </a:avLst>
          </a:prstGeom>
          <a:solidFill>
            <a:schemeClr val="bg2"/>
          </a:solidFill>
          <a:ln w="12700" cap="flat" cmpd="sng" algn="ctr">
            <a:noFill/>
            <a:prstDash val="solid"/>
            <a:miter lim="800000"/>
          </a:ln>
          <a:effectLst>
            <a:outerShdw blurRad="127000" sx="102000" sy="102000" algn="ctr" rotWithShape="0">
              <a:schemeClr val="tx2">
                <a:alpha val="10000"/>
              </a:schemeClr>
            </a:outerShdw>
          </a:effectLst>
        </p:spPr>
        <p:txBody>
          <a:bodyPr rtlCol="0" anchor="ctr"/>
          <a:lstStyle/>
          <a:p>
            <a:pPr marL="0" marR="0" lvl="0" indent="0" algn="ctr" defTabSz="412750" rtl="0" eaLnBrk="1" fontAlgn="auto" latinLnBrk="0" hangingPunct="0">
              <a:lnSpc>
                <a:spcPct val="100000"/>
              </a:lnSpc>
              <a:spcBef>
                <a:spcPts val="0"/>
              </a:spcBef>
              <a:spcAft>
                <a:spcPts val="0"/>
              </a:spcAft>
              <a:buClrTx/>
              <a:buSzTx/>
              <a:buFontTx/>
              <a:buNone/>
              <a:tabLst/>
              <a:defRPr/>
            </a:pPr>
            <a:endParaRPr kumimoji="0" lang="en-US" sz="1500" b="1" i="0" u="none" strike="noStrike" kern="0" cap="none" spc="0" normalizeH="0" baseline="0" noProof="0">
              <a:ln>
                <a:noFill/>
              </a:ln>
              <a:solidFill>
                <a:srgbClr val="C7E5FF"/>
              </a:solidFill>
              <a:effectLst/>
              <a:uLnTx/>
              <a:uFillTx/>
              <a:latin typeface="Clarika Grotesque Light Italic"/>
              <a:ea typeface="+mn-ea"/>
              <a:cs typeface="+mn-cs"/>
              <a:sym typeface="Helvetica Neue"/>
            </a:endParaRPr>
          </a:p>
        </p:txBody>
      </p:sp>
      <p:sp>
        <p:nvSpPr>
          <p:cNvPr id="5" name="Rounded Rectangle 4">
            <a:extLst>
              <a:ext uri="{FF2B5EF4-FFF2-40B4-BE49-F238E27FC236}">
                <a16:creationId xmlns:a16="http://schemas.microsoft.com/office/drawing/2014/main" id="{072495A5-27CA-2B15-C135-3044793799F1}"/>
              </a:ext>
            </a:extLst>
          </p:cNvPr>
          <p:cNvSpPr/>
          <p:nvPr userDrawn="1"/>
        </p:nvSpPr>
        <p:spPr>
          <a:xfrm>
            <a:off x="6224625" y="2345680"/>
            <a:ext cx="2553524" cy="2849053"/>
          </a:xfrm>
          <a:prstGeom prst="roundRect">
            <a:avLst>
              <a:gd name="adj" fmla="val 7384"/>
            </a:avLst>
          </a:prstGeom>
          <a:solidFill>
            <a:schemeClr val="bg2"/>
          </a:solidFill>
          <a:ln w="12700" cap="flat" cmpd="sng" algn="ctr">
            <a:noFill/>
            <a:prstDash val="solid"/>
            <a:miter lim="800000"/>
          </a:ln>
          <a:effectLst>
            <a:outerShdw blurRad="127000" sx="102000" sy="102000" algn="ctr" rotWithShape="0">
              <a:prstClr val="black">
                <a:alpha val="10000"/>
              </a:prstClr>
            </a:outerShdw>
          </a:effectLst>
        </p:spPr>
        <p:txBody>
          <a:bodyPr rtlCol="0" anchor="ctr"/>
          <a:lstStyle/>
          <a:p>
            <a:pPr marL="0" marR="0" lvl="0" indent="0" algn="ctr" defTabSz="412750" rtl="0" eaLnBrk="1" fontAlgn="auto" latinLnBrk="0" hangingPunct="0">
              <a:lnSpc>
                <a:spcPct val="100000"/>
              </a:lnSpc>
              <a:spcBef>
                <a:spcPts val="0"/>
              </a:spcBef>
              <a:spcAft>
                <a:spcPts val="0"/>
              </a:spcAft>
              <a:buClrTx/>
              <a:buSzTx/>
              <a:buFontTx/>
              <a:buNone/>
              <a:tabLst/>
              <a:defRPr/>
            </a:pPr>
            <a:endParaRPr kumimoji="0" lang="en-US" sz="1500" b="1" i="0" u="none" strike="noStrike" kern="0" cap="none" spc="0" normalizeH="0" baseline="0" noProof="0">
              <a:ln>
                <a:noFill/>
              </a:ln>
              <a:solidFill>
                <a:srgbClr val="C7E5FF"/>
              </a:solidFill>
              <a:effectLst/>
              <a:uLnTx/>
              <a:uFillTx/>
              <a:latin typeface="Clarika Grotesque Light Italic"/>
              <a:ea typeface="+mn-ea"/>
              <a:cs typeface="+mn-cs"/>
              <a:sym typeface="Helvetica Neue"/>
            </a:endParaRPr>
          </a:p>
        </p:txBody>
      </p:sp>
      <p:sp>
        <p:nvSpPr>
          <p:cNvPr id="13" name="Rounded Rectangle 12">
            <a:extLst>
              <a:ext uri="{FF2B5EF4-FFF2-40B4-BE49-F238E27FC236}">
                <a16:creationId xmlns:a16="http://schemas.microsoft.com/office/drawing/2014/main" id="{1A20C319-137B-DAD8-293B-27F6D9ACD0E0}"/>
              </a:ext>
            </a:extLst>
          </p:cNvPr>
          <p:cNvSpPr/>
          <p:nvPr userDrawn="1"/>
        </p:nvSpPr>
        <p:spPr>
          <a:xfrm>
            <a:off x="9035399" y="2345680"/>
            <a:ext cx="2553524" cy="2849053"/>
          </a:xfrm>
          <a:prstGeom prst="roundRect">
            <a:avLst>
              <a:gd name="adj" fmla="val 7384"/>
            </a:avLst>
          </a:prstGeom>
          <a:solidFill>
            <a:schemeClr val="bg2"/>
          </a:solidFill>
          <a:ln w="12700" cap="flat" cmpd="sng" algn="ctr">
            <a:noFill/>
            <a:prstDash val="solid"/>
            <a:miter lim="800000"/>
          </a:ln>
          <a:effectLst>
            <a:outerShdw blurRad="127000" sx="102000" sy="102000" algn="ctr" rotWithShape="0">
              <a:prstClr val="black">
                <a:alpha val="10000"/>
              </a:prstClr>
            </a:outerShdw>
          </a:effectLst>
        </p:spPr>
        <p:txBody>
          <a:bodyPr rtlCol="0" anchor="ctr"/>
          <a:lstStyle/>
          <a:p>
            <a:pPr marL="0" marR="0" lvl="0" indent="0" algn="ctr" defTabSz="412750" rtl="0" eaLnBrk="1" fontAlgn="auto" latinLnBrk="0" hangingPunct="0">
              <a:lnSpc>
                <a:spcPct val="100000"/>
              </a:lnSpc>
              <a:spcBef>
                <a:spcPts val="0"/>
              </a:spcBef>
              <a:spcAft>
                <a:spcPts val="0"/>
              </a:spcAft>
              <a:buClrTx/>
              <a:buSzTx/>
              <a:buFontTx/>
              <a:buNone/>
              <a:tabLst/>
              <a:defRPr/>
            </a:pPr>
            <a:endParaRPr kumimoji="0" lang="en-US" sz="1500" b="1" i="0" u="none" strike="noStrike" kern="0" cap="none" spc="0" normalizeH="0" baseline="0" noProof="0">
              <a:ln>
                <a:noFill/>
              </a:ln>
              <a:solidFill>
                <a:srgbClr val="C7E5FF"/>
              </a:solidFill>
              <a:effectLst/>
              <a:uLnTx/>
              <a:uFillTx/>
              <a:latin typeface="Clarika Grotesque Light Italic"/>
              <a:ea typeface="+mn-ea"/>
              <a:cs typeface="+mn-cs"/>
              <a:sym typeface="Helvetica Neue"/>
            </a:endParaRPr>
          </a:p>
        </p:txBody>
      </p:sp>
      <p:sp>
        <p:nvSpPr>
          <p:cNvPr id="26" name="Text Placeholder 15">
            <a:extLst>
              <a:ext uri="{FF2B5EF4-FFF2-40B4-BE49-F238E27FC236}">
                <a16:creationId xmlns:a16="http://schemas.microsoft.com/office/drawing/2014/main" id="{D8E6B930-23B0-684A-23B0-730C8A1D90CA}"/>
              </a:ext>
            </a:extLst>
          </p:cNvPr>
          <p:cNvSpPr>
            <a:spLocks noGrp="1"/>
          </p:cNvSpPr>
          <p:nvPr>
            <p:ph type="body" sz="quarter" idx="12" hasCustomPrompt="1"/>
          </p:nvPr>
        </p:nvSpPr>
        <p:spPr>
          <a:xfrm>
            <a:off x="866775" y="3756938"/>
            <a:ext cx="1974079" cy="1134657"/>
          </a:xfrm>
        </p:spPr>
        <p:txBody>
          <a:bodyPr/>
          <a:lstStyle>
            <a:lvl1pPr algn="l">
              <a:defRPr sz="1800">
                <a:latin typeface="+mj-lt"/>
              </a:defRPr>
            </a:lvl1pPr>
          </a:lstStyle>
          <a:p>
            <a:pPr lvl="0"/>
            <a:r>
              <a:rPr lang="en-US"/>
              <a:t>Lorem ipsum dolor sit </a:t>
            </a:r>
            <a:r>
              <a:rPr lang="en-US" err="1"/>
              <a:t>amet</a:t>
            </a:r>
            <a:r>
              <a:rPr lang="en-US"/>
              <a:t>, </a:t>
            </a:r>
            <a:r>
              <a:rPr lang="en-US" err="1"/>
              <a:t>contuer</a:t>
            </a:r>
            <a:r>
              <a:rPr lang="en-US"/>
              <a:t> </a:t>
            </a:r>
            <a:r>
              <a:rPr lang="en-US" err="1"/>
              <a:t>adipiscing</a:t>
            </a:r>
            <a:endParaRPr lang="en-US"/>
          </a:p>
        </p:txBody>
      </p:sp>
      <p:sp>
        <p:nvSpPr>
          <p:cNvPr id="27" name="Text Placeholder 15">
            <a:extLst>
              <a:ext uri="{FF2B5EF4-FFF2-40B4-BE49-F238E27FC236}">
                <a16:creationId xmlns:a16="http://schemas.microsoft.com/office/drawing/2014/main" id="{2BE642B1-B8B0-8A01-5A6E-17F6B79E72EC}"/>
              </a:ext>
            </a:extLst>
          </p:cNvPr>
          <p:cNvSpPr>
            <a:spLocks noGrp="1"/>
          </p:cNvSpPr>
          <p:nvPr>
            <p:ph type="body" sz="quarter" idx="13" hasCustomPrompt="1"/>
          </p:nvPr>
        </p:nvSpPr>
        <p:spPr>
          <a:xfrm>
            <a:off x="3678188" y="3756938"/>
            <a:ext cx="1974079" cy="1134657"/>
          </a:xfrm>
        </p:spPr>
        <p:txBody>
          <a:bodyPr/>
          <a:lstStyle>
            <a:lvl1pPr algn="l">
              <a:defRPr sz="1800">
                <a:latin typeface="+mj-lt"/>
              </a:defRPr>
            </a:lvl1pPr>
          </a:lstStyle>
          <a:p>
            <a:pPr lvl="0"/>
            <a:r>
              <a:rPr lang="en-US"/>
              <a:t>Lorem ipsum dolor sit </a:t>
            </a:r>
            <a:r>
              <a:rPr lang="en-US" err="1"/>
              <a:t>amet</a:t>
            </a:r>
            <a:r>
              <a:rPr lang="en-US"/>
              <a:t>, </a:t>
            </a:r>
            <a:r>
              <a:rPr lang="en-US" err="1"/>
              <a:t>contuer</a:t>
            </a:r>
            <a:r>
              <a:rPr lang="en-US"/>
              <a:t> </a:t>
            </a:r>
            <a:r>
              <a:rPr lang="en-US" err="1"/>
              <a:t>adipiscing</a:t>
            </a:r>
            <a:endParaRPr lang="en-US"/>
          </a:p>
        </p:txBody>
      </p:sp>
      <p:sp>
        <p:nvSpPr>
          <p:cNvPr id="30" name="Text Placeholder 15">
            <a:extLst>
              <a:ext uri="{FF2B5EF4-FFF2-40B4-BE49-F238E27FC236}">
                <a16:creationId xmlns:a16="http://schemas.microsoft.com/office/drawing/2014/main" id="{EB466BF1-3FE6-6D65-94D8-297E2E463D80}"/>
              </a:ext>
            </a:extLst>
          </p:cNvPr>
          <p:cNvSpPr>
            <a:spLocks noGrp="1"/>
          </p:cNvSpPr>
          <p:nvPr>
            <p:ph type="body" sz="quarter" idx="16" hasCustomPrompt="1"/>
          </p:nvPr>
        </p:nvSpPr>
        <p:spPr>
          <a:xfrm>
            <a:off x="6514028" y="3752450"/>
            <a:ext cx="1974079" cy="1134657"/>
          </a:xfrm>
        </p:spPr>
        <p:txBody>
          <a:bodyPr/>
          <a:lstStyle>
            <a:lvl1pPr algn="l">
              <a:defRPr sz="1800">
                <a:latin typeface="+mj-lt"/>
              </a:defRPr>
            </a:lvl1pPr>
          </a:lstStyle>
          <a:p>
            <a:pPr lvl="0"/>
            <a:r>
              <a:rPr lang="en-US"/>
              <a:t>Lorem ipsum dolor sit </a:t>
            </a:r>
            <a:r>
              <a:rPr lang="en-US" err="1"/>
              <a:t>amet</a:t>
            </a:r>
            <a:r>
              <a:rPr lang="en-US"/>
              <a:t>, </a:t>
            </a:r>
            <a:r>
              <a:rPr lang="en-US" err="1"/>
              <a:t>contuer</a:t>
            </a:r>
            <a:r>
              <a:rPr lang="en-US"/>
              <a:t> </a:t>
            </a:r>
            <a:r>
              <a:rPr lang="en-US" err="1"/>
              <a:t>adipiscing</a:t>
            </a:r>
            <a:endParaRPr lang="en-US"/>
          </a:p>
        </p:txBody>
      </p:sp>
      <p:sp>
        <p:nvSpPr>
          <p:cNvPr id="31" name="Text Placeholder 15">
            <a:extLst>
              <a:ext uri="{FF2B5EF4-FFF2-40B4-BE49-F238E27FC236}">
                <a16:creationId xmlns:a16="http://schemas.microsoft.com/office/drawing/2014/main" id="{D9391D5E-527A-7FD6-5DE7-5D535A6A4EDB}"/>
              </a:ext>
            </a:extLst>
          </p:cNvPr>
          <p:cNvSpPr>
            <a:spLocks noGrp="1"/>
          </p:cNvSpPr>
          <p:nvPr>
            <p:ph type="body" sz="quarter" idx="17" hasCustomPrompt="1"/>
          </p:nvPr>
        </p:nvSpPr>
        <p:spPr>
          <a:xfrm>
            <a:off x="9325441" y="3752450"/>
            <a:ext cx="1974079" cy="1134657"/>
          </a:xfrm>
        </p:spPr>
        <p:txBody>
          <a:bodyPr/>
          <a:lstStyle>
            <a:lvl1pPr algn="l">
              <a:defRPr sz="1800">
                <a:latin typeface="+mj-lt"/>
              </a:defRPr>
            </a:lvl1pPr>
          </a:lstStyle>
          <a:p>
            <a:pPr lvl="0"/>
            <a:r>
              <a:rPr lang="en-US"/>
              <a:t>Lorem ipsum dolor sit </a:t>
            </a:r>
            <a:r>
              <a:rPr lang="en-US" err="1"/>
              <a:t>amet</a:t>
            </a:r>
            <a:r>
              <a:rPr lang="en-US"/>
              <a:t>, </a:t>
            </a:r>
            <a:r>
              <a:rPr lang="en-US" err="1"/>
              <a:t>contuer</a:t>
            </a:r>
            <a:r>
              <a:rPr lang="en-US"/>
              <a:t> </a:t>
            </a:r>
            <a:r>
              <a:rPr lang="en-US" err="1"/>
              <a:t>adipiscing</a:t>
            </a:r>
            <a:endParaRPr lang="en-US"/>
          </a:p>
        </p:txBody>
      </p:sp>
      <p:sp>
        <p:nvSpPr>
          <p:cNvPr id="33" name="Text Placeholder 15">
            <a:extLst>
              <a:ext uri="{FF2B5EF4-FFF2-40B4-BE49-F238E27FC236}">
                <a16:creationId xmlns:a16="http://schemas.microsoft.com/office/drawing/2014/main" id="{9492F743-7822-0A67-5CF0-5EA3E78D0BA5}"/>
              </a:ext>
            </a:extLst>
          </p:cNvPr>
          <p:cNvSpPr>
            <a:spLocks noGrp="1"/>
          </p:cNvSpPr>
          <p:nvPr>
            <p:ph type="body" sz="quarter" idx="18" hasCustomPrompt="1"/>
          </p:nvPr>
        </p:nvSpPr>
        <p:spPr>
          <a:xfrm>
            <a:off x="866775" y="3357963"/>
            <a:ext cx="1974079" cy="336710"/>
          </a:xfrm>
        </p:spPr>
        <p:txBody>
          <a:bodyPr/>
          <a:lstStyle>
            <a:lvl1pPr algn="l">
              <a:defRPr sz="1600">
                <a:latin typeface="+mn-lt"/>
              </a:defRPr>
            </a:lvl1pPr>
          </a:lstStyle>
          <a:p>
            <a:pPr lvl="0"/>
            <a:r>
              <a:rPr lang="en-US"/>
              <a:t>Lorem ipsum</a:t>
            </a:r>
          </a:p>
        </p:txBody>
      </p:sp>
      <p:sp>
        <p:nvSpPr>
          <p:cNvPr id="34" name="Text Placeholder 15">
            <a:extLst>
              <a:ext uri="{FF2B5EF4-FFF2-40B4-BE49-F238E27FC236}">
                <a16:creationId xmlns:a16="http://schemas.microsoft.com/office/drawing/2014/main" id="{C5C7C6F2-E440-83F9-DB86-9423A497917C}"/>
              </a:ext>
            </a:extLst>
          </p:cNvPr>
          <p:cNvSpPr>
            <a:spLocks noGrp="1"/>
          </p:cNvSpPr>
          <p:nvPr>
            <p:ph type="body" sz="quarter" idx="19" hasCustomPrompt="1"/>
          </p:nvPr>
        </p:nvSpPr>
        <p:spPr>
          <a:xfrm>
            <a:off x="3678188" y="3357963"/>
            <a:ext cx="1974079" cy="336710"/>
          </a:xfrm>
        </p:spPr>
        <p:txBody>
          <a:bodyPr/>
          <a:lstStyle>
            <a:lvl1pPr algn="l">
              <a:defRPr sz="1600">
                <a:latin typeface="+mn-lt"/>
              </a:defRPr>
            </a:lvl1pPr>
          </a:lstStyle>
          <a:p>
            <a:pPr lvl="0"/>
            <a:r>
              <a:rPr lang="en-US"/>
              <a:t>Lorem ipsum</a:t>
            </a:r>
          </a:p>
        </p:txBody>
      </p:sp>
      <p:sp>
        <p:nvSpPr>
          <p:cNvPr id="35" name="Text Placeholder 15">
            <a:extLst>
              <a:ext uri="{FF2B5EF4-FFF2-40B4-BE49-F238E27FC236}">
                <a16:creationId xmlns:a16="http://schemas.microsoft.com/office/drawing/2014/main" id="{087C3CAD-4D7A-5ADD-9145-749D85CCFE84}"/>
              </a:ext>
            </a:extLst>
          </p:cNvPr>
          <p:cNvSpPr>
            <a:spLocks noGrp="1"/>
          </p:cNvSpPr>
          <p:nvPr>
            <p:ph type="body" sz="quarter" idx="20" hasCustomPrompt="1"/>
          </p:nvPr>
        </p:nvSpPr>
        <p:spPr>
          <a:xfrm>
            <a:off x="6514028" y="3353475"/>
            <a:ext cx="1974079" cy="336710"/>
          </a:xfrm>
        </p:spPr>
        <p:txBody>
          <a:bodyPr/>
          <a:lstStyle>
            <a:lvl1pPr algn="l">
              <a:defRPr sz="1600">
                <a:latin typeface="+mn-lt"/>
              </a:defRPr>
            </a:lvl1pPr>
          </a:lstStyle>
          <a:p>
            <a:pPr lvl="0"/>
            <a:r>
              <a:rPr lang="en-US"/>
              <a:t>Lorem ipsum</a:t>
            </a:r>
          </a:p>
        </p:txBody>
      </p:sp>
      <p:sp>
        <p:nvSpPr>
          <p:cNvPr id="36" name="Text Placeholder 15">
            <a:extLst>
              <a:ext uri="{FF2B5EF4-FFF2-40B4-BE49-F238E27FC236}">
                <a16:creationId xmlns:a16="http://schemas.microsoft.com/office/drawing/2014/main" id="{964CF523-6E45-6008-5B2F-F9B843011435}"/>
              </a:ext>
            </a:extLst>
          </p:cNvPr>
          <p:cNvSpPr>
            <a:spLocks noGrp="1"/>
          </p:cNvSpPr>
          <p:nvPr>
            <p:ph type="body" sz="quarter" idx="21" hasCustomPrompt="1"/>
          </p:nvPr>
        </p:nvSpPr>
        <p:spPr>
          <a:xfrm>
            <a:off x="9325441" y="3353475"/>
            <a:ext cx="1974079" cy="336710"/>
          </a:xfrm>
        </p:spPr>
        <p:txBody>
          <a:bodyPr/>
          <a:lstStyle>
            <a:lvl1pPr algn="l">
              <a:defRPr sz="1600">
                <a:latin typeface="+mn-lt"/>
              </a:defRPr>
            </a:lvl1pPr>
          </a:lstStyle>
          <a:p>
            <a:pPr lvl="0"/>
            <a:r>
              <a:rPr lang="en-US"/>
              <a:t>Lorem ipsum</a:t>
            </a:r>
          </a:p>
        </p:txBody>
      </p:sp>
      <p:sp>
        <p:nvSpPr>
          <p:cNvPr id="19" name="Text Placeholder 14">
            <a:extLst>
              <a:ext uri="{FF2B5EF4-FFF2-40B4-BE49-F238E27FC236}">
                <a16:creationId xmlns:a16="http://schemas.microsoft.com/office/drawing/2014/main" id="{BC063C91-C5DC-D095-FDF7-594993F60DB8}"/>
              </a:ext>
            </a:extLst>
          </p:cNvPr>
          <p:cNvSpPr>
            <a:spLocks noGrp="1"/>
          </p:cNvSpPr>
          <p:nvPr>
            <p:ph type="body" sz="quarter" idx="22" hasCustomPrompt="1"/>
          </p:nvPr>
        </p:nvSpPr>
        <p:spPr>
          <a:xfrm>
            <a:off x="828973" y="2218168"/>
            <a:ext cx="1258655" cy="302955"/>
          </a:xfrm>
          <a:prstGeom prst="roundRect">
            <a:avLst>
              <a:gd name="adj" fmla="val 50000"/>
            </a:avLst>
          </a:prstGeom>
          <a:solidFill>
            <a:schemeClr val="accent3"/>
          </a:solidFill>
        </p:spPr>
        <p:txBody>
          <a:bodyPr wrap="none" lIns="182880" rIns="182880" anchor="ctr">
            <a:spAutoFit/>
          </a:bodyPr>
          <a:lstStyle>
            <a:lvl1pPr algn="l">
              <a:defRPr sz="1400">
                <a:solidFill>
                  <a:schemeClr val="bg2"/>
                </a:solidFill>
              </a:defRPr>
            </a:lvl1pPr>
          </a:lstStyle>
          <a:p>
            <a:pPr lvl="0"/>
            <a:r>
              <a:rPr lang="en-US"/>
              <a:t>Event/Day</a:t>
            </a:r>
          </a:p>
        </p:txBody>
      </p:sp>
      <p:sp>
        <p:nvSpPr>
          <p:cNvPr id="20" name="Text Placeholder 14">
            <a:extLst>
              <a:ext uri="{FF2B5EF4-FFF2-40B4-BE49-F238E27FC236}">
                <a16:creationId xmlns:a16="http://schemas.microsoft.com/office/drawing/2014/main" id="{15DDBC4C-1B94-5CB0-94F7-A320CE1A4220}"/>
              </a:ext>
            </a:extLst>
          </p:cNvPr>
          <p:cNvSpPr>
            <a:spLocks noGrp="1"/>
          </p:cNvSpPr>
          <p:nvPr>
            <p:ph type="body" sz="quarter" idx="24" hasCustomPrompt="1"/>
          </p:nvPr>
        </p:nvSpPr>
        <p:spPr>
          <a:xfrm>
            <a:off x="6455930" y="2217791"/>
            <a:ext cx="1258655" cy="302955"/>
          </a:xfrm>
          <a:prstGeom prst="roundRect">
            <a:avLst>
              <a:gd name="adj" fmla="val 50000"/>
            </a:avLst>
          </a:prstGeom>
          <a:solidFill>
            <a:schemeClr val="accent6"/>
          </a:solidFill>
        </p:spPr>
        <p:txBody>
          <a:bodyPr wrap="none" lIns="182880" rIns="182880" anchor="ctr">
            <a:spAutoFit/>
          </a:bodyPr>
          <a:lstStyle>
            <a:lvl1pPr algn="l">
              <a:defRPr sz="1400">
                <a:solidFill>
                  <a:schemeClr val="bg2"/>
                </a:solidFill>
              </a:defRPr>
            </a:lvl1pPr>
          </a:lstStyle>
          <a:p>
            <a:pPr lvl="0"/>
            <a:r>
              <a:rPr lang="en-US"/>
              <a:t>Event/Day</a:t>
            </a:r>
          </a:p>
        </p:txBody>
      </p:sp>
      <p:sp>
        <p:nvSpPr>
          <p:cNvPr id="21" name="Text Placeholder 14">
            <a:extLst>
              <a:ext uri="{FF2B5EF4-FFF2-40B4-BE49-F238E27FC236}">
                <a16:creationId xmlns:a16="http://schemas.microsoft.com/office/drawing/2014/main" id="{49444F26-44A7-BD0D-268E-3B2ECBC36A5C}"/>
              </a:ext>
            </a:extLst>
          </p:cNvPr>
          <p:cNvSpPr>
            <a:spLocks noGrp="1"/>
          </p:cNvSpPr>
          <p:nvPr>
            <p:ph type="body" sz="quarter" idx="25" hasCustomPrompt="1"/>
          </p:nvPr>
        </p:nvSpPr>
        <p:spPr>
          <a:xfrm>
            <a:off x="9266704" y="2217791"/>
            <a:ext cx="1258655" cy="302955"/>
          </a:xfrm>
          <a:prstGeom prst="roundRect">
            <a:avLst>
              <a:gd name="adj" fmla="val 50000"/>
            </a:avLst>
          </a:prstGeom>
          <a:solidFill>
            <a:schemeClr val="accent1"/>
          </a:solidFill>
        </p:spPr>
        <p:txBody>
          <a:bodyPr wrap="none" lIns="182880" rIns="182880" anchor="ctr">
            <a:spAutoFit/>
          </a:bodyPr>
          <a:lstStyle>
            <a:lvl1pPr algn="l">
              <a:defRPr sz="1400">
                <a:solidFill>
                  <a:schemeClr val="bg2"/>
                </a:solidFill>
              </a:defRPr>
            </a:lvl1pPr>
          </a:lstStyle>
          <a:p>
            <a:pPr lvl="0"/>
            <a:r>
              <a:rPr lang="en-US"/>
              <a:t>Event/Day</a:t>
            </a:r>
          </a:p>
        </p:txBody>
      </p:sp>
      <p:sp>
        <p:nvSpPr>
          <p:cNvPr id="22" name="Text Placeholder 14">
            <a:extLst>
              <a:ext uri="{FF2B5EF4-FFF2-40B4-BE49-F238E27FC236}">
                <a16:creationId xmlns:a16="http://schemas.microsoft.com/office/drawing/2014/main" id="{462AC033-780D-361A-58AA-B2C6A0DC3119}"/>
              </a:ext>
            </a:extLst>
          </p:cNvPr>
          <p:cNvSpPr>
            <a:spLocks noGrp="1"/>
          </p:cNvSpPr>
          <p:nvPr>
            <p:ph type="body" sz="quarter" idx="26" hasCustomPrompt="1"/>
          </p:nvPr>
        </p:nvSpPr>
        <p:spPr>
          <a:xfrm>
            <a:off x="3613645" y="2217791"/>
            <a:ext cx="1258655" cy="302955"/>
          </a:xfrm>
          <a:prstGeom prst="roundRect">
            <a:avLst>
              <a:gd name="adj" fmla="val 50000"/>
            </a:avLst>
          </a:prstGeom>
          <a:solidFill>
            <a:schemeClr val="tx2"/>
          </a:solidFill>
        </p:spPr>
        <p:txBody>
          <a:bodyPr wrap="none" lIns="182880" rIns="182880" anchor="ctr">
            <a:spAutoFit/>
          </a:bodyPr>
          <a:lstStyle>
            <a:lvl1pPr algn="l">
              <a:defRPr sz="1400">
                <a:solidFill>
                  <a:schemeClr val="bg2"/>
                </a:solidFill>
              </a:defRPr>
            </a:lvl1pPr>
          </a:lstStyle>
          <a:p>
            <a:pPr lvl="0"/>
            <a:r>
              <a:rPr lang="en-US"/>
              <a:t>Event/Day</a:t>
            </a:r>
          </a:p>
        </p:txBody>
      </p:sp>
      <p:sp>
        <p:nvSpPr>
          <p:cNvPr id="3" name="TextBox 2">
            <a:extLst>
              <a:ext uri="{FF2B5EF4-FFF2-40B4-BE49-F238E27FC236}">
                <a16:creationId xmlns:a16="http://schemas.microsoft.com/office/drawing/2014/main" id="{C760A659-B748-5081-2AAA-FB0FB3B18F6F}"/>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2095219223"/>
      </p:ext>
    </p:extLst>
  </p:cSld>
  <p:clrMapOvr>
    <a:masterClrMapping/>
  </p:clrMapOvr>
  <p:transition spd="med"/>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userDrawn="1">
  <p:cSld name="Blank_Layout">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686B683-0448-6AC4-17C5-230568B5A13E}"/>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2666873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Blank_Layout_Dark_BG">
    <p:bg>
      <p:bgPr>
        <a:solidFill>
          <a:schemeClr val="tx2"/>
        </a:solidFill>
        <a:effectLst/>
      </p:bgPr>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686B683-0448-6AC4-17C5-230568B5A13E}"/>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bg2"/>
                </a:solidFill>
                <a:latin typeface="Clarika Grotesque" pitchFamily="2" charset="77"/>
              </a:rPr>
              <a:t>© Dayforce</a:t>
            </a:r>
          </a:p>
        </p:txBody>
      </p:sp>
    </p:spTree>
    <p:extLst>
      <p:ext uri="{BB962C8B-B14F-4D97-AF65-F5344CB8AC3E}">
        <p14:creationId xmlns:p14="http://schemas.microsoft.com/office/powerpoint/2010/main" val="20331755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slideLayout" Target="../slideLayouts/slideLayout45.xml"/><Relationship Id="rId46" Type="http://schemas.openxmlformats.org/officeDocument/2006/relationships/slideLayout" Target="../slideLayouts/slideLayout46.xml"/><Relationship Id="rId47" Type="http://schemas.openxmlformats.org/officeDocument/2006/relationships/slideLayout" Target="../slideLayouts/slideLayout47.xml"/><Relationship Id="rId48" Type="http://schemas.openxmlformats.org/officeDocument/2006/relationships/slideLayout" Target="../slideLayouts/slideLayout48.xml"/><Relationship Id="rId49" Type="http://schemas.openxmlformats.org/officeDocument/2006/relationships/slideLayout" Target="../slideLayouts/slideLayout49.xml"/><Relationship Id="rId50" Type="http://schemas.openxmlformats.org/officeDocument/2006/relationships/slideLayout" Target="../slideLayouts/slideLayout50.xml"/><Relationship Id="rId51" Type="http://schemas.openxmlformats.org/officeDocument/2006/relationships/slideLayout" Target="../slideLayouts/slideLayout51.xml"/><Relationship Id="rId52" Type="http://schemas.openxmlformats.org/officeDocument/2006/relationships/slideLayout" Target="../slideLayouts/slideLayout52.xml"/><Relationship Id="rId53" Type="http://schemas.openxmlformats.org/officeDocument/2006/relationships/slideLayout" Target="../slideLayouts/slideLayout53.xml"/><Relationship Id="rId54" Type="http://schemas.openxmlformats.org/officeDocument/2006/relationships/slideLayout" Target="../slideLayouts/slideLayout54.xml"/><Relationship Id="rId55" Type="http://schemas.openxmlformats.org/officeDocument/2006/relationships/slideLayout" Target="../slideLayouts/slideLayout55.xml"/><Relationship Id="rId56" Type="http://schemas.openxmlformats.org/officeDocument/2006/relationships/slideLayout" Target="../slideLayouts/slideLayout56.xml"/><Relationship Id="rId57" Type="http://schemas.openxmlformats.org/officeDocument/2006/relationships/slideLayout" Target="../slideLayouts/slideLayout57.xml"/><Relationship Id="rId58" Type="http://schemas.openxmlformats.org/officeDocument/2006/relationships/slideLayout" Target="../slideLayouts/slideLayout58.xml"/><Relationship Id="rId59" Type="http://schemas.openxmlformats.org/officeDocument/2006/relationships/slideLayout" Target="../slideLayouts/slideLayout59.xml"/><Relationship Id="rId60" Type="http://schemas.openxmlformats.org/officeDocument/2006/relationships/slideLayout" Target="../slideLayouts/slideLayout60.xml"/><Relationship Id="rId61" Type="http://schemas.openxmlformats.org/officeDocument/2006/relationships/slideLayout" Target="../slideLayouts/slideLayout61.xml"/><Relationship Id="rId62" Type="http://schemas.openxmlformats.org/officeDocument/2006/relationships/slideLayout" Target="../slideLayouts/slideLayout62.xml"/><Relationship Id="rId63" Type="http://schemas.openxmlformats.org/officeDocument/2006/relationships/slideLayout" Target="../slideLayouts/slideLayout63.xml"/><Relationship Id="rId64" Type="http://schemas.openxmlformats.org/officeDocument/2006/relationships/slideLayout" Target="../slideLayouts/slideLayout64.xml"/><Relationship Id="rId65" Type="http://schemas.openxmlformats.org/officeDocument/2006/relationships/slideLayout" Target="../slideLayouts/slideLayout65.xml"/><Relationship Id="rId66" Type="http://schemas.openxmlformats.org/officeDocument/2006/relationships/slideLayout" Target="../slideLayouts/slideLayout66.xml"/><Relationship Id="rId67" Type="http://schemas.openxmlformats.org/officeDocument/2006/relationships/slideLayout" Target="../slideLayouts/slideLayout67.xml"/><Relationship Id="rId68" Type="http://schemas.openxmlformats.org/officeDocument/2006/relationships/slideLayout" Target="../slideLayouts/slideLayout68.xml"/><Relationship Id="rId69" Type="http://schemas.openxmlformats.org/officeDocument/2006/relationships/slideLayout" Target="../slideLayouts/slideLayout69.xml"/><Relationship Id="rId70" Type="http://schemas.openxmlformats.org/officeDocument/2006/relationships/slideLayout" Target="../slideLayouts/slideLayout70.xml"/><Relationship Id="rId71" Type="http://schemas.openxmlformats.org/officeDocument/2006/relationships/slideLayout" Target="../slideLayouts/slideLayout71.xml"/><Relationship Id="rId72" Type="http://schemas.openxmlformats.org/officeDocument/2006/relationships/slideLayout" Target="../slideLayouts/slideLayout72.xml"/><Relationship Id="rId73" Type="http://schemas.openxmlformats.org/officeDocument/2006/relationships/slideLayout" Target="../slideLayouts/slideLayout73.xml"/><Relationship Id="rId74" Type="http://schemas.openxmlformats.org/officeDocument/2006/relationships/slideLayout" Target="../slideLayouts/slideLayout74.xml"/><Relationship Id="rId75" Type="http://schemas.openxmlformats.org/officeDocument/2006/relationships/slideLayout" Target="../slideLayouts/slideLayout75.xml"/><Relationship Id="rId76" Type="http://schemas.openxmlformats.org/officeDocument/2006/relationships/slideLayout" Target="../slideLayouts/slideLayout76.xml"/><Relationship Id="rId77" Type="http://schemas.openxmlformats.org/officeDocument/2006/relationships/slideLayout" Target="../slideLayouts/slideLayout77.xml"/><Relationship Id="rId78" Type="http://schemas.openxmlformats.org/officeDocument/2006/relationships/slideLayout" Target="../slideLayouts/slideLayout78.xml"/><Relationship Id="rId79" Type="http://schemas.openxmlformats.org/officeDocument/2006/relationships/slideLayout" Target="../slideLayouts/slideLayout79.xml"/><Relationship Id="rId80" Type="http://schemas.openxmlformats.org/officeDocument/2006/relationships/slideLayout" Target="../slideLayouts/slideLayout80.xml"/><Relationship Id="rId81" Type="http://schemas.openxmlformats.org/officeDocument/2006/relationships/slideLayout" Target="../slideLayouts/slideLayout81.xml"/><Relationship Id="rId82" Type="http://schemas.openxmlformats.org/officeDocument/2006/relationships/slideLayout" Target="../slideLayouts/slideLayout82.xml"/><Relationship Id="rId83" Type="http://schemas.openxmlformats.org/officeDocument/2006/relationships/slideLayout" Target="../slideLayouts/slideLayout83.xml"/><Relationship Id="rId84" Type="http://schemas.openxmlformats.org/officeDocument/2006/relationships/slideLayout" Target="../slideLayouts/slideLayout84.xml"/><Relationship Id="rId85" Type="http://schemas.openxmlformats.org/officeDocument/2006/relationships/slideLayout" Target="../slideLayouts/slideLayout85.xml"/><Relationship Id="rId86" Type="http://schemas.openxmlformats.org/officeDocument/2006/relationships/slideLayout" Target="../slideLayouts/slideLayout86.xml"/><Relationship Id="rId87" Type="http://schemas.openxmlformats.org/officeDocument/2006/relationships/slideLayout" Target="../slideLayouts/slideLayout87.xml"/><Relationship Id="rId88" Type="http://schemas.openxmlformats.org/officeDocument/2006/relationships/slideLayout" Target="../slideLayouts/slideLayout88.xml"/><Relationship Id="rId89" Type="http://schemas.openxmlformats.org/officeDocument/2006/relationships/slideLayout" Target="../slideLayouts/slideLayout89.xml"/><Relationship Id="rId90" Type="http://schemas.openxmlformats.org/officeDocument/2006/relationships/slideLayout" Target="../slideLayouts/slideLayout90.xml"/><Relationship Id="rId91" Type="http://schemas.openxmlformats.org/officeDocument/2006/relationships/slideLayout" Target="../slideLayouts/slideLayout91.xml"/><Relationship Id="rId92" Type="http://schemas.openxmlformats.org/officeDocument/2006/relationships/slideLayout" Target="../slideLayouts/slideLayout92.xml"/><Relationship Id="rId93" Type="http://schemas.openxmlformats.org/officeDocument/2006/relationships/slideLayout" Target="../slideLayouts/slideLayout93.xml"/><Relationship Id="rId94" Type="http://schemas.openxmlformats.org/officeDocument/2006/relationships/slideLayout" Target="../slideLayouts/slideLayout94.xml"/><Relationship Id="rId95" Type="http://schemas.openxmlformats.org/officeDocument/2006/relationships/slideLayout" Target="../slideLayouts/slideLayout95.xml"/><Relationship Id="rId96" Type="http://schemas.openxmlformats.org/officeDocument/2006/relationships/slideLayout" Target="../slideLayouts/slideLayout96.xml"/><Relationship Id="rId97" Type="http://schemas.openxmlformats.org/officeDocument/2006/relationships/slideLayout" Target="../slideLayouts/slideLayout97.xml"/><Relationship Id="rId98" Type="http://schemas.openxmlformats.org/officeDocument/2006/relationships/slideLayout" Target="../slideLayouts/slideLayout98.xml"/><Relationship Id="rId99" Type="http://schemas.openxmlformats.org/officeDocument/2006/relationships/slideLayout" Target="../slideLayouts/slideLayout99.xml"/><Relationship Id="rId100" Type="http://schemas.openxmlformats.org/officeDocument/2006/relationships/slideLayout" Target="../slideLayouts/slideLayout100.xml"/><Relationship Id="rId101" Type="http://schemas.openxmlformats.org/officeDocument/2006/relationships/slideLayout" Target="../slideLayouts/slideLayout101.xml"/><Relationship Id="rId102" Type="http://schemas.openxmlformats.org/officeDocument/2006/relationships/slideLayout" Target="../slideLayouts/slideLayout102.xml"/><Relationship Id="rId103" Type="http://schemas.openxmlformats.org/officeDocument/2006/relationships/slideLayout" Target="../slideLayouts/slideLayout103.xml"/><Relationship Id="rId104" Type="http://schemas.openxmlformats.org/officeDocument/2006/relationships/slideLayout" Target="../slideLayouts/slideLayout104.xml"/><Relationship Id="rId105" Type="http://schemas.openxmlformats.org/officeDocument/2006/relationships/slideLayout" Target="../slideLayouts/slideLayout105.xml"/><Relationship Id="rId106" Type="http://schemas.openxmlformats.org/officeDocument/2006/relationships/slideLayout" Target="../slideLayouts/slideLayout106.xml"/><Relationship Id="rId107" Type="http://schemas.openxmlformats.org/officeDocument/2006/relationships/slideLayout" Target="../slideLayouts/slideLayout107.xml"/><Relationship Id="rId108" Type="http://schemas.openxmlformats.org/officeDocument/2006/relationships/slideLayout" Target="../slideLayouts/slideLayout108.xml"/><Relationship Id="rId109" Type="http://schemas.openxmlformats.org/officeDocument/2006/relationships/theme" Target="../theme/theme1.xml"/><Relationship Id="rId110" Type="http://schemas.openxmlformats.org/officeDocument/2006/relationships/tags" Target="../tags/tag2.xml"/><Relationship Id="rId111" Type="http://schemas.openxmlformats.org/officeDocument/2006/relationships/oleObject" Target="../embeddings/oleObject1.bin"/><Relationship Id="rId112" Type="http://schemas.openxmlformats.org/officeDocument/2006/relationships/image" Target="../media/image1.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7D9B108C-E775-82E2-F050-51441ED22DEA}"/>
              </a:ext>
            </a:extLst>
          </p:cNvPr>
          <p:cNvGraphicFramePr>
            <a:graphicFrameLocks noChangeAspect="1"/>
          </p:cNvGraphicFramePr>
          <p:nvPr userDrawn="1">
            <p:custDataLst>
              <p:tags r:id="rId110"/>
            </p:custDataLst>
            <p:extLst>
              <p:ext uri="{D42A27DB-BD31-4B8C-83A1-F6EECF244321}">
                <p14:modId xmlns:p14="http://schemas.microsoft.com/office/powerpoint/2010/main" val="4005459340"/>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111" imgW="347" imgH="348" progId="TCLayout.ActiveDocument.1">
                  <p:embed/>
                </p:oleObj>
              </mc:Choice>
              <mc:Fallback>
                <p:oleObj name="think-cell Slide" r:id="rId111" imgW="347" imgH="348" progId="TCLayout.ActiveDocument.1">
                  <p:embed/>
                  <p:pic>
                    <p:nvPicPr>
                      <p:cNvPr id="3" name="Object 2" hidden="1">
                        <a:extLst>
                          <a:ext uri="{FF2B5EF4-FFF2-40B4-BE49-F238E27FC236}">
                            <a16:creationId xmlns:a16="http://schemas.microsoft.com/office/drawing/2014/main" id="{7D9B108C-E775-82E2-F050-51441ED22DEA}"/>
                          </a:ext>
                        </a:extLst>
                      </p:cNvPr>
                      <p:cNvPicPr/>
                      <p:nvPr/>
                    </p:nvPicPr>
                    <p:blipFill>
                      <a:blip r:embed="rId112"/>
                      <a:stretch>
                        <a:fillRect/>
                      </a:stretch>
                    </p:blipFill>
                    <p:spPr>
                      <a:xfrm>
                        <a:off x="1588" y="1588"/>
                        <a:ext cx="1588" cy="1588"/>
                      </a:xfrm>
                      <a:prstGeom prst="rect">
                        <a:avLst/>
                      </a:prstGeom>
                    </p:spPr>
                  </p:pic>
                </p:oleObj>
              </mc:Fallback>
            </mc:AlternateContent>
          </a:graphicData>
        </a:graphic>
      </p:graphicFrame>
      <p:sp>
        <p:nvSpPr>
          <p:cNvPr id="4" name="Title Placeholder 1">
            <a:extLst>
              <a:ext uri="{FF2B5EF4-FFF2-40B4-BE49-F238E27FC236}">
                <a16:creationId xmlns:a16="http://schemas.microsoft.com/office/drawing/2014/main" id="{81CF10E6-E137-0441-8F71-E4D6E8A1F8D0}"/>
              </a:ext>
            </a:extLst>
          </p:cNvPr>
          <p:cNvSpPr>
            <a:spLocks noGrp="1"/>
          </p:cNvSpPr>
          <p:nvPr>
            <p:ph type="title"/>
          </p:nvPr>
        </p:nvSpPr>
        <p:spPr>
          <a:xfrm>
            <a:off x="615042" y="611443"/>
            <a:ext cx="10961916" cy="784800"/>
          </a:xfrm>
          <a:prstGeom prst="rect">
            <a:avLst/>
          </a:prstGeom>
        </p:spPr>
        <p:txBody>
          <a:bodyPr vert="horz" lIns="0" tIns="0" rIns="0" bIns="0" rtlCol="0" anchor="t" anchorCtr="0">
            <a:noAutofit/>
          </a:bodyPr>
          <a:lstStyle/>
          <a:p>
            <a:r>
              <a:rPr lang="en-US"/>
              <a:t>Title page</a:t>
            </a:r>
          </a:p>
        </p:txBody>
      </p:sp>
      <p:sp>
        <p:nvSpPr>
          <p:cNvPr id="22" name="Text Placeholder 2">
            <a:extLst>
              <a:ext uri="{FF2B5EF4-FFF2-40B4-BE49-F238E27FC236}">
                <a16:creationId xmlns:a16="http://schemas.microsoft.com/office/drawing/2014/main" id="{17214EB9-DA90-FD47-8E10-E4E17BDE032F}"/>
              </a:ext>
            </a:extLst>
          </p:cNvPr>
          <p:cNvSpPr>
            <a:spLocks noGrp="1"/>
          </p:cNvSpPr>
          <p:nvPr>
            <p:ph type="body" idx="1"/>
          </p:nvPr>
        </p:nvSpPr>
        <p:spPr>
          <a:xfrm>
            <a:off x="615042" y="1707805"/>
            <a:ext cx="10961916" cy="4319811"/>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TextBox 1">
            <a:extLst>
              <a:ext uri="{FF2B5EF4-FFF2-40B4-BE49-F238E27FC236}">
                <a16:creationId xmlns:a16="http://schemas.microsoft.com/office/drawing/2014/main" id="{18FDFFB1-E2F0-4EFE-01CF-51ED3485469A}"/>
              </a:ext>
            </a:extLst>
          </p:cNvPr>
          <p:cNvSpPr txBox="1"/>
          <p:nvPr userDrawn="1"/>
        </p:nvSpPr>
        <p:spPr>
          <a:xfrm>
            <a:off x="9396419" y="6607387"/>
            <a:ext cx="2589909" cy="230832"/>
          </a:xfrm>
          <a:prstGeom prst="rect">
            <a:avLst/>
          </a:prstGeom>
          <a:noFill/>
        </p:spPr>
        <p:txBody>
          <a:bodyPr wrap="square" lIns="0" tIns="0" rIns="0" bIns="0" rtlCol="0">
            <a:noAutofit/>
          </a:bodyPr>
          <a:lstStyle/>
          <a:p>
            <a:pPr algn="r"/>
            <a:r>
              <a:rPr lang="en-US" sz="800" b="0" dirty="0">
                <a:solidFill>
                  <a:schemeClr val="tx1"/>
                </a:solidFill>
                <a:latin typeface="Clarika Grotesque" pitchFamily="2" charset="77"/>
              </a:rPr>
              <a:t>© Dayforce</a:t>
            </a:r>
          </a:p>
        </p:txBody>
      </p:sp>
    </p:spTree>
    <p:extLst>
      <p:ext uri="{BB962C8B-B14F-4D97-AF65-F5344CB8AC3E}">
        <p14:creationId xmlns:p14="http://schemas.microsoft.com/office/powerpoint/2010/main" val="3583315063"/>
      </p:ext>
    </p:extLst>
  </p:cSld>
  <p:clrMap bg1="lt1" tx1="dk1" bg2="lt2" tx2="dk2" accent1="accent1" accent2="accent2" accent3="accent3" accent4="accent4" accent5="accent5" accent6="accent6" hlink="hlink" folHlink="folHlink"/>
  <p:sldLayoutIdLst>
    <p:sldLayoutId id="2147484061" r:id="rId1"/>
    <p:sldLayoutId id="2147484214" r:id="rId2"/>
    <p:sldLayoutId id="2147484251" r:id="rId3"/>
    <p:sldLayoutId id="2147484250" r:id="rId4"/>
    <p:sldLayoutId id="2147484252" r:id="rId5"/>
    <p:sldLayoutId id="2147484249" r:id="rId6"/>
    <p:sldLayoutId id="2147484263" r:id="rId7"/>
    <p:sldLayoutId id="2147484306" r:id="rId8"/>
    <p:sldLayoutId id="2147484216" r:id="rId9"/>
    <p:sldLayoutId id="2147484217" r:id="rId10"/>
    <p:sldLayoutId id="2147484346" r:id="rId11"/>
    <p:sldLayoutId id="2147484218" r:id="rId12"/>
    <p:sldLayoutId id="2147484190" r:id="rId13"/>
    <p:sldLayoutId id="2147484067" r:id="rId14"/>
    <p:sldLayoutId id="2147484071" r:id="rId15"/>
    <p:sldLayoutId id="2147484213" r:id="rId16"/>
    <p:sldLayoutId id="2147484286" r:id="rId17"/>
    <p:sldLayoutId id="2147484287" r:id="rId18"/>
    <p:sldLayoutId id="2147484288" r:id="rId19"/>
    <p:sldLayoutId id="2147484289" r:id="rId20"/>
    <p:sldLayoutId id="2147484064" r:id="rId21"/>
    <p:sldLayoutId id="2147484316" r:id="rId22"/>
    <p:sldLayoutId id="2147484229" r:id="rId23"/>
    <p:sldLayoutId id="2147484315" r:id="rId24"/>
    <p:sldLayoutId id="2147484317" r:id="rId25"/>
    <p:sldLayoutId id="2147484313" r:id="rId26"/>
    <p:sldLayoutId id="2147484314" r:id="rId27"/>
    <p:sldLayoutId id="2147484232" r:id="rId28"/>
    <p:sldLayoutId id="2147484233" r:id="rId29"/>
    <p:sldLayoutId id="2147484240" r:id="rId30"/>
    <p:sldLayoutId id="2147484236" r:id="rId31"/>
    <p:sldLayoutId id="2147484239" r:id="rId32"/>
    <p:sldLayoutId id="2147484219" r:id="rId33"/>
    <p:sldLayoutId id="2147484260" r:id="rId34"/>
    <p:sldLayoutId id="2147484275" r:id="rId35"/>
    <p:sldLayoutId id="2147484304" r:id="rId36"/>
    <p:sldLayoutId id="2147484300" r:id="rId37"/>
    <p:sldLayoutId id="2147484303" r:id="rId38"/>
    <p:sldLayoutId id="2147484302" r:id="rId39"/>
    <p:sldLayoutId id="2147484301" r:id="rId40"/>
    <p:sldLayoutId id="2147484305" r:id="rId41"/>
    <p:sldLayoutId id="2147484261" r:id="rId42"/>
    <p:sldLayoutId id="2147484281" r:id="rId43"/>
    <p:sldLayoutId id="2147484311" r:id="rId44"/>
    <p:sldLayoutId id="2147484283" r:id="rId45"/>
    <p:sldLayoutId id="2147484307" r:id="rId46"/>
    <p:sldLayoutId id="2147484308" r:id="rId47"/>
    <p:sldLayoutId id="2147484309" r:id="rId48"/>
    <p:sldLayoutId id="2147484310" r:id="rId49"/>
    <p:sldLayoutId id="2147484282" r:id="rId50"/>
    <p:sldLayoutId id="2147484221" r:id="rId51"/>
    <p:sldLayoutId id="2147484277" r:id="rId52"/>
    <p:sldLayoutId id="2147484094" r:id="rId53"/>
    <p:sldLayoutId id="2147484095" r:id="rId54"/>
    <p:sldLayoutId id="2147484056" r:id="rId55"/>
    <p:sldLayoutId id="2147484223" r:id="rId56"/>
    <p:sldLayoutId id="2147484224" r:id="rId57"/>
    <p:sldLayoutId id="2147484225" r:id="rId58"/>
    <p:sldLayoutId id="2147484262" r:id="rId59"/>
    <p:sldLayoutId id="2147484226" r:id="rId60"/>
    <p:sldLayoutId id="2147484280" r:id="rId61"/>
    <p:sldLayoutId id="2147484227" r:id="rId62"/>
    <p:sldLayoutId id="2147484228" r:id="rId63"/>
    <p:sldLayoutId id="2147484230" r:id="rId64"/>
    <p:sldLayoutId id="2147484231" r:id="rId65"/>
    <p:sldLayoutId id="2147484285" r:id="rId66"/>
    <p:sldLayoutId id="2147484290" r:id="rId67"/>
    <p:sldLayoutId id="2147483983" r:id="rId68"/>
    <p:sldLayoutId id="2147484271" r:id="rId69"/>
    <p:sldLayoutId id="2147484272" r:id="rId70"/>
    <p:sldLayoutId id="2147484338" r:id="rId71"/>
    <p:sldLayoutId id="2147484341" r:id="rId72"/>
    <p:sldLayoutId id="2147484342" r:id="rId73"/>
    <p:sldLayoutId id="2147484339" r:id="rId74"/>
    <p:sldLayoutId id="2147484340" r:id="rId75"/>
    <p:sldLayoutId id="2147484073" r:id="rId76"/>
    <p:sldLayoutId id="2147484291" r:id="rId77"/>
    <p:sldLayoutId id="2147484284" r:id="rId78"/>
    <p:sldLayoutId id="2147484298" r:id="rId79"/>
    <p:sldLayoutId id="2147484074" r:id="rId80"/>
    <p:sldLayoutId id="2147484292" r:id="rId81"/>
    <p:sldLayoutId id="2147484297" r:id="rId82"/>
    <p:sldLayoutId id="2147484296" r:id="rId83"/>
    <p:sldLayoutId id="2147484293" r:id="rId84"/>
    <p:sldLayoutId id="2147484294" r:id="rId85"/>
    <p:sldLayoutId id="2147484295" r:id="rId86"/>
    <p:sldLayoutId id="2147484080" r:id="rId87"/>
    <p:sldLayoutId id="2147484273" r:id="rId88"/>
    <p:sldLayoutId id="2147484274" r:id="rId89"/>
    <p:sldLayoutId id="2147484266" r:id="rId90"/>
    <p:sldLayoutId id="2147484268" r:id="rId91"/>
    <p:sldLayoutId id="2147484267" r:id="rId92"/>
    <p:sldLayoutId id="2147484076" r:id="rId93"/>
    <p:sldLayoutId id="2147484344" r:id="rId94"/>
    <p:sldLayoutId id="2147484343" r:id="rId95"/>
    <p:sldLayoutId id="2147484242" r:id="rId96"/>
    <p:sldLayoutId id="2147484243" r:id="rId97"/>
    <p:sldLayoutId id="2147484244" r:id="rId98"/>
    <p:sldLayoutId id="2147484245" r:id="rId99"/>
    <p:sldLayoutId id="2147484254" r:id="rId100"/>
    <p:sldLayoutId id="2147484247" r:id="rId101"/>
    <p:sldLayoutId id="2147484246" r:id="rId102"/>
    <p:sldLayoutId id="2147484248" r:id="rId103"/>
    <p:sldLayoutId id="2147484259" r:id="rId104"/>
    <p:sldLayoutId id="2147484265" r:id="rId105"/>
    <p:sldLayoutId id="2147484258" r:id="rId106"/>
    <p:sldLayoutId id="2147484299" r:id="rId107"/>
    <p:sldLayoutId id="2147484347" r:id="rId108"/>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marL="7938" indent="0" algn="l" defTabSz="914400" rtl="0" eaLnBrk="1" latinLnBrk="0" hangingPunct="1">
        <a:lnSpc>
          <a:spcPct val="90000"/>
        </a:lnSpc>
        <a:spcBef>
          <a:spcPct val="0"/>
        </a:spcBef>
        <a:buNone/>
        <a:tabLst/>
        <a:defRPr sz="3600" b="0" i="0" kern="1200">
          <a:solidFill>
            <a:srgbClr val="000000"/>
          </a:solidFill>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a:buNone/>
        <a:defRPr sz="2400" b="0" i="0" kern="1200">
          <a:solidFill>
            <a:schemeClr val="tx1"/>
          </a:solidFill>
          <a:latin typeface="+mn-lt"/>
          <a:ea typeface="+mn-ea"/>
          <a:cs typeface="+mn-cs"/>
        </a:defRPr>
      </a:lvl1pPr>
      <a:lvl2pPr marL="228600" indent="-228600" algn="l" defTabSz="914400" rtl="0" eaLnBrk="1" latinLnBrk="0" hangingPunct="1">
        <a:lnSpc>
          <a:spcPct val="100000"/>
        </a:lnSpc>
        <a:spcBef>
          <a:spcPts val="0"/>
        </a:spcBef>
        <a:spcAft>
          <a:spcPts val="600"/>
        </a:spcAft>
        <a:buFont typeface="Arial" charset="0"/>
        <a:buChar char="•"/>
        <a:defRPr sz="1800" b="0" i="0" kern="1200">
          <a:solidFill>
            <a:schemeClr val="tx1"/>
          </a:solidFill>
          <a:latin typeface="+mn-lt"/>
          <a:ea typeface="+mn-ea"/>
          <a:cs typeface="+mn-cs"/>
        </a:defRPr>
      </a:lvl2pPr>
      <a:lvl3pPr marL="557784" indent="-228600" algn="l" defTabSz="914400" rtl="0" eaLnBrk="1" latinLnBrk="0" hangingPunct="1">
        <a:lnSpc>
          <a:spcPct val="100000"/>
        </a:lnSpc>
        <a:spcBef>
          <a:spcPts val="0"/>
        </a:spcBef>
        <a:spcAft>
          <a:spcPts val="600"/>
        </a:spcAft>
        <a:buFont typeface="Arial" charset="0"/>
        <a:buChar char="•"/>
        <a:defRPr sz="1600" b="0" i="0" kern="1200">
          <a:solidFill>
            <a:schemeClr val="tx1"/>
          </a:solidFill>
          <a:latin typeface="+mn-lt"/>
          <a:ea typeface="+mn-ea"/>
          <a:cs typeface="+mn-cs"/>
        </a:defRPr>
      </a:lvl3pPr>
      <a:lvl4pPr marL="925830" indent="-228600" algn="l" defTabSz="914400" rtl="0" eaLnBrk="1" latinLnBrk="0" hangingPunct="1">
        <a:lnSpc>
          <a:spcPct val="100000"/>
        </a:lnSpc>
        <a:spcBef>
          <a:spcPts val="0"/>
        </a:spcBef>
        <a:spcAft>
          <a:spcPts val="600"/>
        </a:spcAft>
        <a:buFont typeface="Arial" charset="0"/>
        <a:buChar char="•"/>
        <a:defRPr sz="1600" b="0" i="0" kern="1200">
          <a:solidFill>
            <a:schemeClr val="tx1"/>
          </a:solidFill>
          <a:latin typeface="+mn-lt"/>
          <a:ea typeface="+mn-ea"/>
          <a:cs typeface="+mn-cs"/>
        </a:defRPr>
      </a:lvl4pPr>
      <a:lvl5pPr marL="1197864" indent="-228600" algn="l" defTabSz="914400" rtl="0" eaLnBrk="1" latinLnBrk="0" hangingPunct="1">
        <a:lnSpc>
          <a:spcPct val="100000"/>
        </a:lnSpc>
        <a:spcBef>
          <a:spcPts val="0"/>
        </a:spcBef>
        <a:spcAft>
          <a:spcPts val="600"/>
        </a:spcAft>
        <a:buFont typeface="Arial" charset="0"/>
        <a:buChar char="•"/>
        <a:defRPr sz="16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211">
          <p15:clr>
            <a:srgbClr val="F26B43"/>
          </p15:clr>
        </p15:guide>
        <p15:guide id="4" pos="7469">
          <p15:clr>
            <a:srgbClr val="F26B43"/>
          </p15:clr>
        </p15:guide>
        <p15:guide id="5" orient="horz" pos="232">
          <p15:clr>
            <a:srgbClr val="F26B43"/>
          </p15:clr>
        </p15:guide>
        <p15:guide id="6" orient="horz" pos="4088">
          <p15:clr>
            <a:srgbClr val="F26B43"/>
          </p15:clr>
        </p15:guide>
        <p15:guide id="7" orient="horz" pos="3748">
          <p15:clr>
            <a:srgbClr val="F26B43"/>
          </p15:clr>
        </p15:guide>
        <p15:guide id="8" orient="horz" pos="1253">
          <p15:clr>
            <a:srgbClr val="F26B43"/>
          </p15:clr>
        </p15:guide>
        <p15:guide id="9" orient="horz" pos="913">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1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15.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8.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6.xml"/><Relationship Id="rId2" Type="http://schemas.openxmlformats.org/officeDocument/2006/relationships/notesSlide" Target="../notesSlides/notesSlide2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ubtitle 1"/>
          <p:cNvSpPr>
            <a:spLocks noGrp="1"/>
          </p:cNvSpPr>
          <p:nvPr>
            <p:ph type="subTitle" idx="1"/>
          </p:nvPr>
        </p:nvSpPr>
        <p:spPr/>
        <p:txBody>
          <a:bodyPr/>
          <a:lstStyle/>
          <a:p>
            <a:r>
              <a:t>Your complete guide to workforce planning with Agentnoon.</a:t>
            </a:r>
          </a:p>
        </p:txBody>
      </p:sp>
      <p:sp>
        <p:nvSpPr>
          <p:cNvPr id="3" name="Title 2"/>
          <p:cNvSpPr>
            <a:spLocks noGrp="1"/>
          </p:cNvSpPr>
          <p:nvPr>
            <p:ph type="title"/>
          </p:nvPr>
        </p:nvSpPr>
        <p:spPr/>
        <p:txBody>
          <a:bodyPr/>
          <a:lstStyle/>
          <a:p>
            <a:r>
              <a:t>Agentnoon Training Deck</a:t>
            </a:r>
          </a:p>
        </p:txBody>
      </p:sp>
      <p:sp>
        <p:nvSpPr>
          <p:cNvPr id="4" name="Text Placeholder 3"/>
          <p:cNvSpPr>
            <a:spLocks noGrp="1"/>
          </p:cNvSpPr>
          <p:nvPr>
            <p:ph type="body" idx="13" sz="quarter"/>
          </p:nvPr>
        </p:nvSpPr>
        <p:spPr/>
        <p:txBody>
          <a:bodyPr/>
          <a:lstStyle/>
          <a:p>
            <a:r>
              <a:t>Confidential — Internal Use Only</a:t>
            </a:r>
          </a:p>
        </p:txBody>
      </p:sp>
      <p:sp>
        <p:nvSpPr>
          <p:cNvPr id="5" name="Picture Placeholder 4"/>
          <p:cNvSpPr>
            <a:spLocks noGrp="1"/>
          </p:cNvSpPr>
          <p:nvPr>
            <p:ph type="pic" idx="14" sz="quarter"/>
          </p:nvPr>
        </p:nvSpPr>
        <p:spPr/>
      </p:sp>
      <p:sp>
        <p:nvSpPr>
          <p:cNvPr id="6" name="Text Placeholder 5"/>
          <p:cNvSpPr>
            <a:spLocks noGrp="1"/>
          </p:cNvSpPr>
          <p:nvPr>
            <p:ph type="body" idx="15" sz="quarter"/>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36" sz="half"/>
          </p:nvPr>
        </p:nvSpPr>
        <p:spPr/>
        <p:txBody>
          <a:bodyPr/>
          <a:lstStyle/>
          <a:p>
            <a:r>
              <a:rPr i="1" sz="1400"/>
              <a:t>A self-serve guide you can follow at your own pace — no prior experience required.</a:t>
            </a:r>
          </a:p>
          <a:p/>
          <a:p>
            <a:r>
              <a:rPr sz="1200"/>
              <a:t>• Core Narrative (Slides 1–50): Everything you need to get started — concepts, orientation, hands-on workflows, and exporting</a:t>
            </a:r>
          </a:p>
          <a:p>
            <a:r>
              <a:rPr sz="1200"/>
              <a:t>• Appendix (Slides A1–C3): Reference material for advanced features, admin tasks, and quick lookups</a:t>
            </a:r>
          </a:p>
          <a:p>
            <a:r>
              <a:rPr sz="1200"/>
              <a:t>• Each slide follows the same format: Title, lead-line, key details on the left, screenshot on the right</a:t>
            </a:r>
          </a:p>
          <a:p>
            <a:r>
              <a:rPr sz="1200"/>
              <a:t>• Recommended approach: Go slide by slide in order for your first pass, then use the appendix as a reference when you need it</a:t>
            </a:r>
          </a:p>
        </p:txBody>
      </p:sp>
      <p:sp>
        <p:nvSpPr>
          <p:cNvPr id="3" name="Title 2"/>
          <p:cNvSpPr>
            <a:spLocks noGrp="1"/>
          </p:cNvSpPr>
          <p:nvPr>
            <p:ph type="title"/>
          </p:nvPr>
        </p:nvSpPr>
        <p:spPr/>
        <p:txBody>
          <a:bodyPr/>
          <a:lstStyle/>
          <a:p>
            <a:r>
              <a:t>How to Use This Deck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35" sz="quarter"/>
          </p:nvPr>
        </p:nvSpPr>
        <p:spPr/>
      </p:sp>
      <p:sp>
        <p:nvSpPr>
          <p:cNvPr id="3" name="Content Placeholder 2"/>
          <p:cNvSpPr>
            <a:spLocks noGrp="1"/>
          </p:cNvSpPr>
          <p:nvPr>
            <p:ph idx="1" sz="half"/>
          </p:nvPr>
        </p:nvSpPr>
        <p:spPr/>
        <p:txBody>
          <a:bodyPr/>
          <a:lstStyle/>
          <a:p>
            <a:r>
              <a:rPr i="1" sz="1200"/>
              <a:t>A workforce planning platform that turns your org data into clear insights and confident decisions.</a:t>
            </a:r>
          </a:p>
          <a:p>
            <a:r>
              <a:rPr sz="1100"/>
              <a:t>• Visualize your organization — See your entire org structure, reporting lines, and workforce data in one place</a:t>
            </a:r>
          </a:p>
          <a:p>
            <a:r>
              <a:rPr sz="1100"/>
              <a:t>• Model changes safely — Run "what-if" scenarios without affecting your live data</a:t>
            </a:r>
          </a:p>
          <a:p>
            <a:r>
              <a:rPr sz="1100"/>
              <a:t>• Forecast impact — Project headcount and cost over time to see how plans play out before you commit</a:t>
            </a:r>
          </a:p>
          <a:p>
            <a:r>
              <a:rPr sz="1100"/>
              <a:t>• Share insights — Export charts, reports, and comparisons to align stakeholders and drive approvals</a:t>
            </a:r>
          </a:p>
        </p:txBody>
      </p:sp>
      <p:sp>
        <p:nvSpPr>
          <p:cNvPr id="4" name="Title 3"/>
          <p:cNvSpPr>
            <a:spLocks noGrp="1"/>
          </p:cNvSpPr>
          <p:nvPr>
            <p:ph type="title"/>
          </p:nvPr>
        </p:nvSpPr>
        <p:spPr/>
        <p:txBody>
          <a:bodyPr/>
          <a:lstStyle/>
          <a:p>
            <a:r>
              <a:t>What is Agentnoon?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35" sz="quarter"/>
          </p:nvPr>
        </p:nvSpPr>
        <p:spPr/>
      </p:sp>
      <p:sp>
        <p:nvSpPr>
          <p:cNvPr id="3" name="Content Placeholder 2"/>
          <p:cNvSpPr>
            <a:spLocks noGrp="1"/>
          </p:cNvSpPr>
          <p:nvPr>
            <p:ph idx="1" sz="half"/>
          </p:nvPr>
        </p:nvSpPr>
        <p:spPr/>
        <p:txBody>
          <a:bodyPr/>
          <a:lstStyle/>
          <a:p>
            <a:r>
              <a:rPr i="1" sz="1200"/>
              <a:t>Agentnoon is organized into five modules — each serves a different purpose, but they all work from the same data.</a:t>
            </a:r>
          </a:p>
          <a:p>
            <a:r>
              <a:rPr sz="1100"/>
              <a:t>• Main Org — Your current, live organizational structure. View-only. Reflects data from your HRIS or import. This is your baseline.</a:t>
            </a:r>
          </a:p>
          <a:p>
            <a:r>
              <a:rPr sz="1100"/>
              <a:t>• Scenarios — Editable copies of your org where you model future changes. Add, move, edit, or close positions without affecting live data.</a:t>
            </a:r>
          </a:p>
          <a:p>
            <a:r>
              <a:rPr sz="1100"/>
              <a:t>• Forecast — Headcount and cost projections over time. Shows how scenario changes phase in by month, quarter, or year.</a:t>
            </a:r>
          </a:p>
          <a:p>
            <a:r>
              <a:rPr sz="1100"/>
              <a:t>• Workforce Hub — Pre-built analytics charts for structural analysis. Span of control, headcount distribution, heatmaps, and more.</a:t>
            </a:r>
          </a:p>
          <a:p>
            <a:r>
              <a:rPr sz="1100"/>
              <a:t>• Directory — Table/spreadsheet view of all positions and employees. Sort, filter, bulk edit (in scenarios), and export.</a:t>
            </a:r>
          </a:p>
        </p:txBody>
      </p:sp>
      <p:sp>
        <p:nvSpPr>
          <p:cNvPr id="4" name="Title 3"/>
          <p:cNvSpPr>
            <a:spLocks noGrp="1"/>
          </p:cNvSpPr>
          <p:nvPr>
            <p:ph type="title"/>
          </p:nvPr>
        </p:nvSpPr>
        <p:spPr/>
        <p:txBody>
          <a:bodyPr/>
          <a:lstStyle/>
          <a:p>
            <a:r>
              <a:t>The Five Core Modules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36" sz="half"/>
          </p:nvPr>
        </p:nvSpPr>
        <p:spPr/>
        <p:txBody>
          <a:bodyPr/>
          <a:lstStyle/>
          <a:p>
            <a:r>
              <a:rPr i="1" sz="1400"/>
              <a:t>A typical workflow moves through the modules in a natural progression — from understanding, to planning, to communicating.</a:t>
            </a:r>
          </a:p>
          <a:p/>
          <a:p>
            <a:r>
              <a:rPr sz="1200"/>
              <a:t>• Step 1: Main Org — Understand your current state. Explore reporting lines, search for positions, review your baseline.</a:t>
            </a:r>
          </a:p>
          <a:p>
            <a:r>
              <a:rPr sz="1200"/>
              <a:t>• Step 2: Workforce Hub — Analyze structure and identify opportunities. Check span of control, headcount distribution, and org depth.</a:t>
            </a:r>
          </a:p>
          <a:p>
            <a:r>
              <a:rPr sz="1200"/>
              <a:t>• Step 3: Scenarios — Model proposed changes. Add, move, edit, or close positions to design your future org.</a:t>
            </a:r>
          </a:p>
          <a:p>
            <a:r>
              <a:rPr sz="1200"/>
              <a:t>• Step 4: Forecast — Project headcount and cost over time. See how changes phase in and validate against budget targets.</a:t>
            </a:r>
          </a:p>
          <a:p>
            <a:r>
              <a:rPr sz="1200"/>
              <a:t>• Step 5: Directory / Export — Export detailed data, charts, and comparisons for stakeholder reporting and approvals.</a:t>
            </a:r>
          </a:p>
        </p:txBody>
      </p:sp>
      <p:sp>
        <p:nvSpPr>
          <p:cNvPr id="3" name="Title 2"/>
          <p:cNvSpPr>
            <a:spLocks noGrp="1"/>
          </p:cNvSpPr>
          <p:nvPr>
            <p:ph type="title"/>
          </p:nvPr>
        </p:nvSpPr>
        <p:spPr/>
        <p:txBody>
          <a:bodyPr/>
          <a:lstStyle/>
          <a:p>
            <a:r>
              <a:t>How the Modules Work Together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35" sz="quarter"/>
          </p:nvPr>
        </p:nvSpPr>
        <p:spPr/>
      </p:sp>
      <p:sp>
        <p:nvSpPr>
          <p:cNvPr id="3" name="Content Placeholder 2"/>
          <p:cNvSpPr>
            <a:spLocks noGrp="1"/>
          </p:cNvSpPr>
          <p:nvPr>
            <p:ph idx="1" sz="half"/>
          </p:nvPr>
        </p:nvSpPr>
        <p:spPr/>
        <p:txBody>
          <a:bodyPr/>
          <a:lstStyle/>
          <a:p>
            <a:r>
              <a:rPr i="1" sz="1200"/>
              <a:t>Your home base for accessing your organization and managing scenarios.</a:t>
            </a:r>
          </a:p>
          <a:p>
            <a:r>
              <a:rPr sz="1100"/>
              <a:t>• Log in at app.agentnoon.com using your credentials (email/password, Google SSO, Microsoft SSO, or Okta — depending on your organization's setup)</a:t>
            </a:r>
          </a:p>
          <a:p>
            <a:r>
              <a:rPr sz="1100"/>
              <a:t>• Homepage shows: Your organization instance name at the top, a list of your scenarios in the main panel, and quick links to documentation</a:t>
            </a:r>
          </a:p>
          <a:p>
            <a:r>
              <a:rPr sz="1100"/>
              <a:t>• Open Org Chart button takes you into Main Org to explore your current organization</a:t>
            </a:r>
          </a:p>
          <a:p>
            <a:r>
              <a:rPr sz="1100"/>
              <a:t>• Scenario list is where you'll create, open, and manage all your planning work — think of it as your project dashboard</a:t>
            </a:r>
          </a:p>
        </p:txBody>
      </p:sp>
      <p:sp>
        <p:nvSpPr>
          <p:cNvPr id="4" name="Title 3"/>
          <p:cNvSpPr>
            <a:spLocks noGrp="1"/>
          </p:cNvSpPr>
          <p:nvPr>
            <p:ph type="title"/>
          </p:nvPr>
        </p:nvSpPr>
        <p:spPr/>
        <p:txBody>
          <a:bodyPr/>
          <a:lstStyle/>
          <a:p>
            <a:r>
              <a:t>Logging In &amp; the Homepage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Key Concepts</a:t>
            </a:r>
          </a:p>
        </p:txBody>
      </p:sp>
      <p:sp>
        <p:nvSpPr>
          <p:cNvPr id="3" name="Text Placeholder 2"/>
          <p:cNvSpPr>
            <a:spLocks noGrp="1"/>
          </p:cNvSpPr>
          <p:nvPr>
            <p:ph type="body" idx="10" sz="quarter"/>
          </p:nvPr>
        </p:nvSpPr>
        <p:spPr/>
        <p:txBody>
          <a:bodyPr/>
          <a:lstStyle/>
          <a:p>
            <a:r>
              <a:t>02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35" sz="quarter"/>
          </p:nvPr>
        </p:nvSpPr>
        <p:spPr/>
      </p:sp>
      <p:sp>
        <p:nvSpPr>
          <p:cNvPr id="3" name="Content Placeholder 2"/>
          <p:cNvSpPr>
            <a:spLocks noGrp="1"/>
          </p:cNvSpPr>
          <p:nvPr>
            <p:ph idx="1" sz="half"/>
          </p:nvPr>
        </p:nvSpPr>
        <p:spPr/>
        <p:txBody>
          <a:bodyPr/>
          <a:lstStyle/>
          <a:p>
            <a:r>
              <a:rPr i="1" sz="1200"/>
              <a:t>Agentnoon is position-based — you plan by creating and modifying positions first, then assigning people to them.</a:t>
            </a:r>
          </a:p>
          <a:p>
            <a:r>
              <a:rPr sz="1100"/>
              <a:t>• Position = A job role in your organization, whether filled or open. Positions have attributes like title, department, salary range, and reporting structure. Positions persist even when no one is assigned to them.</a:t>
            </a:r>
          </a:p>
          <a:p>
            <a:r>
              <a:rPr sz="1100"/>
              <a:t>• People (Employee) = The individual assigned to a position. One person fills one position at a time. People have attributes like name, email, start date, and employee ID.</a:t>
            </a:r>
          </a:p>
          <a:p>
            <a:r>
              <a:rPr sz="1100"/>
              <a:t>• Why this matters: You can plan for roles that don't have anyone in them yet. Create a "Senior Engineer" position, set the salary and hire date, and assign someone later — the role exists in your plan either way.</a:t>
            </a:r>
          </a:p>
          <a:p>
            <a:r>
              <a:rPr sz="1100"/>
              <a:t>• In practice: When you model a reorg, you're moving positions (roles) around the org chart. The people assigned to those positions come along for the ride.</a:t>
            </a:r>
          </a:p>
        </p:txBody>
      </p:sp>
      <p:sp>
        <p:nvSpPr>
          <p:cNvPr id="4" name="Title 3"/>
          <p:cNvSpPr>
            <a:spLocks noGrp="1"/>
          </p:cNvSpPr>
          <p:nvPr>
            <p:ph type="title"/>
          </p:nvPr>
        </p:nvSpPr>
        <p:spPr/>
        <p:txBody>
          <a:bodyPr/>
          <a:lstStyle/>
          <a:p>
            <a:r>
              <a:t>Positions vs People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35" sz="quarter"/>
          </p:nvPr>
        </p:nvSpPr>
        <p:spPr/>
      </p:sp>
      <p:sp>
        <p:nvSpPr>
          <p:cNvPr id="3" name="Content Placeholder 2"/>
          <p:cNvSpPr>
            <a:spLocks noGrp="1"/>
          </p:cNvSpPr>
          <p:nvPr>
            <p:ph idx="1" sz="half"/>
          </p:nvPr>
        </p:nvSpPr>
        <p:spPr/>
        <p:txBody>
          <a:bodyPr/>
          <a:lstStyle/>
          <a:p>
            <a:r>
              <a:rPr i="1" sz="1200"/>
              <a:t>Main Org is your current reality. Scenarios are your sandbox for planning the future.</a:t>
            </a:r>
          </a:p>
          <a:p>
            <a:r>
              <a:rPr sz="1100"/>
              <a:t>• Main Org = Your current-state organization as it exists today. It's view-only — you cannot edit it directly. It reflects real-time or imported data from your HRIS and serves as the baseline for all scenario planning.</a:t>
            </a:r>
          </a:p>
          <a:p>
            <a:r>
              <a:rPr sz="1100"/>
              <a:t>• Scenarios = Editable copies of your org used for modeling future changes. You can add, move, edit, and close positions freely. Nothing you do in a scenario touches Main Org.</a:t>
            </a:r>
          </a:p>
          <a:p>
            <a:r>
              <a:rPr sz="1100"/>
              <a:t>• Isolation: Scenarios are completely isolated from Main Org. Changes only become real when they're implemented in your HRIS externally and the data is refreshed.</a:t>
            </a:r>
          </a:p>
          <a:p>
            <a:r>
              <a:rPr sz="1100"/>
              <a:t>• Multiple scenarios: You can create unlimited scenarios to explore different approaches — then compare them side-by-side to find the best path forward.</a:t>
            </a:r>
          </a:p>
        </p:txBody>
      </p:sp>
      <p:sp>
        <p:nvSpPr>
          <p:cNvPr id="4" name="Title 3"/>
          <p:cNvSpPr>
            <a:spLocks noGrp="1"/>
          </p:cNvSpPr>
          <p:nvPr>
            <p:ph type="title"/>
          </p:nvPr>
        </p:nvSpPr>
        <p:spPr/>
        <p:txBody>
          <a:bodyPr/>
          <a:lstStyle/>
          <a:p>
            <a:r>
              <a:t>Main Org vs Scenarios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35" sz="quarter"/>
          </p:nvPr>
        </p:nvSpPr>
        <p:spPr/>
      </p:sp>
      <p:sp>
        <p:nvSpPr>
          <p:cNvPr id="3" name="Content Placeholder 2"/>
          <p:cNvSpPr>
            <a:spLocks noGrp="1"/>
          </p:cNvSpPr>
          <p:nvPr>
            <p:ph idx="1" sz="half"/>
          </p:nvPr>
        </p:nvSpPr>
        <p:spPr/>
        <p:txBody>
          <a:bodyPr/>
          <a:lstStyle/>
          <a:p>
            <a:r>
              <a:rPr i="1" sz="1200"/>
              <a:t>In the org chart, each position appears as a card — the visual building block of your organization.</a:t>
            </a:r>
          </a:p>
          <a:p>
            <a:r>
              <a:rPr sz="1100"/>
              <a:t>• Default display: Each card shows the employee name (if filled) and job title. Vacant positions show the title only with a blank name area.</a:t>
            </a:r>
          </a:p>
          <a:p>
            <a:r>
              <a:rPr sz="1100"/>
              <a:t>• Customizable: Use the Card Content tool to add more fields to every card — department, salary, location, span of control, or any other attribute. Changes apply instantly to all cards.</a:t>
            </a:r>
          </a:p>
          <a:p>
            <a:r>
              <a:rPr sz="1100"/>
              <a:t>• Interacting with cards: Hover to see quick details. Click to open the full detail panel. In scenarios, hover to see action buttons (add, edit, close, duplicate).</a:t>
            </a:r>
          </a:p>
          <a:p>
            <a:r>
              <a:rPr sz="1100"/>
              <a:t>• FX fields: Cards can display auto-calculated metrics marked with "FX" — like Span of Control, Total Org Size, and Layer — giving you structural insight directly on the org chart.</a:t>
            </a:r>
          </a:p>
        </p:txBody>
      </p:sp>
      <p:sp>
        <p:nvSpPr>
          <p:cNvPr id="4" name="Title 3"/>
          <p:cNvSpPr>
            <a:spLocks noGrp="1"/>
          </p:cNvSpPr>
          <p:nvPr>
            <p:ph type="title"/>
          </p:nvPr>
        </p:nvSpPr>
        <p:spPr/>
        <p:txBody>
          <a:bodyPr/>
          <a:lstStyle/>
          <a:p>
            <a:r>
              <a:t>Cards &amp; the Org Chart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35" sz="quarter"/>
          </p:nvPr>
        </p:nvSpPr>
        <p:spPr/>
      </p:sp>
      <p:sp>
        <p:nvSpPr>
          <p:cNvPr id="3" name="Content Placeholder 2"/>
          <p:cNvSpPr>
            <a:spLocks noGrp="1"/>
          </p:cNvSpPr>
          <p:nvPr>
            <p:ph idx="1" sz="half"/>
          </p:nvPr>
        </p:nvSpPr>
        <p:spPr/>
        <p:txBody>
          <a:bodyPr/>
          <a:lstStyle/>
          <a:p>
            <a:r>
              <a:rPr i="1" sz="1200"/>
              <a:t>Fields are the data points that power everything you see in Agentnoon — from cards to charts to exports.</a:t>
            </a:r>
          </a:p>
          <a:p>
            <a:r>
              <a:rPr sz="1100"/>
              <a:t>• Position fields are tied to the role and persist even when vacant. Examples: Job Title, Department, Pay Grade, Location, Reports To. These define the org structure.</a:t>
            </a:r>
          </a:p>
          <a:p>
            <a:r>
              <a:rPr sz="1100"/>
              <a:t>• People fields are tied to the individual and are removed when someone leaves. Examples: Employee Name, Employee ID, Start Date, Email, Performance Rating.</a:t>
            </a:r>
          </a:p>
          <a:p>
            <a:r>
              <a:rPr sz="1100"/>
              <a:t>• FX (calculated) fields are computed automatically by Agentnoon and update in real time. Examples: Span of Control, Layer, Total Org Size, Average SOC.</a:t>
            </a:r>
          </a:p>
          <a:p>
            <a:r>
              <a:rPr sz="1100"/>
              <a:t>• Where fields appear: On cards, in the Directory, in Workforce Hub charts, in filters and highlights, and in all exports. The same data powers every view.</a:t>
            </a:r>
          </a:p>
        </p:txBody>
      </p:sp>
      <p:sp>
        <p:nvSpPr>
          <p:cNvPr id="4" name="Title 3"/>
          <p:cNvSpPr>
            <a:spLocks noGrp="1"/>
          </p:cNvSpPr>
          <p:nvPr>
            <p:ph type="title"/>
          </p:nvPr>
        </p:nvSpPr>
        <p:spPr/>
        <p:txBody>
          <a:bodyPr/>
          <a:lstStyle/>
          <a:p>
            <a:r>
              <a:t>Fields &amp; Attributes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35" sz="quarter"/>
          </p:nvPr>
        </p:nvSpPr>
        <p:spPr/>
      </p:sp>
      <p:sp>
        <p:nvSpPr>
          <p:cNvPr id="3" name="Content Placeholder 2"/>
          <p:cNvSpPr>
            <a:spLocks noGrp="1"/>
          </p:cNvSpPr>
          <p:nvPr>
            <p:ph idx="1" sz="half"/>
          </p:nvPr>
        </p:nvSpPr>
        <p:spPr/>
        <p:txBody>
          <a:bodyPr/>
          <a:lstStyle/>
          <a:p>
            <a:r>
              <a:rPr i="1" sz="1200"/>
              <a:t>Two auto-calculated metrics that tell you how your organization is structured — breadth and depth at a glance.</a:t>
            </a:r>
          </a:p>
          <a:p>
            <a:r>
              <a:rPr sz="1100"/>
              <a:t>• Span of Control (SOC) = The number of direct reports for a given manager. A healthy range is 5–10 for most roles. SOC below 3 suggests management compression (too many managers for too few people). SOC above 15 suggests a manager may be overburdened.</a:t>
            </a:r>
          </a:p>
          <a:p>
            <a:r>
              <a:rPr sz="1100"/>
              <a:t>• Layers = The number of management levels between a position and the CEO. Industry best practice is 4–7 layers depending on org size. Too many layers can slow decision-making; too few can overload managers.</a:t>
            </a:r>
          </a:p>
          <a:p>
            <a:r>
              <a:rPr sz="1100"/>
              <a:t>• Both are automatic: Agentnoon calculates SOC and Layers for every position and updates them in real time as you make changes in scenarios.</a:t>
            </a:r>
          </a:p>
          <a:p>
            <a:r>
              <a:rPr sz="1100"/>
              <a:t>• Why they matter: These are the two metrics you'll check most often when validating a reorg — they tell you whether your structure is balanced and efficient.</a:t>
            </a:r>
          </a:p>
        </p:txBody>
      </p:sp>
      <p:sp>
        <p:nvSpPr>
          <p:cNvPr id="4" name="Title 3"/>
          <p:cNvSpPr>
            <a:spLocks noGrp="1"/>
          </p:cNvSpPr>
          <p:nvPr>
            <p:ph type="title"/>
          </p:nvPr>
        </p:nvSpPr>
        <p:spPr/>
        <p:txBody>
          <a:bodyPr/>
          <a:lstStyle/>
          <a:p>
            <a:r>
              <a:t>Spans &amp; Layers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35" sz="quarter"/>
          </p:nvPr>
        </p:nvSpPr>
        <p:spPr/>
      </p:sp>
      <p:sp>
        <p:nvSpPr>
          <p:cNvPr id="3" name="Content Placeholder 2"/>
          <p:cNvSpPr>
            <a:spLocks noGrp="1"/>
          </p:cNvSpPr>
          <p:nvPr>
            <p:ph idx="1" sz="half"/>
          </p:nvPr>
        </p:nvSpPr>
        <p:spPr/>
        <p:txBody>
          <a:bodyPr/>
          <a:lstStyle/>
          <a:p>
            <a:r>
              <a:rPr i="1" sz="1200"/>
              <a:t>Switch between a visual hierarchy and a sortable spreadsheet anytime — your filters travel with you.</a:t>
            </a:r>
          </a:p>
          <a:p>
            <a:r>
              <a:rPr sz="1100"/>
              <a:t>• Org Chart view = Visual, hierarchical display of reporting relationships. Best for understanding structure, visualizing teams, and drag-and-drop changes in scenarios. Think of it as the "map" of your organization.</a:t>
            </a:r>
          </a:p>
          <a:p>
            <a:r>
              <a:rPr sz="1100"/>
              <a:t>• Directory view = Table/spreadsheet format with sortable columns. Best for bulk analysis, sorting and filtering data, finding specific records, and exporting structured reports. Think of it as the "database" of your organization.</a:t>
            </a:r>
          </a:p>
          <a:p>
            <a:r>
              <a:rPr sz="1100"/>
              <a:t>• Switch anytime: Use the view switcher or keyboard shortcuts — press 1 for Org Chart, 2 for Directory. Your active filters persist when you switch.</a:t>
            </a:r>
          </a:p>
          <a:p>
            <a:r>
              <a:rPr sz="1100"/>
              <a:t>• Use both together: Start in the org chart to get the visual picture, then switch to Directory when you need to analyze, sort, or export data in bulk.</a:t>
            </a:r>
          </a:p>
        </p:txBody>
      </p:sp>
      <p:sp>
        <p:nvSpPr>
          <p:cNvPr id="4" name="Title 3"/>
          <p:cNvSpPr>
            <a:spLocks noGrp="1"/>
          </p:cNvSpPr>
          <p:nvPr>
            <p:ph type="title"/>
          </p:nvPr>
        </p:nvSpPr>
        <p:spPr/>
        <p:txBody>
          <a:bodyPr/>
          <a:lstStyle/>
          <a:p>
            <a:r>
              <a:t>Two Views, Same Data: Org Chart &amp; Directory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35" sz="quarter"/>
          </p:nvPr>
        </p:nvSpPr>
        <p:spPr/>
      </p:sp>
      <p:sp>
        <p:nvSpPr>
          <p:cNvPr id="3" name="Content Placeholder 2"/>
          <p:cNvSpPr>
            <a:spLocks noGrp="1"/>
          </p:cNvSpPr>
          <p:nvPr>
            <p:ph idx="1" sz="half"/>
          </p:nvPr>
        </p:nvSpPr>
        <p:spPr/>
        <p:txBody>
          <a:bodyPr/>
          <a:lstStyle/>
          <a:p>
            <a:r>
              <a:rPr i="1" sz="1200"/>
              <a:t>Your admin controls what you can see and do — here's a quick overview of how access works.</a:t>
            </a:r>
          </a:p>
          <a:p>
            <a:r>
              <a:rPr sz="1100"/>
              <a:t>• Viewer — Can see org data and scenarios shared with them. Cannot edit or create scenarios. Ideal for leadership and stakeholders who need visibility.</a:t>
            </a:r>
          </a:p>
          <a:p>
            <a:r>
              <a:rPr sz="1100"/>
              <a:t>• Planner — Can create and edit scenarios, model changes, and export data. The standard role for HR Business Partners, workforce planners, and department leads.</a:t>
            </a:r>
          </a:p>
          <a:p>
            <a:r>
              <a:rPr sz="1100"/>
              <a:t>• Approver — Can approve or reject submitted scenarios. Typically assigned to senior leaders, Finance, or HR leadership.</a:t>
            </a:r>
          </a:p>
          <a:p>
            <a:r>
              <a:rPr sz="1100"/>
              <a:t>• Admin — Full system access: user management, data uploads, field configuration, access groups, approval workflows, and all platform settings.</a:t>
            </a:r>
          </a:p>
          <a:p>
            <a:r>
              <a:rPr sz="1100"/>
              <a:t>• Access Groups control which data you can see, scoped by department, location, or other attributes. You only see positions within your assigned scope.</a:t>
            </a:r>
          </a:p>
        </p:txBody>
      </p:sp>
      <p:sp>
        <p:nvSpPr>
          <p:cNvPr id="4" name="Title 3"/>
          <p:cNvSpPr>
            <a:spLocks noGrp="1"/>
          </p:cNvSpPr>
          <p:nvPr>
            <p:ph type="title"/>
          </p:nvPr>
        </p:nvSpPr>
        <p:spPr/>
        <p:txBody>
          <a:bodyPr/>
          <a:lstStyle/>
          <a:p>
            <a:r>
              <a:t>Permissions &amp; Access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Navigating Main Org</a:t>
            </a:r>
          </a:p>
        </p:txBody>
      </p:sp>
      <p:sp>
        <p:nvSpPr>
          <p:cNvPr id="3" name="Text Placeholder 2"/>
          <p:cNvSpPr>
            <a:spLocks noGrp="1"/>
          </p:cNvSpPr>
          <p:nvPr>
            <p:ph type="body" idx="10" sz="quarter"/>
          </p:nvPr>
        </p:nvSpPr>
        <p:spPr/>
        <p:txBody>
          <a:bodyPr/>
          <a:lstStyle/>
          <a:p>
            <a:r>
              <a:t>03</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35" sz="quarter"/>
          </p:nvPr>
        </p:nvSpPr>
        <p:spPr/>
      </p:sp>
      <p:sp>
        <p:nvSpPr>
          <p:cNvPr id="3" name="Content Placeholder 2"/>
          <p:cNvSpPr>
            <a:spLocks noGrp="1"/>
          </p:cNvSpPr>
          <p:nvPr>
            <p:ph idx="1" sz="half"/>
          </p:nvPr>
        </p:nvSpPr>
        <p:spPr/>
        <p:txBody>
          <a:bodyPr/>
          <a:lstStyle/>
          <a:p>
            <a:r>
              <a:rPr i="1" sz="1200"/>
              <a:t>Main Org is your starting point — a live, view-only snapshot of your current organization.</a:t>
            </a:r>
          </a:p>
          <a:p>
            <a:r>
              <a:rPr sz="1100"/>
              <a:t>• How to get there: Click "Open Org Chart" from the homepage. You'll land in Main Org by default.</a:t>
            </a:r>
          </a:p>
          <a:p>
            <a:r>
              <a:rPr sz="1100"/>
              <a:t>• View-only: You cannot add, edit, or delete positions in Main Org. It reflects your current-state data imported from your HRIS or data source.</a:t>
            </a:r>
          </a:p>
          <a:p>
            <a:r>
              <a:rPr sz="1100"/>
              <a:t>• Single source of truth: Main Org is the baseline for every scenario you create. When you create a scenario, it starts as a copy of Main Org (or a filtered subset of it).</a:t>
            </a:r>
          </a:p>
          <a:p>
            <a:r>
              <a:rPr sz="1100"/>
              <a:t>• Start here: Before you plan any changes, spend time exploring Main Org to understand your current structure — reporting lines, team sizes, and organizational depth.</a:t>
            </a:r>
          </a:p>
        </p:txBody>
      </p:sp>
      <p:sp>
        <p:nvSpPr>
          <p:cNvPr id="4" name="Title 3"/>
          <p:cNvSpPr>
            <a:spLocks noGrp="1"/>
          </p:cNvSpPr>
          <p:nvPr>
            <p:ph type="title"/>
          </p:nvPr>
        </p:nvSpPr>
        <p:spPr/>
        <p:txBody>
          <a:bodyPr/>
          <a:lstStyle/>
          <a:p>
            <a:r>
              <a:t>Entering Main Org</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35" sz="quarter"/>
          </p:nvPr>
        </p:nvSpPr>
        <p:spPr/>
      </p:sp>
      <p:sp>
        <p:nvSpPr>
          <p:cNvPr id="3" name="Content Placeholder 2"/>
          <p:cNvSpPr>
            <a:spLocks noGrp="1"/>
          </p:cNvSpPr>
          <p:nvPr>
            <p:ph idx="1" sz="half"/>
          </p:nvPr>
        </p:nvSpPr>
        <p:spPr/>
        <p:txBody>
          <a:bodyPr/>
          <a:lstStyle/>
          <a:p>
            <a:r>
              <a:rPr i="1" sz="1200"/>
              <a:t>Scroll, zoom, expand, and collapse — here's how to move around your organization.</a:t>
            </a:r>
          </a:p>
          <a:p>
            <a:r>
              <a:rPr sz="1100"/>
              <a:t>• Scroll and zoom: Use your mouse or trackpad to pan around the org chart and zoom in/out. Pinch-to-zoom works on trackpads.</a:t>
            </a:r>
          </a:p>
          <a:p>
            <a:r>
              <a:rPr sz="1100"/>
              <a:t>• Expand / Collapse: Click the arrow on any card to show or hide its direct reports. This lets you drill into specific parts of the org without seeing everything at once.</a:t>
            </a:r>
          </a:p>
          <a:p>
            <a:r>
              <a:rPr sz="1100"/>
              <a:t>• Layout options: Choose between Vertical (top-down), Horizontal (left-to-right), and Compact views. Each layout works better for different org shapes.</a:t>
            </a:r>
          </a:p>
          <a:p>
            <a:r>
              <a:rPr sz="1100"/>
              <a:t>• Expansion levels (1–3): Control how many levels deep the org chart expands by default. Level 1 shows only the top level; Level 3 shows three levels down.</a:t>
            </a:r>
          </a:p>
          <a:p>
            <a:r>
              <a:rPr sz="1100"/>
              <a:t>• Fit to screen: Use the fit-to-screen button to reset your view and see the full visible org at once.</a:t>
            </a:r>
          </a:p>
        </p:txBody>
      </p:sp>
      <p:sp>
        <p:nvSpPr>
          <p:cNvPr id="4" name="Title 3"/>
          <p:cNvSpPr>
            <a:spLocks noGrp="1"/>
          </p:cNvSpPr>
          <p:nvPr>
            <p:ph type="title"/>
          </p:nvPr>
        </p:nvSpPr>
        <p:spPr/>
        <p:txBody>
          <a:bodyPr/>
          <a:lstStyle/>
          <a:p>
            <a:r>
              <a:t>Navigating the Org Chart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35" sz="quarter"/>
          </p:nvPr>
        </p:nvSpPr>
        <p:spPr/>
      </p:sp>
      <p:sp>
        <p:nvSpPr>
          <p:cNvPr id="3" name="Content Placeholder 2"/>
          <p:cNvSpPr>
            <a:spLocks noGrp="1"/>
          </p:cNvSpPr>
          <p:nvPr>
            <p:ph idx="1" sz="half"/>
          </p:nvPr>
        </p:nvSpPr>
        <p:spPr/>
        <p:txBody>
          <a:bodyPr/>
          <a:lstStyle/>
          <a:p>
            <a:r>
              <a:rPr i="1" sz="1200"/>
              <a:t>Find anyone or any role in seconds — search by name, title, ID, or any attribute.</a:t>
            </a:r>
          </a:p>
          <a:p>
            <a:r>
              <a:rPr sz="1100"/>
              <a:t>• Open search: Click the search bar in the toolbar, or use the keyboard shortcut Cmd/Ctrl+K (or just press /)</a:t>
            </a:r>
          </a:p>
          <a:p>
            <a:r>
              <a:rPr sz="1100"/>
              <a:t>• What you can search: Employee name, job title, employee ID, position ID, or any other text attribute in your data</a:t>
            </a:r>
          </a:p>
          <a:p>
            <a:r>
              <a:rPr sz="1100"/>
              <a:t>• Live results: Results appear as you type — no need to press Enter. The list narrows with each character.</a:t>
            </a:r>
          </a:p>
          <a:p>
            <a:r>
              <a:rPr sz="1100"/>
              <a:t>• Navigate directly: Click any search result to jump straight to that card in the org chart. The view zooms in and centers on the selected position.</a:t>
            </a:r>
          </a:p>
        </p:txBody>
      </p:sp>
      <p:sp>
        <p:nvSpPr>
          <p:cNvPr id="4" name="Title 3"/>
          <p:cNvSpPr>
            <a:spLocks noGrp="1"/>
          </p:cNvSpPr>
          <p:nvPr>
            <p:ph type="title"/>
          </p:nvPr>
        </p:nvSpPr>
        <p:spPr/>
        <p:txBody>
          <a:bodyPr/>
          <a:lstStyle/>
          <a:p>
            <a:r>
              <a:t>Searching for People &amp; Positions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35" sz="quarter"/>
          </p:nvPr>
        </p:nvSpPr>
        <p:spPr/>
      </p:sp>
      <p:sp>
        <p:nvSpPr>
          <p:cNvPr id="3" name="Content Placeholder 2"/>
          <p:cNvSpPr>
            <a:spLocks noGrp="1"/>
          </p:cNvSpPr>
          <p:nvPr>
            <p:ph idx="1" sz="half"/>
          </p:nvPr>
        </p:nvSpPr>
        <p:spPr/>
        <p:txBody>
          <a:bodyPr/>
          <a:lstStyle/>
          <a:p>
            <a:r>
              <a:rPr i="1" sz="1200"/>
              <a:t>Focus on specific parts of your org with filters, and use color-coding to surface patterns instantly.</a:t>
            </a:r>
          </a:p>
          <a:p>
            <a:r>
              <a:rPr sz="1100"/>
              <a:t>• Filtering: Click Filter in the toolbar → select criteria (Department, Location, Pay Grade, etc.) → click Apply. Only positions matching your criteria remain visible.</a:t>
            </a:r>
          </a:p>
          <a:p>
            <a:r>
              <a:rPr sz="1100"/>
              <a:t>• Turn on "Preserve manager relationships" to keep the reporting chain visible even when managers don't match the filter — this gives you context.</a:t>
            </a:r>
          </a:p>
          <a:p>
            <a:r>
              <a:rPr sz="1100"/>
              <a:t>• Highlighting: Click Highlight in the toolbar → choose an attribute (Department, Work Country, Pay Grade, etc.) → cards automatically color-code by value with a legend.</a:t>
            </a:r>
          </a:p>
          <a:p>
            <a:r>
              <a:rPr sz="1100"/>
              <a:t>• Fill Color changes the card background; Outline Color adds a colored border instead.</a:t>
            </a:r>
          </a:p>
          <a:p>
            <a:r>
              <a:rPr sz="1100"/>
              <a:t>• Combine both: Apply a filter to narrow to a specific team, then add highlighting to color-code by location or pay grade within that team.</a:t>
            </a:r>
          </a:p>
        </p:txBody>
      </p:sp>
      <p:sp>
        <p:nvSpPr>
          <p:cNvPr id="4" name="Title 3"/>
          <p:cNvSpPr>
            <a:spLocks noGrp="1"/>
          </p:cNvSpPr>
          <p:nvPr>
            <p:ph type="title"/>
          </p:nvPr>
        </p:nvSpPr>
        <p:spPr/>
        <p:txBody>
          <a:bodyPr/>
          <a:lstStyle/>
          <a:p>
            <a:r>
              <a:t>Filtering &amp; Highlighting</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35" sz="quarter"/>
          </p:nvPr>
        </p:nvSpPr>
        <p:spPr/>
      </p:sp>
      <p:sp>
        <p:nvSpPr>
          <p:cNvPr id="3" name="Content Placeholder 2"/>
          <p:cNvSpPr>
            <a:spLocks noGrp="1"/>
          </p:cNvSpPr>
          <p:nvPr>
            <p:ph idx="1" sz="half"/>
          </p:nvPr>
        </p:nvSpPr>
        <p:spPr/>
        <p:txBody>
          <a:bodyPr/>
          <a:lstStyle/>
          <a:p>
            <a:r>
              <a:rPr i="1" sz="1200"/>
              <a:t>Control exactly what information appears on every card — add the fields that matter most to your analysis.</a:t>
            </a:r>
          </a:p>
          <a:p>
            <a:r>
              <a:rPr sz="1100"/>
              <a:t>• Open Card Content: Click the Card Content button in the toolbar. A panel appears with all available fields.</a:t>
            </a:r>
          </a:p>
          <a:p>
            <a:r>
              <a:rPr sz="1100"/>
              <a:t>• Add or remove fields: Check or uncheck any field to display it on cards. Common additions: Department, Salary, Location, Pay Grade, Employee Type.</a:t>
            </a:r>
          </a:p>
          <a:p>
            <a:r>
              <a:rPr sz="1100"/>
              <a:t>• FX fields: Include auto-calculated fields like Span of Control, Total Org Size, or Layer to see structural metrics directly on every card.</a:t>
            </a:r>
          </a:p>
          <a:p>
            <a:r>
              <a:rPr sz="1100"/>
              <a:t>• Reorder fields: Click the gear button in the top-right of the Card Content panel to drag and rearrange the display order of fields on cards.</a:t>
            </a:r>
          </a:p>
          <a:p>
            <a:r>
              <a:rPr sz="1100"/>
              <a:t>• Instant updates: Changes apply immediately to all visible cards — no need to save or refresh.</a:t>
            </a:r>
          </a:p>
        </p:txBody>
      </p:sp>
      <p:sp>
        <p:nvSpPr>
          <p:cNvPr id="4" name="Title 3"/>
          <p:cNvSpPr>
            <a:spLocks noGrp="1"/>
          </p:cNvSpPr>
          <p:nvPr>
            <p:ph type="title"/>
          </p:nvPr>
        </p:nvSpPr>
        <p:spPr/>
        <p:txBody>
          <a:bodyPr/>
          <a:lstStyle/>
          <a:p>
            <a:r>
              <a:t>Customizing Card Content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Picture Placeholder 1"/>
          <p:cNvSpPr>
            <a:spLocks noGrp="1"/>
          </p:cNvSpPr>
          <p:nvPr>
            <p:ph type="pic" idx="35" sz="quarter"/>
          </p:nvPr>
        </p:nvSpPr>
        <p:spPr/>
      </p:sp>
      <p:sp>
        <p:nvSpPr>
          <p:cNvPr id="3" name="Content Placeholder 2"/>
          <p:cNvSpPr>
            <a:spLocks noGrp="1"/>
          </p:cNvSpPr>
          <p:nvPr>
            <p:ph idx="1" sz="half"/>
          </p:nvPr>
        </p:nvSpPr>
        <p:spPr/>
        <p:txBody>
          <a:bodyPr/>
          <a:lstStyle/>
          <a:p>
            <a:r>
              <a:rPr i="1" sz="1200"/>
              <a:t>Spotlight highlights positions matching specific rules; Saved Views let you bookmark useful configurations for quick access later.</a:t>
            </a:r>
          </a:p>
          <a:p>
            <a:r>
              <a:rPr sz="1100"/>
              <a:t>• Spotlight: Click Spotlight in the toolbar → choose from pre-configured rules (e.g., "SOC &gt; 15," "Pay Grade = Senior," specific field values). Matching positions stay bright; everything else dims. A list of matching positions appears for quick review.</a:t>
            </a:r>
          </a:p>
          <a:p>
            <a:r>
              <a:rPr sz="1100"/>
              <a:t>• Saved Views: After you've configured your filters, highlights, and card content the way you want, click Views → Save Current View. Name it clearly (e.g., "Engineering Team," "US Employees," "SOC Analysis").</a:t>
            </a:r>
          </a:p>
          <a:p>
            <a:r>
              <a:rPr sz="1100"/>
              <a:t>• Reuse views: Your saved views appear in the Views dropdown for one-click access later. This saves time when you run the same analysis repeatedly.</a:t>
            </a:r>
          </a:p>
          <a:p>
            <a:r>
              <a:rPr sz="1100"/>
              <a:t>• Practical combo: Set up Card Content with SOC and Layer → apply Spotlight for SOC &lt; 3 → save as "Compression Analysis" view. Next time, one click gets you back to this exact setup.</a:t>
            </a:r>
          </a:p>
        </p:txBody>
      </p:sp>
      <p:sp>
        <p:nvSpPr>
          <p:cNvPr id="4" name="Title 3"/>
          <p:cNvSpPr>
            <a:spLocks noGrp="1"/>
          </p:cNvSpPr>
          <p:nvPr>
            <p:ph type="title"/>
          </p:nvPr>
        </p:nvSpPr>
        <p:spPr/>
        <p:txBody>
          <a:bodyPr/>
          <a:lstStyle/>
          <a:p>
            <a:r>
              <a:t>Spotlight &amp; Saved Views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Content Placeholder 1"/>
          <p:cNvSpPr>
            <a:spLocks noGrp="1"/>
          </p:cNvSpPr>
          <p:nvPr>
            <p:ph idx="36" sz="half"/>
          </p:nvPr>
        </p:nvSpPr>
        <p:spPr/>
        <p:txBody>
          <a:bodyPr/>
          <a:lstStyle/>
          <a:p>
            <a:r>
              <a:rPr i="1" sz="1400"/>
              <a:t>You now know how to explore your current organization — next, we'll start planning changes.</a:t>
            </a:r>
          </a:p>
          <a:p/>
          <a:p>
            <a:r>
              <a:rPr sz="1200"/>
              <a:t>• Main Org is view-only — Explore freely, but make changes in Scenarios</a:t>
            </a:r>
          </a:p>
          <a:p>
            <a:r>
              <a:rPr sz="1200"/>
              <a:t>• Search to find any person or position instantly (Cmd/Ctrl+K)</a:t>
            </a:r>
          </a:p>
          <a:p>
            <a:r>
              <a:rPr sz="1200"/>
              <a:t>• Filter to narrow the org chart to specific departments, locations, or attributes</a:t>
            </a:r>
          </a:p>
          <a:p>
            <a:r>
              <a:rPr sz="1200"/>
              <a:t>• Highlight to color-code cards by any field and surface patterns visually</a:t>
            </a:r>
          </a:p>
          <a:p>
            <a:r>
              <a:rPr sz="1200"/>
              <a:t>• Card Content to control which data appears on every card — add SOC, salary, department, or any field</a:t>
            </a:r>
          </a:p>
          <a:p>
            <a:r>
              <a:rPr sz="1200"/>
              <a:t>• Spotlight to dim non-matching positions and focus on specific criteria</a:t>
            </a:r>
          </a:p>
        </p:txBody>
      </p:sp>
      <p:sp>
        <p:nvSpPr>
          <p:cNvPr id="3" name="Title 2"/>
          <p:cNvSpPr>
            <a:spLocks noGrp="1"/>
          </p:cNvSpPr>
          <p:nvPr>
            <p:ph type="title"/>
          </p:nvPr>
        </p:nvSpPr>
        <p:spPr/>
        <p:txBody>
          <a:bodyPr/>
          <a:lstStyle/>
          <a:p>
            <a:r>
              <a:t>Main Org: Key Takeaways</a:t>
            </a:r>
          </a:p>
        </p:txBody>
      </p: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General Slides">
  <a:themeElements>
    <a:clrScheme name="New Corporate Colors">
      <a:dk1>
        <a:srgbClr val="000000"/>
      </a:dk1>
      <a:lt1>
        <a:srgbClr val="DEF3FF"/>
      </a:lt1>
      <a:dk2>
        <a:srgbClr val="3067DB"/>
      </a:dk2>
      <a:lt2>
        <a:srgbClr val="FFFFFF"/>
      </a:lt2>
      <a:accent1>
        <a:srgbClr val="43BEEF"/>
      </a:accent1>
      <a:accent2>
        <a:srgbClr val="F9C341"/>
      </a:accent2>
      <a:accent3>
        <a:srgbClr val="00D8CD"/>
      </a:accent3>
      <a:accent4>
        <a:srgbClr val="5C2B9C"/>
      </a:accent4>
      <a:accent5>
        <a:srgbClr val="82D300"/>
      </a:accent5>
      <a:accent6>
        <a:srgbClr val="FF607F"/>
      </a:accent6>
      <a:hlink>
        <a:srgbClr val="102789"/>
      </a:hlink>
      <a:folHlink>
        <a:srgbClr val="102789"/>
      </a:folHlink>
    </a:clrScheme>
    <a:fontScheme name="Dayforce PPT Fonts">
      <a:majorFont>
        <a:latin typeface="Clarika Geometric DemiBold"/>
        <a:ea typeface=""/>
        <a:cs typeface=""/>
      </a:majorFont>
      <a:minorFont>
        <a:latin typeface="Clarika Geometric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sz="1800" b="0" dirty="0" smtClean="0">
            <a:solidFill>
              <a:schemeClr val="tx1">
                <a:lumMod val="95000"/>
                <a:lumOff val="5000"/>
              </a:schemeClr>
            </a:solidFill>
            <a:latin typeface="Clarika Grotesque" pitchFamily="2" charset="77"/>
          </a:defRPr>
        </a:defPPr>
      </a:lstStyle>
    </a:txDef>
  </a:objectDefaults>
  <a:extraClrSchemeLst/>
  <a:extLst>
    <a:ext uri="{05A4C25C-085E-4340-85A3-A5531E510DB2}">
      <thm15:themeFamily xmlns:thm15="http://schemas.microsoft.com/office/thememl/2012/main" name="DF-PPT-Brand-Corp-Template_25nov04_v201" id="{BA45FAD8-6E9C-474E-9ADA-A56B5A4E2D3E}" vid="{4BD69D2B-E432-6943-9770-FBE531708E3D}"/>
    </a:ext>
  </a:extLst>
</a:theme>
</file>

<file path=ppt/theme/theme2.xml><?xml version="1.0" encoding="utf-8"?>
<a:theme xmlns:a="http://schemas.openxmlformats.org/drawingml/2006/main" name="White">
  <a:themeElements>
    <a:clrScheme name="White">
      <a:dk1>
        <a:srgbClr val="000000"/>
      </a:dk1>
      <a:lt1>
        <a:srgbClr val="FFFFFF"/>
      </a:lt1>
      <a:dk2>
        <a:srgbClr val="5E5E5E"/>
      </a:dk2>
      <a:lt2>
        <a:srgbClr val="D5D5D5"/>
      </a:lt2>
      <a:accent1>
        <a:srgbClr val="00A2FF"/>
      </a:accent1>
      <a:accent2>
        <a:srgbClr val="16E7CF"/>
      </a:accent2>
      <a:accent3>
        <a:srgbClr val="61D836"/>
      </a:accent3>
      <a:accent4>
        <a:srgbClr val="FAE232"/>
      </a:accent4>
      <a:accent5>
        <a:srgbClr val="FF644E"/>
      </a:accent5>
      <a:accent6>
        <a:srgbClr val="EF5FA7"/>
      </a:accent6>
      <a:hlink>
        <a:srgbClr val="0000FF"/>
      </a:hlink>
      <a:folHlink>
        <a:srgbClr val="FF00FF"/>
      </a:folHlink>
    </a:clrScheme>
    <a:fontScheme name="White">
      <a:majorFont>
        <a:latin typeface="Helvetica Neue Medium"/>
        <a:ea typeface="Helvetica Neue Medium"/>
        <a:cs typeface="Helvetica Neue Medium"/>
      </a:majorFont>
      <a:minorFont>
        <a:latin typeface="Helvetica Neue Medium"/>
        <a:ea typeface="Helvetica Neue Medium"/>
        <a:cs typeface="Helvetica Neue Medium"/>
      </a:minorFont>
    </a:fontScheme>
    <a:fmtScheme name="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accent1"/>
        </a:solidFill>
        <a:ln w="12700" cap="flat">
          <a:noFill/>
          <a:miter lim="400000"/>
        </a:ln>
        <a:effectLst/>
        <a:sp3d/>
      </a:spPr>
      <a:bodyPr rot="0" spcFirstLastPara="1" vertOverflow="overflow" horzOverflow="overflow" vert="horz" wrap="square" lIns="0" tIns="0" rIns="0" bIns="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Helvetica Neue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825500" rtl="0" fontAlgn="auto" latinLnBrk="0" hangingPunct="0">
          <a:lnSpc>
            <a:spcPct val="100000"/>
          </a:lnSpc>
          <a:spcBef>
            <a:spcPts val="0"/>
          </a:spcBef>
          <a:spcAft>
            <a:spcPts val="0"/>
          </a:spcAft>
          <a:buClrTx/>
          <a:buSzTx/>
          <a:buFontTx/>
          <a:buNone/>
          <a:tabLst/>
          <a:defRPr kumimoji="0" sz="3000" b="1" i="0" u="none" strike="noStrike" cap="none" spc="0" normalizeH="0" baseline="0">
            <a:ln>
              <a:noFill/>
            </a:ln>
            <a:solidFill>
              <a:srgbClr val="000000"/>
            </a:solidFill>
            <a:effectLst/>
            <a:uFillTx/>
            <a:latin typeface="Helvetica Neue"/>
            <a:ea typeface="Helvetica Neue"/>
            <a:cs typeface="Helvetica Neue"/>
            <a:sym typeface="Helvetica Neue"/>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7174BAAA0C74B43ADDF16FEFAAD78BF" ma:contentTypeVersion="8" ma:contentTypeDescription="Create a new document." ma:contentTypeScope="" ma:versionID="c26f078e547d24a3e013356e65ffa0f1">
  <xsd:schema xmlns:xsd="http://www.w3.org/2001/XMLSchema" xmlns:xs="http://www.w3.org/2001/XMLSchema" xmlns:p="http://schemas.microsoft.com/office/2006/metadata/properties" xmlns:ns2="26f18082-ae79-442c-86d9-07d465d3224b" targetNamespace="http://schemas.microsoft.com/office/2006/metadata/properties" ma:root="true" ma:fieldsID="9dddfd19130de9eb6cbc66f23eb290a1" ns2:_="">
    <xsd:import namespace="26f18082-ae79-442c-86d9-07d465d3224b"/>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CR" minOccurs="0"/>
                <xsd:element ref="ns2:MediaServiceGenerationTime" minOccurs="0"/>
                <xsd:element ref="ns2:MediaServiceEventHashCode" minOccurs="0"/>
                <xsd:element ref="ns2:MediaLengthInSecond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6f18082-ae79-442c-86d9-07d465d3224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CR" ma:index="12" nillable="true" ma:displayName="Extracted Text" ma:internalName="MediaServiceOCR" ma:readOnly="true">
      <xsd:simpleType>
        <xsd:restriction base="dms:Note">
          <xsd:maxLength value="255"/>
        </xsd:restriction>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16CB831-8A94-46F3-B2B1-380FFD53B44B}">
  <ds:schemaRefs>
    <ds:schemaRef ds:uri="http://schemas.microsoft.com/sharepoint/v3/contenttype/forms"/>
  </ds:schemaRefs>
</ds:datastoreItem>
</file>

<file path=customXml/itemProps2.xml><?xml version="1.0" encoding="utf-8"?>
<ds:datastoreItem xmlns:ds="http://schemas.openxmlformats.org/officeDocument/2006/customXml" ds:itemID="{FDF91C54-B3E4-4D83-9BA4-1DB2F6CF56B5}">
  <ds:schemaRefs>
    <ds:schemaRef ds:uri="8fc5bf83-b9b7-400b-a8a2-ecbf367c86e0"/>
    <ds:schemaRef ds:uri="http://purl.org/dc/elements/1.1/"/>
    <ds:schemaRef ds:uri="http://www.w3.org/XML/1998/namespace"/>
    <ds:schemaRef ds:uri="http://schemas.microsoft.com/office/infopath/2007/PartnerControls"/>
    <ds:schemaRef ds:uri="http://purl.org/dc/dcmitype/"/>
    <ds:schemaRef ds:uri="http://schemas.microsoft.com/office/2006/documentManagement/types"/>
    <ds:schemaRef ds:uri="3d538028-6a1f-40d4-bbc3-c24b1669d575"/>
    <ds:schemaRef ds:uri="http://purl.org/dc/terms/"/>
    <ds:schemaRef ds:uri="http://schemas.microsoft.com/office/2006/metadata/properties"/>
    <ds:schemaRef ds:uri="http://schemas.openxmlformats.org/package/2006/metadata/core-properties"/>
  </ds:schemaRefs>
</ds:datastoreItem>
</file>

<file path=customXml/itemProps3.xml><?xml version="1.0" encoding="utf-8"?>
<ds:datastoreItem xmlns:ds="http://schemas.openxmlformats.org/officeDocument/2006/customXml" ds:itemID="{90C41EB3-BF1D-4711-A811-AC98D38117B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6f18082-ae79-442c-86d9-07d465d3224b"/>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
  <TotalTime>3</TotalTime>
  <Words>512</Words>
  <Application>Microsoft Macintosh PowerPoint</Application>
  <PresentationFormat>Widescreen</PresentationFormat>
  <Paragraphs>136</Paragraphs>
  <Slides>19</Slides>
  <Notes>0</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19</vt:i4>
      </vt:variant>
    </vt:vector>
  </HeadingPairs>
  <TitlesOfParts>
    <vt:vector size="28" baseType="lpstr">
      <vt:lpstr>Arial</vt:lpstr>
      <vt:lpstr>Clarika Geometric DemiBold</vt:lpstr>
      <vt:lpstr>Clarika Geometric Light</vt:lpstr>
      <vt:lpstr>Clarika Grotesque</vt:lpstr>
      <vt:lpstr>Clarika Grotesque Light Italic</vt:lpstr>
      <vt:lpstr>Helvetica Neue</vt:lpstr>
      <vt:lpstr>Open Sans</vt:lpstr>
      <vt:lpstr>General Slides</vt:lpstr>
      <vt:lpstr>think-cell Slide</vt:lpstr>
      <vt:lpstr>Title goes here lorem ipsum dolor </vt:lpstr>
      <vt:lpstr>Agenda</vt:lpstr>
      <vt:lpstr>Agenda, 3 items</vt:lpstr>
      <vt:lpstr>Agenda, 4 items</vt:lpstr>
      <vt:lpstr>Agenda, 5-6 items</vt:lpstr>
      <vt:lpstr>Insert Section Title </vt:lpstr>
      <vt:lpstr>Insert Section Title</vt:lpstr>
      <vt:lpstr>Insert Section Title</vt:lpstr>
      <vt:lpstr>Headline only</vt:lpstr>
      <vt:lpstr>Headline with subtlte</vt:lpstr>
      <vt:lpstr>Table styles</vt:lpstr>
      <vt:lpstr>3 points with icons</vt:lpstr>
      <vt:lpstr>4 points with icons</vt:lpstr>
      <vt:lpstr>PowerPoint Presentation</vt:lpstr>
      <vt:lpstr>PowerPoint Presentation</vt:lpstr>
      <vt:lpstr>Timeline slide design</vt:lpstr>
      <vt:lpstr>Thank you/questions</vt:lpstr>
      <vt:lpstr>Icons 1</vt:lpstr>
      <vt:lpstr>Icons 2</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Edward King</dc:creator>
  <cp:lastModifiedBy>Stephen Joly</cp:lastModifiedBy>
  <cp:revision>2</cp:revision>
  <dcterms:created xsi:type="dcterms:W3CDTF">2025-06-25T21:27:10Z</dcterms:created>
  <dcterms:modified xsi:type="dcterms:W3CDTF">2026-02-27T19:59:13Z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0x01010007174BAAA0C74B43ADDF16FEFAAD78BF</vt:lpwstr>
  </property>
  <property fmtid="{D5CDD505-2E9C-101B-9397-08002B2CF9AE}" pid="3" name="_dlc_DocIdItemGuid">
    <vt:lpwstr>00218df6-7e02-484d-a5d0-c81cab3626af</vt:lpwstr>
  </property>
  <property fmtid="{D5CDD505-2E9C-101B-9397-08002B2CF9AE}" pid="4" name="MediaServiceImageTags">
    <vt:lpwstr/>
  </property>
  <property fmtid="{D5CDD505-2E9C-101B-9397-08002B2CF9AE}" pid="5" name="Order">
    <vt:r8>20121600</vt:r8>
  </property>
  <property fmtid="{D5CDD505-2E9C-101B-9397-08002B2CF9AE}" pid="6" name="xd_Signature">
    <vt:bool>false</vt:bool>
  </property>
  <property fmtid="{D5CDD505-2E9C-101B-9397-08002B2CF9AE}" pid="7" name="SharedWithUsers">
    <vt:lpwstr>1179;#SharingLinks.cbf7af77-6954-46e2-9e81-99cfff2fd3d7.OrganizationEdit.22764d11-dc81-40c2-99f7-1ee34153ec95;#16;#Sandra Sikora;#376;#Jessica Webb-Ayer;#1200;#Sarah Burt;#550;#Anna Pavlenko;#685;#Holly Jones;#616;#Demitra LaPointe;#11;#Lisa Luk;#1237;#Chris Mika;#1083;#Clay Jones</vt:lpwstr>
  </property>
  <property fmtid="{D5CDD505-2E9C-101B-9397-08002B2CF9AE}" pid="8" name="xd_ProgID">
    <vt:lpwstr/>
  </property>
  <property fmtid="{D5CDD505-2E9C-101B-9397-08002B2CF9AE}" pid="9" name="_SourceUrl">
    <vt:lpwstr/>
  </property>
  <property fmtid="{D5CDD505-2E9C-101B-9397-08002B2CF9AE}" pid="10" name="_SharedFileIndex">
    <vt:lpwstr/>
  </property>
  <property fmtid="{D5CDD505-2E9C-101B-9397-08002B2CF9AE}" pid="11" name="ComplianceAssetId">
    <vt:lpwstr/>
  </property>
  <property fmtid="{D5CDD505-2E9C-101B-9397-08002B2CF9AE}" pid="12" name="TemplateUrl">
    <vt:lpwstr/>
  </property>
  <property fmtid="{D5CDD505-2E9C-101B-9397-08002B2CF9AE}" pid="13" name="_ExtendedDescription">
    <vt:lpwstr/>
  </property>
  <property fmtid="{D5CDD505-2E9C-101B-9397-08002B2CF9AE}" pid="14" name="TriggerFlowInfo">
    <vt:lpwstr/>
  </property>
</Properties>
</file>